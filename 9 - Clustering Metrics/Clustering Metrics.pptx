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7" r:id="rId2"/>
    <p:sldId id="263" r:id="rId3"/>
    <p:sldId id="592" r:id="rId4"/>
    <p:sldId id="595" r:id="rId5"/>
    <p:sldId id="594" r:id="rId6"/>
    <p:sldId id="598" r:id="rId7"/>
    <p:sldId id="597" r:id="rId8"/>
    <p:sldId id="607" r:id="rId9"/>
    <p:sldId id="608" r:id="rId10"/>
    <p:sldId id="599" r:id="rId11"/>
    <p:sldId id="600" r:id="rId12"/>
    <p:sldId id="601" r:id="rId13"/>
    <p:sldId id="603" r:id="rId14"/>
    <p:sldId id="604" r:id="rId15"/>
    <p:sldId id="605" r:id="rId16"/>
    <p:sldId id="609" r:id="rId17"/>
    <p:sldId id="610" r:id="rId18"/>
    <p:sldId id="602" r:id="rId19"/>
    <p:sldId id="611" r:id="rId20"/>
    <p:sldId id="612" r:id="rId21"/>
    <p:sldId id="616" r:id="rId22"/>
    <p:sldId id="617" r:id="rId23"/>
    <p:sldId id="615" r:id="rId24"/>
    <p:sldId id="613" r:id="rId25"/>
    <p:sldId id="614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9B9B9"/>
    <a:srgbClr val="CBD947"/>
    <a:srgbClr val="FF40FF"/>
    <a:srgbClr val="3241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FF8E01-DE24-0F4F-A559-943D670B7764}" v="50" dt="2024-08-14T17:48:44.4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71" autoAdjust="0"/>
    <p:restoredTop sz="94566"/>
  </p:normalViewPr>
  <p:slideViewPr>
    <p:cSldViewPr snapToGrid="0">
      <p:cViewPr>
        <p:scale>
          <a:sx n="92" d="100"/>
          <a:sy n="92" d="100"/>
        </p:scale>
        <p:origin x="2864" y="1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nnel D. Palenzuela" userId="27216d6f-a712-48da-bcb2-613e4bc945ac" providerId="ADAL" clId="{16736750-74B4-184C-AACF-97E7E4B9FAA6}"/>
    <pc:docChg chg="undo custSel addSld delSld modSld sldOrd modMainMaster">
      <pc:chgData name="Ronnel D. Palenzuela" userId="27216d6f-a712-48da-bcb2-613e4bc945ac" providerId="ADAL" clId="{16736750-74B4-184C-AACF-97E7E4B9FAA6}" dt="2024-08-13T03:37:12.131" v="3508" actId="207"/>
      <pc:docMkLst>
        <pc:docMk/>
      </pc:docMkLst>
      <pc:sldChg chg="modSp mod">
        <pc:chgData name="Ronnel D. Palenzuela" userId="27216d6f-a712-48da-bcb2-613e4bc945ac" providerId="ADAL" clId="{16736750-74B4-184C-AACF-97E7E4B9FAA6}" dt="2024-08-11T23:14:10.328" v="2625" actId="20577"/>
        <pc:sldMkLst>
          <pc:docMk/>
          <pc:sldMk cId="3455369248" sldId="257"/>
        </pc:sldMkLst>
        <pc:spChg chg="mod">
          <ac:chgData name="Ronnel D. Palenzuela" userId="27216d6f-a712-48da-bcb2-613e4bc945ac" providerId="ADAL" clId="{16736750-74B4-184C-AACF-97E7E4B9FAA6}" dt="2024-08-11T23:14:10.328" v="2625" actId="20577"/>
          <ac:spMkLst>
            <pc:docMk/>
            <pc:sldMk cId="3455369248" sldId="257"/>
            <ac:spMk id="3" creationId="{55CA8846-F5F9-9E2F-7E86-4EDFA1AEFED2}"/>
          </ac:spMkLst>
        </pc:spChg>
      </pc:sldChg>
      <pc:sldChg chg="addSp delSp modSp del mod setBg modNotesTx">
        <pc:chgData name="Ronnel D. Palenzuela" userId="27216d6f-a712-48da-bcb2-613e4bc945ac" providerId="ADAL" clId="{16736750-74B4-184C-AACF-97E7E4B9FAA6}" dt="2024-08-11T06:16:40.205" v="363" actId="2696"/>
        <pc:sldMkLst>
          <pc:docMk/>
          <pc:sldMk cId="218736974" sldId="258"/>
        </pc:sldMkLst>
        <pc:spChg chg="mod">
          <ac:chgData name="Ronnel D. Palenzuela" userId="27216d6f-a712-48da-bcb2-613e4bc945ac" providerId="ADAL" clId="{16736750-74B4-184C-AACF-97E7E4B9FAA6}" dt="2024-08-11T06:16:07.116" v="348" actId="26606"/>
          <ac:spMkLst>
            <pc:docMk/>
            <pc:sldMk cId="218736974" sldId="25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6:16:25.529" v="353" actId="21"/>
          <ac:spMkLst>
            <pc:docMk/>
            <pc:sldMk cId="218736974" sldId="258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06:16:07.116" v="348" actId="26606"/>
          <ac:spMkLst>
            <pc:docMk/>
            <pc:sldMk cId="218736974" sldId="258"/>
            <ac:spMk id="9" creationId="{04812C46-200A-4DEB-A05E-3ED6C68C2387}"/>
          </ac:spMkLst>
        </pc:spChg>
        <pc:spChg chg="add del">
          <ac:chgData name="Ronnel D. Palenzuela" userId="27216d6f-a712-48da-bcb2-613e4bc945ac" providerId="ADAL" clId="{16736750-74B4-184C-AACF-97E7E4B9FAA6}" dt="2024-08-11T06:16:07.116" v="348" actId="26606"/>
          <ac:spMkLst>
            <pc:docMk/>
            <pc:sldMk cId="218736974" sldId="258"/>
            <ac:spMk id="11" creationId="{D1EA859B-E555-4109-94F3-6700E046E008}"/>
          </ac:spMkLst>
        </pc:spChg>
        <pc:picChg chg="add del mod ord">
          <ac:chgData name="Ronnel D. Palenzuela" userId="27216d6f-a712-48da-bcb2-613e4bc945ac" providerId="ADAL" clId="{16736750-74B4-184C-AACF-97E7E4B9FAA6}" dt="2024-08-11T06:16:38.323" v="362" actId="21"/>
          <ac:picMkLst>
            <pc:docMk/>
            <pc:sldMk cId="218736974" sldId="258"/>
            <ac:picMk id="4" creationId="{98D0E626-B0C1-BC0F-8BBE-013B7E7B3AA6}"/>
          </ac:picMkLst>
        </pc:picChg>
      </pc:sldChg>
      <pc:sldChg chg="addSp delSp modSp mod modNotesTx">
        <pc:chgData name="Ronnel D. Palenzuela" userId="27216d6f-a712-48da-bcb2-613e4bc945ac" providerId="ADAL" clId="{16736750-74B4-184C-AACF-97E7E4B9FAA6}" dt="2024-08-11T12:37:53.539" v="2618" actId="20577"/>
        <pc:sldMkLst>
          <pc:docMk/>
          <pc:sldMk cId="3256538018" sldId="259"/>
        </pc:sldMkLst>
        <pc:spChg chg="mod">
          <ac:chgData name="Ronnel D. Palenzuela" userId="27216d6f-a712-48da-bcb2-613e4bc945ac" providerId="ADAL" clId="{16736750-74B4-184C-AACF-97E7E4B9FAA6}" dt="2024-08-11T06:18:47.941" v="388" actId="14100"/>
          <ac:spMkLst>
            <pc:docMk/>
            <pc:sldMk cId="3256538018" sldId="25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2:37:53.539" v="2618" actId="20577"/>
          <ac:spMkLst>
            <pc:docMk/>
            <pc:sldMk cId="3256538018" sldId="259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6:21:54.031" v="403" actId="1076"/>
          <ac:picMkLst>
            <pc:docMk/>
            <pc:sldMk cId="3256538018" sldId="259"/>
            <ac:picMk id="4" creationId="{E700435F-1E7A-3EEC-4AA8-86923D600596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5" creationId="{D3CE80CF-7820-04DC-00A6-061A45338617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6" creationId="{105319CD-EE8D-3939-D407-76A3761FCAFE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7" creationId="{763F4613-1B0F-8B43-1A32-113F3480FFDD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8" creationId="{3F65A7A7-479E-10AB-F526-C7D8854988BE}"/>
          </ac:picMkLst>
        </pc:picChg>
        <pc:picChg chg="add mod">
          <ac:chgData name="Ronnel D. Palenzuela" userId="27216d6f-a712-48da-bcb2-613e4bc945ac" providerId="ADAL" clId="{16736750-74B4-184C-AACF-97E7E4B9FAA6}" dt="2024-08-11T06:21:54.464" v="404" actId="1076"/>
          <ac:picMkLst>
            <pc:docMk/>
            <pc:sldMk cId="3256538018" sldId="259"/>
            <ac:picMk id="9" creationId="{5039F99A-C68C-0B5B-1A0E-5505DF7E762C}"/>
          </ac:picMkLst>
        </pc:picChg>
      </pc:sldChg>
      <pc:sldChg chg="del modNotesTx">
        <pc:chgData name="Ronnel D. Palenzuela" userId="27216d6f-a712-48da-bcb2-613e4bc945ac" providerId="ADAL" clId="{16736750-74B4-184C-AACF-97E7E4B9FAA6}" dt="2024-08-11T06:22:16.116" v="405" actId="2696"/>
        <pc:sldMkLst>
          <pc:docMk/>
          <pc:sldMk cId="606913761" sldId="260"/>
        </pc:sldMkLst>
      </pc:sldChg>
      <pc:sldChg chg="del">
        <pc:chgData name="Ronnel D. Palenzuela" userId="27216d6f-a712-48da-bcb2-613e4bc945ac" providerId="ADAL" clId="{16736750-74B4-184C-AACF-97E7E4B9FAA6}" dt="2024-08-11T06:22:16.124" v="406" actId="2696"/>
        <pc:sldMkLst>
          <pc:docMk/>
          <pc:sldMk cId="285302475" sldId="261"/>
        </pc:sldMkLst>
      </pc:sldChg>
      <pc:sldChg chg="del modNotesTx">
        <pc:chgData name="Ronnel D. Palenzuela" userId="27216d6f-a712-48da-bcb2-613e4bc945ac" providerId="ADAL" clId="{16736750-74B4-184C-AACF-97E7E4B9FAA6}" dt="2024-08-11T09:23:38.794" v="1383" actId="2696"/>
        <pc:sldMkLst>
          <pc:docMk/>
          <pc:sldMk cId="1633078811" sldId="262"/>
        </pc:sldMkLst>
      </pc:sldChg>
      <pc:sldChg chg="addSp delSp modSp mod ord setBg modNotesTx">
        <pc:chgData name="Ronnel D. Palenzuela" userId="27216d6f-a712-48da-bcb2-613e4bc945ac" providerId="ADAL" clId="{16736750-74B4-184C-AACF-97E7E4B9FAA6}" dt="2024-08-11T07:26:40.554" v="869" actId="20577"/>
        <pc:sldMkLst>
          <pc:docMk/>
          <pc:sldMk cId="3611571112" sldId="263"/>
        </pc:sldMkLst>
        <pc:spChg chg="mod">
          <ac:chgData name="Ronnel D. Palenzuela" userId="27216d6f-a712-48da-bcb2-613e4bc945ac" providerId="ADAL" clId="{16736750-74B4-184C-AACF-97E7E4B9FAA6}" dt="2024-08-11T07:26:40.554" v="869" actId="20577"/>
          <ac:spMkLst>
            <pc:docMk/>
            <pc:sldMk cId="3611571112" sldId="263"/>
            <ac:spMk id="2" creationId="{4B9DC0FD-E73C-26A6-891F-61B461076958}"/>
          </ac:spMkLst>
        </pc:spChg>
        <pc:spChg chg="del mod">
          <ac:chgData name="Ronnel D. Palenzuela" userId="27216d6f-a712-48da-bcb2-613e4bc945ac" providerId="ADAL" clId="{16736750-74B4-184C-AACF-97E7E4B9FAA6}" dt="2024-08-11T05:58:13.516" v="174" actId="478"/>
          <ac:spMkLst>
            <pc:docMk/>
            <pc:sldMk cId="3611571112" sldId="263"/>
            <ac:spMk id="3" creationId="{55CA8846-F5F9-9E2F-7E86-4EDFA1AEFED2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9" creationId="{0DBF1ABE-8590-450D-BB49-BDDCCF3EEA9E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11" creationId="{18D32C3D-8F76-4E99-BE56-0836CC38CC84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13" creationId="{70766076-46F5-42D5-A773-2B3BEF2B8B74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15" creationId="{CB7B90D9-1EC2-4A12-B24A-342C1BCA2FA1}"/>
          </ac:spMkLst>
        </pc:spChg>
        <pc:picChg chg="add del mod">
          <ac:chgData name="Ronnel D. Palenzuela" userId="27216d6f-a712-48da-bcb2-613e4bc945ac" providerId="ADAL" clId="{16736750-74B4-184C-AACF-97E7E4B9FAA6}" dt="2024-08-11T06:09:13.684" v="283" actId="478"/>
          <ac:picMkLst>
            <pc:docMk/>
            <pc:sldMk cId="3611571112" sldId="263"/>
            <ac:picMk id="4" creationId="{C459ACEE-C018-E6AA-F0E7-E4078174E3AF}"/>
          </ac:picMkLst>
        </pc:picChg>
      </pc:sldChg>
      <pc:sldChg chg="modSp mod">
        <pc:chgData name="Ronnel D. Palenzuela" userId="27216d6f-a712-48da-bcb2-613e4bc945ac" providerId="ADAL" clId="{16736750-74B4-184C-AACF-97E7E4B9FAA6}" dt="2024-08-11T05:45:49.289" v="62" actId="207"/>
        <pc:sldMkLst>
          <pc:docMk/>
          <pc:sldMk cId="261940385" sldId="264"/>
        </pc:sldMkLst>
        <pc:spChg chg="mod">
          <ac:chgData name="Ronnel D. Palenzuela" userId="27216d6f-a712-48da-bcb2-613e4bc945ac" providerId="ADAL" clId="{16736750-74B4-184C-AACF-97E7E4B9FAA6}" dt="2024-08-11T05:45:49.289" v="62" actId="207"/>
          <ac:spMkLst>
            <pc:docMk/>
            <pc:sldMk cId="261940385" sldId="264"/>
            <ac:spMk id="3" creationId="{A8B75234-3FB1-B597-DF46-CD5827D3C5AF}"/>
          </ac:spMkLst>
        </pc:spChg>
      </pc:sldChg>
      <pc:sldChg chg="addSp delSp modSp add mod modNotesTx">
        <pc:chgData name="Ronnel D. Palenzuela" userId="27216d6f-a712-48da-bcb2-613e4bc945ac" providerId="ADAL" clId="{16736750-74B4-184C-AACF-97E7E4B9FAA6}" dt="2024-08-11T06:53:23.498" v="651" actId="20577"/>
        <pc:sldMkLst>
          <pc:docMk/>
          <pc:sldMk cId="538568147" sldId="265"/>
        </pc:sldMkLst>
        <pc:spChg chg="mod">
          <ac:chgData name="Ronnel D. Palenzuela" userId="27216d6f-a712-48da-bcb2-613e4bc945ac" providerId="ADAL" clId="{16736750-74B4-184C-AACF-97E7E4B9FAA6}" dt="2024-08-11T06:24:33.995" v="426" actId="20577"/>
          <ac:spMkLst>
            <pc:docMk/>
            <pc:sldMk cId="538568147" sldId="26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6:53:05.724" v="648" actId="207"/>
          <ac:spMkLst>
            <pc:docMk/>
            <pc:sldMk cId="538568147" sldId="265"/>
            <ac:spMk id="3" creationId="{F9E9654B-D8E5-22CA-371A-57FADD13842B}"/>
          </ac:spMkLst>
        </pc:spChg>
        <pc:spChg chg="add del mod">
          <ac:chgData name="Ronnel D. Palenzuela" userId="27216d6f-a712-48da-bcb2-613e4bc945ac" providerId="ADAL" clId="{16736750-74B4-184C-AACF-97E7E4B9FAA6}" dt="2024-08-11T06:53:08.656" v="650" actId="478"/>
          <ac:spMkLst>
            <pc:docMk/>
            <pc:sldMk cId="538568147" sldId="265"/>
            <ac:spMk id="11" creationId="{2E179526-39F5-A7F9-BE56-7FA6A5CD0F1A}"/>
          </ac:spMkLst>
        </pc:spChg>
        <pc:picChg chg="del">
          <ac:chgData name="Ronnel D. Palenzuela" userId="27216d6f-a712-48da-bcb2-613e4bc945ac" providerId="ADAL" clId="{16736750-74B4-184C-AACF-97E7E4B9FAA6}" dt="2024-08-11T06:28:11.603" v="470" actId="478"/>
          <ac:picMkLst>
            <pc:docMk/>
            <pc:sldMk cId="538568147" sldId="265"/>
            <ac:picMk id="4" creationId="{E700435F-1E7A-3EEC-4AA8-86923D600596}"/>
          </ac:picMkLst>
        </pc:picChg>
        <pc:picChg chg="add del mod">
          <ac:chgData name="Ronnel D. Palenzuela" userId="27216d6f-a712-48da-bcb2-613e4bc945ac" providerId="ADAL" clId="{16736750-74B4-184C-AACF-97E7E4B9FAA6}" dt="2024-08-11T06:29:57.039" v="479" actId="478"/>
          <ac:picMkLst>
            <pc:docMk/>
            <pc:sldMk cId="538568147" sldId="265"/>
            <ac:picMk id="5" creationId="{6120C7BE-6D16-542F-8D12-5F374110B259}"/>
          </ac:picMkLst>
        </pc:picChg>
        <pc:picChg chg="add mod">
          <ac:chgData name="Ronnel D. Palenzuela" userId="27216d6f-a712-48da-bcb2-613e4bc945ac" providerId="ADAL" clId="{16736750-74B4-184C-AACF-97E7E4B9FAA6}" dt="2024-08-11T06:37:15.786" v="541" actId="1076"/>
          <ac:picMkLst>
            <pc:docMk/>
            <pc:sldMk cId="538568147" sldId="265"/>
            <ac:picMk id="6" creationId="{E6F66661-8045-D9A5-7A22-9C32CFDC9130}"/>
          </ac:picMkLst>
        </pc:picChg>
        <pc:picChg chg="add mod">
          <ac:chgData name="Ronnel D. Palenzuela" userId="27216d6f-a712-48da-bcb2-613e4bc945ac" providerId="ADAL" clId="{16736750-74B4-184C-AACF-97E7E4B9FAA6}" dt="2024-08-11T06:38:05.418" v="564" actId="1076"/>
          <ac:picMkLst>
            <pc:docMk/>
            <pc:sldMk cId="538568147" sldId="265"/>
            <ac:picMk id="7" creationId="{034B6557-36A5-121F-76C7-3EA4B37D7CFA}"/>
          </ac:picMkLst>
        </pc:picChg>
        <pc:picChg chg="add mod">
          <ac:chgData name="Ronnel D. Palenzuela" userId="27216d6f-a712-48da-bcb2-613e4bc945ac" providerId="ADAL" clId="{16736750-74B4-184C-AACF-97E7E4B9FAA6}" dt="2024-08-11T06:38:07.200" v="565" actId="1076"/>
          <ac:picMkLst>
            <pc:docMk/>
            <pc:sldMk cId="538568147" sldId="265"/>
            <ac:picMk id="8" creationId="{1FB21C6D-D0A1-8AEB-319B-0296807954C0}"/>
          </ac:picMkLst>
        </pc:picChg>
        <pc:picChg chg="del">
          <ac:chgData name="Ronnel D. Palenzuela" userId="27216d6f-a712-48da-bcb2-613e4bc945ac" providerId="ADAL" clId="{16736750-74B4-184C-AACF-97E7E4B9FAA6}" dt="2024-08-11T06:28:10.344" v="469" actId="478"/>
          <ac:picMkLst>
            <pc:docMk/>
            <pc:sldMk cId="538568147" sldId="265"/>
            <ac:picMk id="9" creationId="{5039F99A-C68C-0B5B-1A0E-5505DF7E762C}"/>
          </ac:picMkLst>
        </pc:picChg>
        <pc:picChg chg="add mod">
          <ac:chgData name="Ronnel D. Palenzuela" userId="27216d6f-a712-48da-bcb2-613e4bc945ac" providerId="ADAL" clId="{16736750-74B4-184C-AACF-97E7E4B9FAA6}" dt="2024-08-11T06:38:14.300" v="567" actId="1076"/>
          <ac:picMkLst>
            <pc:docMk/>
            <pc:sldMk cId="538568147" sldId="265"/>
            <ac:picMk id="10" creationId="{DA4EB7EF-513D-C40D-5DC5-6B39809CDC00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7:02:04.499" v="710" actId="207"/>
        <pc:sldMkLst>
          <pc:docMk/>
          <pc:sldMk cId="3029220167" sldId="266"/>
        </pc:sldMkLst>
        <pc:spChg chg="mod">
          <ac:chgData name="Ronnel D. Palenzuela" userId="27216d6f-a712-48da-bcb2-613e4bc945ac" providerId="ADAL" clId="{16736750-74B4-184C-AACF-97E7E4B9FAA6}" dt="2024-08-11T06:42:43.526" v="580"/>
          <ac:spMkLst>
            <pc:docMk/>
            <pc:sldMk cId="3029220167" sldId="26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7:02:04.499" v="710" actId="207"/>
          <ac:spMkLst>
            <pc:docMk/>
            <pc:sldMk cId="3029220167" sldId="266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6:50:04.050" v="627" actId="1076"/>
          <ac:picMkLst>
            <pc:docMk/>
            <pc:sldMk cId="3029220167" sldId="266"/>
            <ac:picMk id="4" creationId="{976997AD-2D0B-ADA0-F7E4-E6B598F2CBB8}"/>
          </ac:picMkLst>
        </pc:picChg>
        <pc:picChg chg="add mod">
          <ac:chgData name="Ronnel D. Palenzuela" userId="27216d6f-a712-48da-bcb2-613e4bc945ac" providerId="ADAL" clId="{16736750-74B4-184C-AACF-97E7E4B9FAA6}" dt="2024-08-11T06:50:05.208" v="628" actId="1076"/>
          <ac:picMkLst>
            <pc:docMk/>
            <pc:sldMk cId="3029220167" sldId="266"/>
            <ac:picMk id="5" creationId="{543B0815-1AAB-9A0C-012F-1501ED91F33D}"/>
          </ac:picMkLst>
        </pc:picChg>
        <pc:picChg chg="del">
          <ac:chgData name="Ronnel D. Palenzuela" userId="27216d6f-a712-48da-bcb2-613e4bc945ac" providerId="ADAL" clId="{16736750-74B4-184C-AACF-97E7E4B9FAA6}" dt="2024-08-11T06:42:45.638" v="581" actId="478"/>
          <ac:picMkLst>
            <pc:docMk/>
            <pc:sldMk cId="3029220167" sldId="266"/>
            <ac:picMk id="6" creationId="{E6F66661-8045-D9A5-7A22-9C32CFDC9130}"/>
          </ac:picMkLst>
        </pc:picChg>
        <pc:picChg chg="del">
          <ac:chgData name="Ronnel D. Palenzuela" userId="27216d6f-a712-48da-bcb2-613e4bc945ac" providerId="ADAL" clId="{16736750-74B4-184C-AACF-97E7E4B9FAA6}" dt="2024-08-11T06:42:46.348" v="583" actId="478"/>
          <ac:picMkLst>
            <pc:docMk/>
            <pc:sldMk cId="3029220167" sldId="266"/>
            <ac:picMk id="7" creationId="{034B6557-36A5-121F-76C7-3EA4B37D7CFA}"/>
          </ac:picMkLst>
        </pc:picChg>
        <pc:picChg chg="del">
          <ac:chgData name="Ronnel D. Palenzuela" userId="27216d6f-a712-48da-bcb2-613e4bc945ac" providerId="ADAL" clId="{16736750-74B4-184C-AACF-97E7E4B9FAA6}" dt="2024-08-11T06:42:46.099" v="582" actId="478"/>
          <ac:picMkLst>
            <pc:docMk/>
            <pc:sldMk cId="3029220167" sldId="266"/>
            <ac:picMk id="8" creationId="{1FB21C6D-D0A1-8AEB-319B-0296807954C0}"/>
          </ac:picMkLst>
        </pc:picChg>
        <pc:picChg chg="del">
          <ac:chgData name="Ronnel D. Palenzuela" userId="27216d6f-a712-48da-bcb2-613e4bc945ac" providerId="ADAL" clId="{16736750-74B4-184C-AACF-97E7E4B9FAA6}" dt="2024-08-11T06:42:47.223" v="584" actId="478"/>
          <ac:picMkLst>
            <pc:docMk/>
            <pc:sldMk cId="3029220167" sldId="266"/>
            <ac:picMk id="10" creationId="{DA4EB7EF-513D-C40D-5DC5-6B39809CDC00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6:58:25.859" v="689" actId="1076"/>
        <pc:sldMkLst>
          <pc:docMk/>
          <pc:sldMk cId="3285671655" sldId="267"/>
        </pc:sldMkLst>
        <pc:spChg chg="mod">
          <ac:chgData name="Ronnel D. Palenzuela" userId="27216d6f-a712-48da-bcb2-613e4bc945ac" providerId="ADAL" clId="{16736750-74B4-184C-AACF-97E7E4B9FAA6}" dt="2024-08-11T06:51:36.841" v="633"/>
          <ac:spMkLst>
            <pc:docMk/>
            <pc:sldMk cId="3285671655" sldId="26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6:55:05.721" v="666" actId="207"/>
          <ac:spMkLst>
            <pc:docMk/>
            <pc:sldMk cId="3285671655" sldId="267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06:56:21.472" v="668" actId="22"/>
          <ac:spMkLst>
            <pc:docMk/>
            <pc:sldMk cId="3285671655" sldId="267"/>
            <ac:spMk id="7" creationId="{596F8A18-C394-6B31-5658-595AADFFEFA2}"/>
          </ac:spMkLst>
        </pc:spChg>
        <pc:picChg chg="del">
          <ac:chgData name="Ronnel D. Palenzuela" userId="27216d6f-a712-48da-bcb2-613e4bc945ac" providerId="ADAL" clId="{16736750-74B4-184C-AACF-97E7E4B9FAA6}" dt="2024-08-11T06:51:38.803" v="634" actId="478"/>
          <ac:picMkLst>
            <pc:docMk/>
            <pc:sldMk cId="3285671655" sldId="267"/>
            <ac:picMk id="4" creationId="{976997AD-2D0B-ADA0-F7E4-E6B598F2CBB8}"/>
          </ac:picMkLst>
        </pc:picChg>
        <pc:picChg chg="del">
          <ac:chgData name="Ronnel D. Palenzuela" userId="27216d6f-a712-48da-bcb2-613e4bc945ac" providerId="ADAL" clId="{16736750-74B4-184C-AACF-97E7E4B9FAA6}" dt="2024-08-11T06:51:39.955" v="635" actId="478"/>
          <ac:picMkLst>
            <pc:docMk/>
            <pc:sldMk cId="3285671655" sldId="267"/>
            <ac:picMk id="5" creationId="{543B0815-1AAB-9A0C-012F-1501ED91F33D}"/>
          </ac:picMkLst>
        </pc:picChg>
        <pc:picChg chg="add mod">
          <ac:chgData name="Ronnel D. Palenzuela" userId="27216d6f-a712-48da-bcb2-613e4bc945ac" providerId="ADAL" clId="{16736750-74B4-184C-AACF-97E7E4B9FAA6}" dt="2024-08-11T06:57:04.182" v="677" actId="1076"/>
          <ac:picMkLst>
            <pc:docMk/>
            <pc:sldMk cId="3285671655" sldId="267"/>
            <ac:picMk id="8" creationId="{35691684-4C7D-7C51-9845-5864FCF62DB6}"/>
          </ac:picMkLst>
        </pc:picChg>
        <pc:picChg chg="add mod">
          <ac:chgData name="Ronnel D. Palenzuela" userId="27216d6f-a712-48da-bcb2-613e4bc945ac" providerId="ADAL" clId="{16736750-74B4-184C-AACF-97E7E4B9FAA6}" dt="2024-08-11T06:58:22.395" v="688" actId="1076"/>
          <ac:picMkLst>
            <pc:docMk/>
            <pc:sldMk cId="3285671655" sldId="267"/>
            <ac:picMk id="9" creationId="{F54E6630-57D0-5DF2-6976-D72FAC436DA6}"/>
          </ac:picMkLst>
        </pc:picChg>
        <pc:picChg chg="add mod">
          <ac:chgData name="Ronnel D. Palenzuela" userId="27216d6f-a712-48da-bcb2-613e4bc945ac" providerId="ADAL" clId="{16736750-74B4-184C-AACF-97E7E4B9FAA6}" dt="2024-08-11T06:58:25.859" v="689" actId="1076"/>
          <ac:picMkLst>
            <pc:docMk/>
            <pc:sldMk cId="3285671655" sldId="267"/>
            <ac:picMk id="10" creationId="{13055B59-E94F-ADE5-68C0-75FBEF4CB412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7:12:26.720" v="817" actId="20577"/>
        <pc:sldMkLst>
          <pc:docMk/>
          <pc:sldMk cId="1637530094" sldId="268"/>
        </pc:sldMkLst>
        <pc:spChg chg="mod">
          <ac:chgData name="Ronnel D. Palenzuela" userId="27216d6f-a712-48da-bcb2-613e4bc945ac" providerId="ADAL" clId="{16736750-74B4-184C-AACF-97E7E4B9FAA6}" dt="2024-08-11T07:00:32.200" v="691"/>
          <ac:spMkLst>
            <pc:docMk/>
            <pc:sldMk cId="1637530094" sldId="26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7:06:36.137" v="780" actId="207"/>
          <ac:spMkLst>
            <pc:docMk/>
            <pc:sldMk cId="1637530094" sldId="268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7:11:16.031" v="804" actId="1076"/>
          <ac:picMkLst>
            <pc:docMk/>
            <pc:sldMk cId="1637530094" sldId="268"/>
            <ac:picMk id="4" creationId="{8DAC9A4B-5053-02D1-90FB-C7079F1A4364}"/>
          </ac:picMkLst>
        </pc:picChg>
        <pc:picChg chg="add mod">
          <ac:chgData name="Ronnel D. Palenzuela" userId="27216d6f-a712-48da-bcb2-613e4bc945ac" providerId="ADAL" clId="{16736750-74B4-184C-AACF-97E7E4B9FAA6}" dt="2024-08-11T07:11:22.625" v="808" actId="1076"/>
          <ac:picMkLst>
            <pc:docMk/>
            <pc:sldMk cId="1637530094" sldId="268"/>
            <ac:picMk id="5" creationId="{BBAB1D32-E234-CA12-BE46-CDECE16B2766}"/>
          </ac:picMkLst>
        </pc:picChg>
        <pc:picChg chg="add mod">
          <ac:chgData name="Ronnel D. Palenzuela" userId="27216d6f-a712-48da-bcb2-613e4bc945ac" providerId="ADAL" clId="{16736750-74B4-184C-AACF-97E7E4B9FAA6}" dt="2024-08-11T07:11:16.947" v="805" actId="1076"/>
          <ac:picMkLst>
            <pc:docMk/>
            <pc:sldMk cId="1637530094" sldId="268"/>
            <ac:picMk id="6" creationId="{A1B4DA84-5E5D-50EE-1E64-F68500316F28}"/>
          </ac:picMkLst>
        </pc:picChg>
        <pc:picChg chg="del">
          <ac:chgData name="Ronnel D. Palenzuela" userId="27216d6f-a712-48da-bcb2-613e4bc945ac" providerId="ADAL" clId="{16736750-74B4-184C-AACF-97E7E4B9FAA6}" dt="2024-08-11T07:00:35.202" v="692" actId="478"/>
          <ac:picMkLst>
            <pc:docMk/>
            <pc:sldMk cId="1637530094" sldId="268"/>
            <ac:picMk id="8" creationId="{35691684-4C7D-7C51-9845-5864FCF62DB6}"/>
          </ac:picMkLst>
        </pc:picChg>
        <pc:picChg chg="del">
          <ac:chgData name="Ronnel D. Palenzuela" userId="27216d6f-a712-48da-bcb2-613e4bc945ac" providerId="ADAL" clId="{16736750-74B4-184C-AACF-97E7E4B9FAA6}" dt="2024-08-11T07:00:35.776" v="694" actId="478"/>
          <ac:picMkLst>
            <pc:docMk/>
            <pc:sldMk cId="1637530094" sldId="268"/>
            <ac:picMk id="9" creationId="{F54E6630-57D0-5DF2-6976-D72FAC436DA6}"/>
          </ac:picMkLst>
        </pc:picChg>
        <pc:picChg chg="del">
          <ac:chgData name="Ronnel D. Palenzuela" userId="27216d6f-a712-48da-bcb2-613e4bc945ac" providerId="ADAL" clId="{16736750-74B4-184C-AACF-97E7E4B9FAA6}" dt="2024-08-11T07:00:35.569" v="693" actId="478"/>
          <ac:picMkLst>
            <pc:docMk/>
            <pc:sldMk cId="1637530094" sldId="268"/>
            <ac:picMk id="10" creationId="{13055B59-E94F-ADE5-68C0-75FBEF4CB412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7:44:59.535" v="983" actId="1076"/>
        <pc:sldMkLst>
          <pc:docMk/>
          <pc:sldMk cId="4018365145" sldId="269"/>
        </pc:sldMkLst>
        <pc:spChg chg="mod">
          <ac:chgData name="Ronnel D. Palenzuela" userId="27216d6f-a712-48da-bcb2-613e4bc945ac" providerId="ADAL" clId="{16736750-74B4-184C-AACF-97E7E4B9FAA6}" dt="2024-08-11T07:16:05.119" v="827"/>
          <ac:spMkLst>
            <pc:docMk/>
            <pc:sldMk cId="4018365145" sldId="26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7:35:30.083" v="915" actId="20577"/>
          <ac:spMkLst>
            <pc:docMk/>
            <pc:sldMk cId="4018365145" sldId="269"/>
            <ac:spMk id="3" creationId="{F9E9654B-D8E5-22CA-371A-57FADD13842B}"/>
          </ac:spMkLst>
        </pc:spChg>
        <pc:spChg chg="add del mod">
          <ac:chgData name="Ronnel D. Palenzuela" userId="27216d6f-a712-48da-bcb2-613e4bc945ac" providerId="ADAL" clId="{16736750-74B4-184C-AACF-97E7E4B9FAA6}" dt="2024-08-11T07:32:02.501" v="903" actId="478"/>
          <ac:spMkLst>
            <pc:docMk/>
            <pc:sldMk cId="4018365145" sldId="269"/>
            <ac:spMk id="10" creationId="{2210EC6B-E565-AE8A-6A22-E5A42BCDC8C6}"/>
          </ac:spMkLst>
        </pc:spChg>
        <pc:picChg chg="add del">
          <ac:chgData name="Ronnel D. Palenzuela" userId="27216d6f-a712-48da-bcb2-613e4bc945ac" providerId="ADAL" clId="{16736750-74B4-184C-AACF-97E7E4B9FAA6}" dt="2024-08-11T07:12:39.765" v="821" actId="478"/>
          <ac:picMkLst>
            <pc:docMk/>
            <pc:sldMk cId="4018365145" sldId="269"/>
            <ac:picMk id="4" creationId="{8DAC9A4B-5053-02D1-90FB-C7079F1A4364}"/>
          </ac:picMkLst>
        </pc:picChg>
        <pc:picChg chg="add del">
          <ac:chgData name="Ronnel D. Palenzuela" userId="27216d6f-a712-48da-bcb2-613e4bc945ac" providerId="ADAL" clId="{16736750-74B4-184C-AACF-97E7E4B9FAA6}" dt="2024-08-11T07:12:39.556" v="820" actId="478"/>
          <ac:picMkLst>
            <pc:docMk/>
            <pc:sldMk cId="4018365145" sldId="269"/>
            <ac:picMk id="5" creationId="{BBAB1D32-E234-CA12-BE46-CDECE16B2766}"/>
          </ac:picMkLst>
        </pc:picChg>
        <pc:picChg chg="add del">
          <ac:chgData name="Ronnel D. Palenzuela" userId="27216d6f-a712-48da-bcb2-613e4bc945ac" providerId="ADAL" clId="{16736750-74B4-184C-AACF-97E7E4B9FAA6}" dt="2024-08-11T07:12:39.082" v="819" actId="478"/>
          <ac:picMkLst>
            <pc:docMk/>
            <pc:sldMk cId="4018365145" sldId="269"/>
            <ac:picMk id="6" creationId="{A1B4DA84-5E5D-50EE-1E64-F68500316F28}"/>
          </ac:picMkLst>
        </pc:picChg>
        <pc:picChg chg="add del mod modCrop">
          <ac:chgData name="Ronnel D. Palenzuela" userId="27216d6f-a712-48da-bcb2-613e4bc945ac" providerId="ADAL" clId="{16736750-74B4-184C-AACF-97E7E4B9FAA6}" dt="2024-08-11T07:25:14.336" v="838" actId="478"/>
          <ac:picMkLst>
            <pc:docMk/>
            <pc:sldMk cId="4018365145" sldId="269"/>
            <ac:picMk id="7" creationId="{24E2E089-CDE5-B152-E63B-AF3B2C77DA83}"/>
          </ac:picMkLst>
        </pc:picChg>
        <pc:picChg chg="add mod">
          <ac:chgData name="Ronnel D. Palenzuela" userId="27216d6f-a712-48da-bcb2-613e4bc945ac" providerId="ADAL" clId="{16736750-74B4-184C-AACF-97E7E4B9FAA6}" dt="2024-08-11T07:44:45.826" v="980" actId="1076"/>
          <ac:picMkLst>
            <pc:docMk/>
            <pc:sldMk cId="4018365145" sldId="269"/>
            <ac:picMk id="8" creationId="{0B4C34F2-2634-FB62-A93A-843DDDFAA85D}"/>
          </ac:picMkLst>
        </pc:picChg>
        <pc:picChg chg="add mod">
          <ac:chgData name="Ronnel D. Palenzuela" userId="27216d6f-a712-48da-bcb2-613e4bc945ac" providerId="ADAL" clId="{16736750-74B4-184C-AACF-97E7E4B9FAA6}" dt="2024-08-11T07:44:44.353" v="979" actId="1076"/>
          <ac:picMkLst>
            <pc:docMk/>
            <pc:sldMk cId="4018365145" sldId="269"/>
            <ac:picMk id="9" creationId="{0A80EF80-4C5E-8CE0-3F3B-ECF4BE782924}"/>
          </ac:picMkLst>
        </pc:picChg>
        <pc:picChg chg="add mod">
          <ac:chgData name="Ronnel D. Palenzuela" userId="27216d6f-a712-48da-bcb2-613e4bc945ac" providerId="ADAL" clId="{16736750-74B4-184C-AACF-97E7E4B9FAA6}" dt="2024-08-11T07:44:59.535" v="983" actId="1076"/>
          <ac:picMkLst>
            <pc:docMk/>
            <pc:sldMk cId="4018365145" sldId="269"/>
            <ac:picMk id="11" creationId="{366A9246-6DE2-2DC2-8255-E647DD2BB3B9}"/>
          </ac:picMkLst>
        </pc:picChg>
        <pc:picChg chg="add mod">
          <ac:chgData name="Ronnel D. Palenzuela" userId="27216d6f-a712-48da-bcb2-613e4bc945ac" providerId="ADAL" clId="{16736750-74B4-184C-AACF-97E7E4B9FAA6}" dt="2024-08-11T07:44:56.447" v="982" actId="1076"/>
          <ac:picMkLst>
            <pc:docMk/>
            <pc:sldMk cId="4018365145" sldId="269"/>
            <ac:picMk id="12" creationId="{26BABAC0-44F4-586F-DED0-718E3F89CC72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8:05:47.119" v="1143" actId="20577"/>
        <pc:sldMkLst>
          <pc:docMk/>
          <pc:sldMk cId="1107698705" sldId="270"/>
        </pc:sldMkLst>
        <pc:spChg chg="mod">
          <ac:chgData name="Ronnel D. Palenzuela" userId="27216d6f-a712-48da-bcb2-613e4bc945ac" providerId="ADAL" clId="{16736750-74B4-184C-AACF-97E7E4B9FAA6}" dt="2024-08-11T07:46:29.276" v="985"/>
          <ac:spMkLst>
            <pc:docMk/>
            <pc:sldMk cId="1107698705" sldId="27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8:05:47.119" v="1143" actId="20577"/>
          <ac:spMkLst>
            <pc:docMk/>
            <pc:sldMk cId="1107698705" sldId="270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07:47:33" v="994" actId="22"/>
          <ac:spMkLst>
            <pc:docMk/>
            <pc:sldMk cId="1107698705" sldId="270"/>
            <ac:spMk id="5" creationId="{0260329E-59D7-30D5-FD3B-CA26C6DA4CC2}"/>
          </ac:spMkLst>
        </pc:spChg>
        <pc:picChg chg="add del mod">
          <ac:chgData name="Ronnel D. Palenzuela" userId="27216d6f-a712-48da-bcb2-613e4bc945ac" providerId="ADAL" clId="{16736750-74B4-184C-AACF-97E7E4B9FAA6}" dt="2024-08-11T08:04:21.279" v="1113" actId="478"/>
          <ac:picMkLst>
            <pc:docMk/>
            <pc:sldMk cId="1107698705" sldId="270"/>
            <ac:picMk id="6" creationId="{F6F0913D-5280-6557-E0D6-37177696C3FE}"/>
          </ac:picMkLst>
        </pc:picChg>
        <pc:picChg chg="add del mod">
          <ac:chgData name="Ronnel D. Palenzuela" userId="27216d6f-a712-48da-bcb2-613e4bc945ac" providerId="ADAL" clId="{16736750-74B4-184C-AACF-97E7E4B9FAA6}" dt="2024-08-11T08:04:30.393" v="1121" actId="478"/>
          <ac:picMkLst>
            <pc:docMk/>
            <pc:sldMk cId="1107698705" sldId="270"/>
            <ac:picMk id="7" creationId="{73AC98AD-0135-55B1-7582-41B411BF169A}"/>
          </ac:picMkLst>
        </pc:picChg>
        <pc:picChg chg="del">
          <ac:chgData name="Ronnel D. Palenzuela" userId="27216d6f-a712-48da-bcb2-613e4bc945ac" providerId="ADAL" clId="{16736750-74B4-184C-AACF-97E7E4B9FAA6}" dt="2024-08-11T07:46:30.576" v="986" actId="478"/>
          <ac:picMkLst>
            <pc:docMk/>
            <pc:sldMk cId="1107698705" sldId="270"/>
            <ac:picMk id="8" creationId="{0B4C34F2-2634-FB62-A93A-843DDDFAA85D}"/>
          </ac:picMkLst>
        </pc:picChg>
        <pc:picChg chg="del">
          <ac:chgData name="Ronnel D. Palenzuela" userId="27216d6f-a712-48da-bcb2-613e4bc945ac" providerId="ADAL" clId="{16736750-74B4-184C-AACF-97E7E4B9FAA6}" dt="2024-08-11T07:46:30.931" v="987" actId="478"/>
          <ac:picMkLst>
            <pc:docMk/>
            <pc:sldMk cId="1107698705" sldId="270"/>
            <ac:picMk id="9" creationId="{0A80EF80-4C5E-8CE0-3F3B-ECF4BE782924}"/>
          </ac:picMkLst>
        </pc:picChg>
        <pc:picChg chg="add del mod">
          <ac:chgData name="Ronnel D. Palenzuela" userId="27216d6f-a712-48da-bcb2-613e4bc945ac" providerId="ADAL" clId="{16736750-74B4-184C-AACF-97E7E4B9FAA6}" dt="2024-08-11T08:04:21.761" v="1114" actId="478"/>
          <ac:picMkLst>
            <pc:docMk/>
            <pc:sldMk cId="1107698705" sldId="270"/>
            <ac:picMk id="10" creationId="{FB900905-76C3-10D6-5718-53388A3313CC}"/>
          </ac:picMkLst>
        </pc:picChg>
        <pc:picChg chg="del">
          <ac:chgData name="Ronnel D. Palenzuela" userId="27216d6f-a712-48da-bcb2-613e4bc945ac" providerId="ADAL" clId="{16736750-74B4-184C-AACF-97E7E4B9FAA6}" dt="2024-08-11T07:46:31.747" v="989" actId="478"/>
          <ac:picMkLst>
            <pc:docMk/>
            <pc:sldMk cId="1107698705" sldId="270"/>
            <ac:picMk id="11" creationId="{366A9246-6DE2-2DC2-8255-E647DD2BB3B9}"/>
          </ac:picMkLst>
        </pc:picChg>
        <pc:picChg chg="del">
          <ac:chgData name="Ronnel D. Palenzuela" userId="27216d6f-a712-48da-bcb2-613e4bc945ac" providerId="ADAL" clId="{16736750-74B4-184C-AACF-97E7E4B9FAA6}" dt="2024-08-11T07:46:31.281" v="988" actId="478"/>
          <ac:picMkLst>
            <pc:docMk/>
            <pc:sldMk cId="1107698705" sldId="270"/>
            <ac:picMk id="12" creationId="{26BABAC0-44F4-586F-DED0-718E3F89CC72}"/>
          </ac:picMkLst>
        </pc:picChg>
        <pc:picChg chg="add del mod">
          <ac:chgData name="Ronnel D. Palenzuela" userId="27216d6f-a712-48da-bcb2-613e4bc945ac" providerId="ADAL" clId="{16736750-74B4-184C-AACF-97E7E4B9FAA6}" dt="2024-08-11T08:04:34.244" v="1123" actId="478"/>
          <ac:picMkLst>
            <pc:docMk/>
            <pc:sldMk cId="1107698705" sldId="270"/>
            <ac:picMk id="13" creationId="{40D2E8AD-13B2-4451-835B-FE5BF5DE9D4C}"/>
          </ac:picMkLst>
        </pc:picChg>
        <pc:picChg chg="add mod">
          <ac:chgData name="Ronnel D. Palenzuela" userId="27216d6f-a712-48da-bcb2-613e4bc945ac" providerId="ADAL" clId="{16736750-74B4-184C-AACF-97E7E4B9FAA6}" dt="2024-08-11T08:04:58.108" v="1137" actId="1076"/>
          <ac:picMkLst>
            <pc:docMk/>
            <pc:sldMk cId="1107698705" sldId="270"/>
            <ac:picMk id="14" creationId="{DEEFCEAC-1237-459D-26DA-27A3A5A33B86}"/>
          </ac:picMkLst>
        </pc:picChg>
        <pc:picChg chg="add mod">
          <ac:chgData name="Ronnel D. Palenzuela" userId="27216d6f-a712-48da-bcb2-613e4bc945ac" providerId="ADAL" clId="{16736750-74B4-184C-AACF-97E7E4B9FAA6}" dt="2024-08-11T08:04:59.410" v="1138" actId="1076"/>
          <ac:picMkLst>
            <pc:docMk/>
            <pc:sldMk cId="1107698705" sldId="270"/>
            <ac:picMk id="15" creationId="{A5B516AB-1652-AF5A-4C75-50F95BAF6284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8:30:17.053" v="1250" actId="20577"/>
        <pc:sldMkLst>
          <pc:docMk/>
          <pc:sldMk cId="4120804606" sldId="271"/>
        </pc:sldMkLst>
        <pc:spChg chg="mod">
          <ac:chgData name="Ronnel D. Palenzuela" userId="27216d6f-a712-48da-bcb2-613e4bc945ac" providerId="ADAL" clId="{16736750-74B4-184C-AACF-97E7E4B9FAA6}" dt="2024-08-11T08:08:21.681" v="1145"/>
          <ac:spMkLst>
            <pc:docMk/>
            <pc:sldMk cId="4120804606" sldId="27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8:30:17.053" v="1250" actId="20577"/>
          <ac:spMkLst>
            <pc:docMk/>
            <pc:sldMk cId="4120804606" sldId="271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736750-74B4-184C-AACF-97E7E4B9FAA6}" dt="2024-08-11T08:09:48.461" v="1154" actId="478"/>
          <ac:picMkLst>
            <pc:docMk/>
            <pc:sldMk cId="4120804606" sldId="271"/>
            <ac:picMk id="4" creationId="{05CF3097-3CF3-75ED-05FC-9536932B2EE9}"/>
          </ac:picMkLst>
        </pc:picChg>
        <pc:picChg chg="add del mod">
          <ac:chgData name="Ronnel D. Palenzuela" userId="27216d6f-a712-48da-bcb2-613e4bc945ac" providerId="ADAL" clId="{16736750-74B4-184C-AACF-97E7E4B9FAA6}" dt="2024-08-11T08:18:17.760" v="1203" actId="478"/>
          <ac:picMkLst>
            <pc:docMk/>
            <pc:sldMk cId="4120804606" sldId="271"/>
            <ac:picMk id="5" creationId="{665C9A19-3821-78C6-FC0A-487058CA88E4}"/>
          </ac:picMkLst>
        </pc:picChg>
        <pc:picChg chg="add del mod">
          <ac:chgData name="Ronnel D. Palenzuela" userId="27216d6f-a712-48da-bcb2-613e4bc945ac" providerId="ADAL" clId="{16736750-74B4-184C-AACF-97E7E4B9FAA6}" dt="2024-08-11T08:18:10.881" v="1199" actId="478"/>
          <ac:picMkLst>
            <pc:docMk/>
            <pc:sldMk cId="4120804606" sldId="271"/>
            <ac:picMk id="6" creationId="{571E8300-9783-5EBD-3CC8-5324DBDFD52C}"/>
          </ac:picMkLst>
        </pc:picChg>
        <pc:picChg chg="add del mod">
          <ac:chgData name="Ronnel D. Palenzuela" userId="27216d6f-a712-48da-bcb2-613e4bc945ac" providerId="ADAL" clId="{16736750-74B4-184C-AACF-97E7E4B9FAA6}" dt="2024-08-11T08:19:22.200" v="1207" actId="478"/>
          <ac:picMkLst>
            <pc:docMk/>
            <pc:sldMk cId="4120804606" sldId="271"/>
            <ac:picMk id="7" creationId="{28745F73-0D36-24F7-98C0-E083AC4F1A88}"/>
          </ac:picMkLst>
        </pc:picChg>
        <pc:picChg chg="add mod">
          <ac:chgData name="Ronnel D. Palenzuela" userId="27216d6f-a712-48da-bcb2-613e4bc945ac" providerId="ADAL" clId="{16736750-74B4-184C-AACF-97E7E4B9FAA6}" dt="2024-08-11T08:28:37.501" v="1248" actId="1076"/>
          <ac:picMkLst>
            <pc:docMk/>
            <pc:sldMk cId="4120804606" sldId="271"/>
            <ac:picMk id="8" creationId="{762CEDE9-A9D3-C688-E605-DC73BE380267}"/>
          </ac:picMkLst>
        </pc:picChg>
        <pc:picChg chg="add del mod">
          <ac:chgData name="Ronnel D. Palenzuela" userId="27216d6f-a712-48da-bcb2-613e4bc945ac" providerId="ADAL" clId="{16736750-74B4-184C-AACF-97E7E4B9FAA6}" dt="2024-08-11T08:21:51.715" v="1233" actId="478"/>
          <ac:picMkLst>
            <pc:docMk/>
            <pc:sldMk cId="4120804606" sldId="271"/>
            <ac:picMk id="9" creationId="{B6DAC2B0-EC1A-2208-6BFC-EAB9EA85DF1C}"/>
          </ac:picMkLst>
        </pc:picChg>
        <pc:picChg chg="add mod">
          <ac:chgData name="Ronnel D. Palenzuela" userId="27216d6f-a712-48da-bcb2-613e4bc945ac" providerId="ADAL" clId="{16736750-74B4-184C-AACF-97E7E4B9FAA6}" dt="2024-08-11T08:28:33.027" v="1244" actId="1076"/>
          <ac:picMkLst>
            <pc:docMk/>
            <pc:sldMk cId="4120804606" sldId="271"/>
            <ac:picMk id="11" creationId="{14161C46-4147-A2BC-6E6B-03C93F3A5393}"/>
          </ac:picMkLst>
        </pc:picChg>
        <pc:picChg chg="del">
          <ac:chgData name="Ronnel D. Palenzuela" userId="27216d6f-a712-48da-bcb2-613e4bc945ac" providerId="ADAL" clId="{16736750-74B4-184C-AACF-97E7E4B9FAA6}" dt="2024-08-11T08:08:26.254" v="1146" actId="478"/>
          <ac:picMkLst>
            <pc:docMk/>
            <pc:sldMk cId="4120804606" sldId="271"/>
            <ac:picMk id="14" creationId="{DEEFCEAC-1237-459D-26DA-27A3A5A33B86}"/>
          </ac:picMkLst>
        </pc:picChg>
        <pc:picChg chg="del">
          <ac:chgData name="Ronnel D. Palenzuela" userId="27216d6f-a712-48da-bcb2-613e4bc945ac" providerId="ADAL" clId="{16736750-74B4-184C-AACF-97E7E4B9FAA6}" dt="2024-08-11T08:08:26.809" v="1147" actId="478"/>
          <ac:picMkLst>
            <pc:docMk/>
            <pc:sldMk cId="4120804606" sldId="271"/>
            <ac:picMk id="15" creationId="{A5B516AB-1652-AF5A-4C75-50F95BAF6284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8:38:43.052" v="1339" actId="20577"/>
        <pc:sldMkLst>
          <pc:docMk/>
          <pc:sldMk cId="2005021045" sldId="272"/>
        </pc:sldMkLst>
        <pc:spChg chg="mod">
          <ac:chgData name="Ronnel D. Palenzuela" userId="27216d6f-a712-48da-bcb2-613e4bc945ac" providerId="ADAL" clId="{16736750-74B4-184C-AACF-97E7E4B9FAA6}" dt="2024-08-11T08:33:35.166" v="1280" actId="20577"/>
          <ac:spMkLst>
            <pc:docMk/>
            <pc:sldMk cId="2005021045" sldId="272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8:38:43.052" v="1339" actId="20577"/>
          <ac:spMkLst>
            <pc:docMk/>
            <pc:sldMk cId="2005021045" sldId="272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8:38:33.161" v="1335" actId="1076"/>
          <ac:picMkLst>
            <pc:docMk/>
            <pc:sldMk cId="2005021045" sldId="272"/>
            <ac:picMk id="4" creationId="{C58E0955-A6E5-3DF9-60B5-434CA13B5223}"/>
          </ac:picMkLst>
        </pc:picChg>
        <pc:picChg chg="add mod">
          <ac:chgData name="Ronnel D. Palenzuela" userId="27216d6f-a712-48da-bcb2-613e4bc945ac" providerId="ADAL" clId="{16736750-74B4-184C-AACF-97E7E4B9FAA6}" dt="2024-08-11T08:38:22.972" v="1329" actId="1076"/>
          <ac:picMkLst>
            <pc:docMk/>
            <pc:sldMk cId="2005021045" sldId="272"/>
            <ac:picMk id="5" creationId="{011B8271-BC30-5D9C-4A14-C6A2BD722232}"/>
          </ac:picMkLst>
        </pc:picChg>
        <pc:picChg chg="add mod">
          <ac:chgData name="Ronnel D. Palenzuela" userId="27216d6f-a712-48da-bcb2-613e4bc945ac" providerId="ADAL" clId="{16736750-74B4-184C-AACF-97E7E4B9FAA6}" dt="2024-08-11T08:38:30.888" v="1333" actId="1076"/>
          <ac:picMkLst>
            <pc:docMk/>
            <pc:sldMk cId="2005021045" sldId="272"/>
            <ac:picMk id="6" creationId="{7318861F-9B77-C07E-C1CE-32F286B82B60}"/>
          </ac:picMkLst>
        </pc:picChg>
        <pc:picChg chg="add mod">
          <ac:chgData name="Ronnel D. Palenzuela" userId="27216d6f-a712-48da-bcb2-613e4bc945ac" providerId="ADAL" clId="{16736750-74B4-184C-AACF-97E7E4B9FAA6}" dt="2024-08-11T08:38:32.013" v="1334" actId="1076"/>
          <ac:picMkLst>
            <pc:docMk/>
            <pc:sldMk cId="2005021045" sldId="272"/>
            <ac:picMk id="7" creationId="{C8697425-57CC-FF65-50F6-27D241D928DA}"/>
          </ac:picMkLst>
        </pc:picChg>
        <pc:picChg chg="del">
          <ac:chgData name="Ronnel D. Palenzuela" userId="27216d6f-a712-48da-bcb2-613e4bc945ac" providerId="ADAL" clId="{16736750-74B4-184C-AACF-97E7E4B9FAA6}" dt="2024-08-11T08:30:57.107" v="1253" actId="478"/>
          <ac:picMkLst>
            <pc:docMk/>
            <pc:sldMk cId="2005021045" sldId="272"/>
            <ac:picMk id="8" creationId="{762CEDE9-A9D3-C688-E605-DC73BE380267}"/>
          </ac:picMkLst>
        </pc:picChg>
        <pc:picChg chg="del">
          <ac:chgData name="Ronnel D. Palenzuela" userId="27216d6f-a712-48da-bcb2-613e4bc945ac" providerId="ADAL" clId="{16736750-74B4-184C-AACF-97E7E4B9FAA6}" dt="2024-08-11T08:30:57.503" v="1254" actId="478"/>
          <ac:picMkLst>
            <pc:docMk/>
            <pc:sldMk cId="2005021045" sldId="272"/>
            <ac:picMk id="11" creationId="{14161C46-4147-A2BC-6E6B-03C93F3A5393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9:34:36.582" v="1494" actId="207"/>
        <pc:sldMkLst>
          <pc:docMk/>
          <pc:sldMk cId="716507679" sldId="273"/>
        </pc:sldMkLst>
        <pc:spChg chg="mod">
          <ac:chgData name="Ronnel D. Palenzuela" userId="27216d6f-a712-48da-bcb2-613e4bc945ac" providerId="ADAL" clId="{16736750-74B4-184C-AACF-97E7E4B9FAA6}" dt="2024-08-11T09:27:17.626" v="1447"/>
          <ac:spMkLst>
            <pc:docMk/>
            <pc:sldMk cId="716507679" sldId="273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9:34:36.582" v="1494" actId="207"/>
          <ac:spMkLst>
            <pc:docMk/>
            <pc:sldMk cId="716507679" sldId="273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08:41:45.309" v="1346" actId="478"/>
          <ac:picMkLst>
            <pc:docMk/>
            <pc:sldMk cId="716507679" sldId="273"/>
            <ac:picMk id="4" creationId="{C58E0955-A6E5-3DF9-60B5-434CA13B5223}"/>
          </ac:picMkLst>
        </pc:picChg>
        <pc:picChg chg="del">
          <ac:chgData name="Ronnel D. Palenzuela" userId="27216d6f-a712-48da-bcb2-613e4bc945ac" providerId="ADAL" clId="{16736750-74B4-184C-AACF-97E7E4B9FAA6}" dt="2024-08-11T08:41:44.959" v="1345" actId="478"/>
          <ac:picMkLst>
            <pc:docMk/>
            <pc:sldMk cId="716507679" sldId="273"/>
            <ac:picMk id="5" creationId="{011B8271-BC30-5D9C-4A14-C6A2BD722232}"/>
          </ac:picMkLst>
        </pc:picChg>
        <pc:picChg chg="del">
          <ac:chgData name="Ronnel D. Palenzuela" userId="27216d6f-a712-48da-bcb2-613e4bc945ac" providerId="ADAL" clId="{16736750-74B4-184C-AACF-97E7E4B9FAA6}" dt="2024-08-11T08:41:44.691" v="1344" actId="478"/>
          <ac:picMkLst>
            <pc:docMk/>
            <pc:sldMk cId="716507679" sldId="273"/>
            <ac:picMk id="6" creationId="{7318861F-9B77-C07E-C1CE-32F286B82B60}"/>
          </ac:picMkLst>
        </pc:picChg>
        <pc:picChg chg="del">
          <ac:chgData name="Ronnel D. Palenzuela" userId="27216d6f-a712-48da-bcb2-613e4bc945ac" providerId="ADAL" clId="{16736750-74B4-184C-AACF-97E7E4B9FAA6}" dt="2024-08-11T08:41:44.331" v="1343" actId="478"/>
          <ac:picMkLst>
            <pc:docMk/>
            <pc:sldMk cId="716507679" sldId="273"/>
            <ac:picMk id="7" creationId="{C8697425-57CC-FF65-50F6-27D241D928DA}"/>
          </ac:picMkLst>
        </pc:picChg>
        <pc:picChg chg="add mod">
          <ac:chgData name="Ronnel D. Palenzuela" userId="27216d6f-a712-48da-bcb2-613e4bc945ac" providerId="ADAL" clId="{16736750-74B4-184C-AACF-97E7E4B9FAA6}" dt="2024-08-11T09:33:19.257" v="1478" actId="1076"/>
          <ac:picMkLst>
            <pc:docMk/>
            <pc:sldMk cId="716507679" sldId="273"/>
            <ac:picMk id="8" creationId="{6A41232A-1391-85E0-E984-111E1B99BCB9}"/>
          </ac:picMkLst>
        </pc:picChg>
        <pc:picChg chg="add mod">
          <ac:chgData name="Ronnel D. Palenzuela" userId="27216d6f-a712-48da-bcb2-613e4bc945ac" providerId="ADAL" clId="{16736750-74B4-184C-AACF-97E7E4B9FAA6}" dt="2024-08-11T09:33:17.730" v="1477" actId="1076"/>
          <ac:picMkLst>
            <pc:docMk/>
            <pc:sldMk cId="716507679" sldId="273"/>
            <ac:picMk id="9" creationId="{EC279DBC-B987-F36B-2CF3-861842904062}"/>
          </ac:picMkLst>
        </pc:picChg>
      </pc:sldChg>
      <pc:sldChg chg="modSp add del mod">
        <pc:chgData name="Ronnel D. Palenzuela" userId="27216d6f-a712-48da-bcb2-613e4bc945ac" providerId="ADAL" clId="{16736750-74B4-184C-AACF-97E7E4B9FAA6}" dt="2024-08-11T09:23:48.477" v="1385" actId="2696"/>
        <pc:sldMkLst>
          <pc:docMk/>
          <pc:sldMk cId="1830806133" sldId="274"/>
        </pc:sldMkLst>
        <pc:spChg chg="mod">
          <ac:chgData name="Ronnel D. Palenzuela" userId="27216d6f-a712-48da-bcb2-613e4bc945ac" providerId="ADAL" clId="{16736750-74B4-184C-AACF-97E7E4B9FAA6}" dt="2024-08-11T09:23:37.355" v="1382" actId="1076"/>
          <ac:spMkLst>
            <pc:docMk/>
            <pc:sldMk cId="1830806133" sldId="274"/>
            <ac:spMk id="2" creationId="{1FD87645-D8E6-23DE-A822-448BF1054783}"/>
          </ac:spMkLst>
        </pc:spChg>
      </pc:sldChg>
      <pc:sldChg chg="addSp delSp modSp new add del mod modShow">
        <pc:chgData name="Ronnel D. Palenzuela" userId="27216d6f-a712-48da-bcb2-613e4bc945ac" providerId="ADAL" clId="{16736750-74B4-184C-AACF-97E7E4B9FAA6}" dt="2024-08-12T01:08:08.349" v="2627" actId="478"/>
        <pc:sldMkLst>
          <pc:docMk/>
          <pc:sldMk cId="4070147815" sldId="275"/>
        </pc:sldMkLst>
        <pc:spChg chg="mod">
          <ac:chgData name="Ronnel D. Palenzuela" userId="27216d6f-a712-48da-bcb2-613e4bc945ac" providerId="ADAL" clId="{16736750-74B4-184C-AACF-97E7E4B9FAA6}" dt="2024-08-11T09:23:54.422" v="1398" actId="207"/>
          <ac:spMkLst>
            <pc:docMk/>
            <pc:sldMk cId="4070147815" sldId="275"/>
            <ac:spMk id="2" creationId="{72D16057-EC3B-FB8F-5DA4-3B5CAD5F2095}"/>
          </ac:spMkLst>
        </pc:spChg>
        <pc:spChg chg="del">
          <ac:chgData name="Ronnel D. Palenzuela" userId="27216d6f-a712-48da-bcb2-613e4bc945ac" providerId="ADAL" clId="{16736750-74B4-184C-AACF-97E7E4B9FAA6}" dt="2024-08-11T09:25:00.857" v="1434" actId="478"/>
          <ac:spMkLst>
            <pc:docMk/>
            <pc:sldMk cId="4070147815" sldId="275"/>
            <ac:spMk id="3" creationId="{61C2E07B-D7DC-27D2-F796-78B79090AD46}"/>
          </ac:spMkLst>
        </pc:spChg>
        <pc:spChg chg="del mod">
          <ac:chgData name="Ronnel D. Palenzuela" userId="27216d6f-a712-48da-bcb2-613e4bc945ac" providerId="ADAL" clId="{16736750-74B4-184C-AACF-97E7E4B9FAA6}" dt="2024-08-11T09:25:04.168" v="1436" actId="478"/>
          <ac:spMkLst>
            <pc:docMk/>
            <pc:sldMk cId="4070147815" sldId="275"/>
            <ac:spMk id="4" creationId="{BFAA05E5-3AFA-16A4-35BE-E3698034E94A}"/>
          </ac:spMkLst>
        </pc:spChg>
        <pc:spChg chg="del">
          <ac:chgData name="Ronnel D. Palenzuela" userId="27216d6f-a712-48da-bcb2-613e4bc945ac" providerId="ADAL" clId="{16736750-74B4-184C-AACF-97E7E4B9FAA6}" dt="2024-08-11T09:25:02.528" v="1435" actId="478"/>
          <ac:spMkLst>
            <pc:docMk/>
            <pc:sldMk cId="4070147815" sldId="275"/>
            <ac:spMk id="5" creationId="{9090BE7E-E541-40F4-CAB7-4ED9ED41B3E7}"/>
          </ac:spMkLst>
        </pc:spChg>
        <pc:spChg chg="del">
          <ac:chgData name="Ronnel D. Palenzuela" userId="27216d6f-a712-48da-bcb2-613e4bc945ac" providerId="ADAL" clId="{16736750-74B4-184C-AACF-97E7E4B9FAA6}" dt="2024-08-11T09:25:06.438" v="1437" actId="478"/>
          <ac:spMkLst>
            <pc:docMk/>
            <pc:sldMk cId="4070147815" sldId="275"/>
            <ac:spMk id="6" creationId="{AAD5694D-5962-5E7B-910A-644A4450844C}"/>
          </ac:spMkLst>
        </pc:spChg>
        <pc:picChg chg="add mod">
          <ac:chgData name="Ronnel D. Palenzuela" userId="27216d6f-a712-48da-bcb2-613e4bc945ac" providerId="ADAL" clId="{16736750-74B4-184C-AACF-97E7E4B9FAA6}" dt="2024-08-11T09:25:08.382" v="1439" actId="1076"/>
          <ac:picMkLst>
            <pc:docMk/>
            <pc:sldMk cId="4070147815" sldId="275"/>
            <ac:picMk id="7" creationId="{99864649-FA50-6FFA-B187-2476F03C0B8A}"/>
          </ac:picMkLst>
        </pc:picChg>
        <pc:picChg chg="add mod">
          <ac:chgData name="Ronnel D. Palenzuela" userId="27216d6f-a712-48da-bcb2-613e4bc945ac" providerId="ADAL" clId="{16736750-74B4-184C-AACF-97E7E4B9FAA6}" dt="2024-08-11T09:25:23.798" v="1441" actId="1076"/>
          <ac:picMkLst>
            <pc:docMk/>
            <pc:sldMk cId="4070147815" sldId="275"/>
            <ac:picMk id="8" creationId="{D3D96A7B-3E18-8096-4822-82F2190AA200}"/>
          </ac:picMkLst>
        </pc:picChg>
        <pc:picChg chg="add mod">
          <ac:chgData name="Ronnel D. Palenzuela" userId="27216d6f-a712-48da-bcb2-613e4bc945ac" providerId="ADAL" clId="{16736750-74B4-184C-AACF-97E7E4B9FAA6}" dt="2024-08-11T09:26:15.599" v="1444" actId="1076"/>
          <ac:picMkLst>
            <pc:docMk/>
            <pc:sldMk cId="4070147815" sldId="275"/>
            <ac:picMk id="9" creationId="{DC8ADF69-4686-1FA6-97CE-7E914C4105AC}"/>
          </ac:picMkLst>
        </pc:picChg>
        <pc:picChg chg="add del mod">
          <ac:chgData name="Ronnel D. Palenzuela" userId="27216d6f-a712-48da-bcb2-613e4bc945ac" providerId="ADAL" clId="{16736750-74B4-184C-AACF-97E7E4B9FAA6}" dt="2024-08-12T01:08:08.349" v="2627" actId="478"/>
          <ac:picMkLst>
            <pc:docMk/>
            <pc:sldMk cId="4070147815" sldId="275"/>
            <ac:picMk id="10" creationId="{D6F205F6-07AF-131A-C9BC-55B5083256ED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9:37:58.074" v="1526" actId="20577"/>
        <pc:sldMkLst>
          <pc:docMk/>
          <pc:sldMk cId="3621742425" sldId="276"/>
        </pc:sldMkLst>
        <pc:spChg chg="mod">
          <ac:chgData name="Ronnel D. Palenzuela" userId="27216d6f-a712-48da-bcb2-613e4bc945ac" providerId="ADAL" clId="{16736750-74B4-184C-AACF-97E7E4B9FAA6}" dt="2024-08-11T09:36:08.788" v="1507"/>
          <ac:spMkLst>
            <pc:docMk/>
            <pc:sldMk cId="3621742425" sldId="27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9:37:58.074" v="1526" actId="20577"/>
          <ac:spMkLst>
            <pc:docMk/>
            <pc:sldMk cId="3621742425" sldId="276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9:36:18.848" v="1513" actId="1076"/>
          <ac:picMkLst>
            <pc:docMk/>
            <pc:sldMk cId="3621742425" sldId="276"/>
            <ac:picMk id="4" creationId="{7D236930-8DEA-71E6-6EFE-32878ED88FCB}"/>
          </ac:picMkLst>
        </pc:picChg>
        <pc:picChg chg="add mod">
          <ac:chgData name="Ronnel D. Palenzuela" userId="27216d6f-a712-48da-bcb2-613e4bc945ac" providerId="ADAL" clId="{16736750-74B4-184C-AACF-97E7E4B9FAA6}" dt="2024-08-11T09:36:21.005" v="1514" actId="1076"/>
          <ac:picMkLst>
            <pc:docMk/>
            <pc:sldMk cId="3621742425" sldId="276"/>
            <ac:picMk id="5" creationId="{48A92B06-E8F1-465B-BA38-C701071C2CB0}"/>
          </ac:picMkLst>
        </pc:picChg>
        <pc:picChg chg="del">
          <ac:chgData name="Ronnel D. Palenzuela" userId="27216d6f-a712-48da-bcb2-613e4bc945ac" providerId="ADAL" clId="{16736750-74B4-184C-AACF-97E7E4B9FAA6}" dt="2024-08-11T09:35:36.078" v="1496" actId="478"/>
          <ac:picMkLst>
            <pc:docMk/>
            <pc:sldMk cId="3621742425" sldId="276"/>
            <ac:picMk id="8" creationId="{6A41232A-1391-85E0-E984-111E1B99BCB9}"/>
          </ac:picMkLst>
        </pc:picChg>
        <pc:picChg chg="del">
          <ac:chgData name="Ronnel D. Palenzuela" userId="27216d6f-a712-48da-bcb2-613e4bc945ac" providerId="ADAL" clId="{16736750-74B4-184C-AACF-97E7E4B9FAA6}" dt="2024-08-11T09:35:36.389" v="1497" actId="478"/>
          <ac:picMkLst>
            <pc:docMk/>
            <pc:sldMk cId="3621742425" sldId="276"/>
            <ac:picMk id="9" creationId="{EC279DBC-B987-F36B-2CF3-861842904062}"/>
          </ac:picMkLst>
        </pc:picChg>
      </pc:sldChg>
      <pc:sldChg chg="addSp delSp modSp add del mod modNotesTx">
        <pc:chgData name="Ronnel D. Palenzuela" userId="27216d6f-a712-48da-bcb2-613e4bc945ac" providerId="ADAL" clId="{16736750-74B4-184C-AACF-97E7E4B9FAA6}" dt="2024-08-11T10:21:41.293" v="1630"/>
        <pc:sldMkLst>
          <pc:docMk/>
          <pc:sldMk cId="908275361" sldId="277"/>
        </pc:sldMkLst>
        <pc:spChg chg="mod">
          <ac:chgData name="Ronnel D. Palenzuela" userId="27216d6f-a712-48da-bcb2-613e4bc945ac" providerId="ADAL" clId="{16736750-74B4-184C-AACF-97E7E4B9FAA6}" dt="2024-08-11T10:17:35.535" v="1565" actId="20577"/>
          <ac:spMkLst>
            <pc:docMk/>
            <pc:sldMk cId="908275361" sldId="27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0:19:03.303" v="1605" actId="207"/>
          <ac:spMkLst>
            <pc:docMk/>
            <pc:sldMk cId="908275361" sldId="277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0:12:20.490" v="1529" actId="478"/>
          <ac:picMkLst>
            <pc:docMk/>
            <pc:sldMk cId="908275361" sldId="277"/>
            <ac:picMk id="4" creationId="{7D236930-8DEA-71E6-6EFE-32878ED88FCB}"/>
          </ac:picMkLst>
        </pc:picChg>
        <pc:picChg chg="del">
          <ac:chgData name="Ronnel D. Palenzuela" userId="27216d6f-a712-48da-bcb2-613e4bc945ac" providerId="ADAL" clId="{16736750-74B4-184C-AACF-97E7E4B9FAA6}" dt="2024-08-11T10:12:20.868" v="1530" actId="478"/>
          <ac:picMkLst>
            <pc:docMk/>
            <pc:sldMk cId="908275361" sldId="277"/>
            <ac:picMk id="5" creationId="{48A92B06-E8F1-465B-BA38-C701071C2CB0}"/>
          </ac:picMkLst>
        </pc:picChg>
        <pc:picChg chg="add del mod">
          <ac:chgData name="Ronnel D. Palenzuela" userId="27216d6f-a712-48da-bcb2-613e4bc945ac" providerId="ADAL" clId="{16736750-74B4-184C-AACF-97E7E4B9FAA6}" dt="2024-08-11T10:17:55.266" v="1566" actId="478"/>
          <ac:picMkLst>
            <pc:docMk/>
            <pc:sldMk cId="908275361" sldId="277"/>
            <ac:picMk id="6" creationId="{95424F7C-61E3-7971-3ED3-0E45DFC06ACC}"/>
          </ac:picMkLst>
        </pc:picChg>
        <pc:picChg chg="add mod">
          <ac:chgData name="Ronnel D. Palenzuela" userId="27216d6f-a712-48da-bcb2-613e4bc945ac" providerId="ADAL" clId="{16736750-74B4-184C-AACF-97E7E4B9FAA6}" dt="2024-08-11T10:18:17.368" v="1576" actId="1076"/>
          <ac:picMkLst>
            <pc:docMk/>
            <pc:sldMk cId="908275361" sldId="277"/>
            <ac:picMk id="7" creationId="{9516A05D-894B-7EC0-51E9-33F7A244CA5D}"/>
          </ac:picMkLst>
        </pc:picChg>
        <pc:picChg chg="add mod">
          <ac:chgData name="Ronnel D. Palenzuela" userId="27216d6f-a712-48da-bcb2-613e4bc945ac" providerId="ADAL" clId="{16736750-74B4-184C-AACF-97E7E4B9FAA6}" dt="2024-08-11T10:18:22.970" v="1580" actId="14100"/>
          <ac:picMkLst>
            <pc:docMk/>
            <pc:sldMk cId="908275361" sldId="277"/>
            <ac:picMk id="8" creationId="{597AEF6E-CBAA-343D-A111-EC13F3B7896F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0:29:24.402" v="1741" actId="1076"/>
        <pc:sldMkLst>
          <pc:docMk/>
          <pc:sldMk cId="928633288" sldId="278"/>
        </pc:sldMkLst>
        <pc:spChg chg="mod">
          <ac:chgData name="Ronnel D. Palenzuela" userId="27216d6f-a712-48da-bcb2-613e4bc945ac" providerId="ADAL" clId="{16736750-74B4-184C-AACF-97E7E4B9FAA6}" dt="2024-08-11T10:22:14.060" v="1661" actId="20577"/>
          <ac:spMkLst>
            <pc:docMk/>
            <pc:sldMk cId="928633288" sldId="27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0:28:32.158" v="1730" actId="207"/>
          <ac:spMkLst>
            <pc:docMk/>
            <pc:sldMk cId="928633288" sldId="278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0:29:23.562" v="1740" actId="1076"/>
          <ac:picMkLst>
            <pc:docMk/>
            <pc:sldMk cId="928633288" sldId="278"/>
            <ac:picMk id="4" creationId="{52F48CE9-2A4C-9BB0-0621-C561F6B91A33}"/>
          </ac:picMkLst>
        </pc:picChg>
        <pc:picChg chg="add mod">
          <ac:chgData name="Ronnel D. Palenzuela" userId="27216d6f-a712-48da-bcb2-613e4bc945ac" providerId="ADAL" clId="{16736750-74B4-184C-AACF-97E7E4B9FAA6}" dt="2024-08-11T10:29:24.402" v="1741" actId="1076"/>
          <ac:picMkLst>
            <pc:docMk/>
            <pc:sldMk cId="928633288" sldId="278"/>
            <ac:picMk id="5" creationId="{59B35BCD-7340-3A02-2CB8-2FBE0A617B62}"/>
          </ac:picMkLst>
        </pc:picChg>
        <pc:picChg chg="del">
          <ac:chgData name="Ronnel D. Palenzuela" userId="27216d6f-a712-48da-bcb2-613e4bc945ac" providerId="ADAL" clId="{16736750-74B4-184C-AACF-97E7E4B9FAA6}" dt="2024-08-11T10:22:22.851" v="1662" actId="478"/>
          <ac:picMkLst>
            <pc:docMk/>
            <pc:sldMk cId="928633288" sldId="278"/>
            <ac:picMk id="7" creationId="{9516A05D-894B-7EC0-51E9-33F7A244CA5D}"/>
          </ac:picMkLst>
        </pc:picChg>
        <pc:picChg chg="del">
          <ac:chgData name="Ronnel D. Palenzuela" userId="27216d6f-a712-48da-bcb2-613e4bc945ac" providerId="ADAL" clId="{16736750-74B4-184C-AACF-97E7E4B9FAA6}" dt="2024-08-11T10:22:24.031" v="1663" actId="478"/>
          <ac:picMkLst>
            <pc:docMk/>
            <pc:sldMk cId="928633288" sldId="278"/>
            <ac:picMk id="8" creationId="{597AEF6E-CBAA-343D-A111-EC13F3B7896F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0:50:20.515" v="1826" actId="1076"/>
        <pc:sldMkLst>
          <pc:docMk/>
          <pc:sldMk cId="2220697961" sldId="279"/>
        </pc:sldMkLst>
        <pc:spChg chg="mod">
          <ac:chgData name="Ronnel D. Palenzuela" userId="27216d6f-a712-48da-bcb2-613e4bc945ac" providerId="ADAL" clId="{16736750-74B4-184C-AACF-97E7E4B9FAA6}" dt="2024-08-11T10:33:50.865" v="1743"/>
          <ac:spMkLst>
            <pc:docMk/>
            <pc:sldMk cId="2220697961" sldId="27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0:36:20.786" v="1790"/>
          <ac:spMkLst>
            <pc:docMk/>
            <pc:sldMk cId="2220697961" sldId="279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0:33:52.820" v="1744" actId="478"/>
          <ac:picMkLst>
            <pc:docMk/>
            <pc:sldMk cId="2220697961" sldId="279"/>
            <ac:picMk id="4" creationId="{52F48CE9-2A4C-9BB0-0621-C561F6B91A33}"/>
          </ac:picMkLst>
        </pc:picChg>
        <pc:picChg chg="del">
          <ac:chgData name="Ronnel D. Palenzuela" userId="27216d6f-a712-48da-bcb2-613e4bc945ac" providerId="ADAL" clId="{16736750-74B4-184C-AACF-97E7E4B9FAA6}" dt="2024-08-11T10:33:53.161" v="1745" actId="478"/>
          <ac:picMkLst>
            <pc:docMk/>
            <pc:sldMk cId="2220697961" sldId="279"/>
            <ac:picMk id="5" creationId="{59B35BCD-7340-3A02-2CB8-2FBE0A617B62}"/>
          </ac:picMkLst>
        </pc:picChg>
        <pc:picChg chg="add del mod">
          <ac:chgData name="Ronnel D. Palenzuela" userId="27216d6f-a712-48da-bcb2-613e4bc945ac" providerId="ADAL" clId="{16736750-74B4-184C-AACF-97E7E4B9FAA6}" dt="2024-08-11T10:35:17.454" v="1755" actId="478"/>
          <ac:picMkLst>
            <pc:docMk/>
            <pc:sldMk cId="2220697961" sldId="279"/>
            <ac:picMk id="6" creationId="{444F1BE0-3550-1DD3-6280-D3193130D524}"/>
          </ac:picMkLst>
        </pc:picChg>
        <pc:picChg chg="add mod">
          <ac:chgData name="Ronnel D. Palenzuela" userId="27216d6f-a712-48da-bcb2-613e4bc945ac" providerId="ADAL" clId="{16736750-74B4-184C-AACF-97E7E4B9FAA6}" dt="2024-08-11T10:50:20.515" v="1826" actId="1076"/>
          <ac:picMkLst>
            <pc:docMk/>
            <pc:sldMk cId="2220697961" sldId="279"/>
            <ac:picMk id="7" creationId="{BFD45AA0-5DC9-0774-19EF-195C6A1F5405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02:07.030" v="1881"/>
        <pc:sldMkLst>
          <pc:docMk/>
          <pc:sldMk cId="2456681114" sldId="280"/>
        </pc:sldMkLst>
        <pc:spChg chg="mod">
          <ac:chgData name="Ronnel D. Palenzuela" userId="27216d6f-a712-48da-bcb2-613e4bc945ac" providerId="ADAL" clId="{16736750-74B4-184C-AACF-97E7E4B9FAA6}" dt="2024-08-11T10:50:13.888" v="1824" actId="20577"/>
          <ac:spMkLst>
            <pc:docMk/>
            <pc:sldMk cId="2456681114" sldId="28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01:42.294" v="1880" actId="27636"/>
          <ac:spMkLst>
            <pc:docMk/>
            <pc:sldMk cId="2456681114" sldId="280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0:52:05.480" v="1866" actId="1076"/>
          <ac:picMkLst>
            <pc:docMk/>
            <pc:sldMk cId="2456681114" sldId="280"/>
            <ac:picMk id="4" creationId="{73833336-6A94-55AD-10D0-0089D9921599}"/>
          </ac:picMkLst>
        </pc:picChg>
        <pc:picChg chg="add mod">
          <ac:chgData name="Ronnel D. Palenzuela" userId="27216d6f-a712-48da-bcb2-613e4bc945ac" providerId="ADAL" clId="{16736750-74B4-184C-AACF-97E7E4B9FAA6}" dt="2024-08-11T10:52:07.011" v="1867" actId="1076"/>
          <ac:picMkLst>
            <pc:docMk/>
            <pc:sldMk cId="2456681114" sldId="280"/>
            <ac:picMk id="5" creationId="{A413D30E-4FEC-659F-7A93-6D8C19127C82}"/>
          </ac:picMkLst>
        </pc:picChg>
        <pc:picChg chg="del">
          <ac:chgData name="Ronnel D. Palenzuela" userId="27216d6f-a712-48da-bcb2-613e4bc945ac" providerId="ADAL" clId="{16736750-74B4-184C-AACF-97E7E4B9FAA6}" dt="2024-08-11T10:50:15.693" v="1825" actId="478"/>
          <ac:picMkLst>
            <pc:docMk/>
            <pc:sldMk cId="2456681114" sldId="280"/>
            <ac:picMk id="7" creationId="{BFD45AA0-5DC9-0774-19EF-195C6A1F5405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25:32.352" v="2048" actId="1076"/>
        <pc:sldMkLst>
          <pc:docMk/>
          <pc:sldMk cId="1557213172" sldId="281"/>
        </pc:sldMkLst>
        <pc:spChg chg="mod">
          <ac:chgData name="Ronnel D. Palenzuela" userId="27216d6f-a712-48da-bcb2-613e4bc945ac" providerId="ADAL" clId="{16736750-74B4-184C-AACF-97E7E4B9FAA6}" dt="2024-08-11T11:15:51.541" v="1975" actId="20577"/>
          <ac:spMkLst>
            <pc:docMk/>
            <pc:sldMk cId="1557213172" sldId="28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16:45.122" v="2003" actId="207"/>
          <ac:spMkLst>
            <pc:docMk/>
            <pc:sldMk cId="1557213172" sldId="281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0:58:22.444" v="1871" actId="478"/>
          <ac:picMkLst>
            <pc:docMk/>
            <pc:sldMk cId="1557213172" sldId="281"/>
            <ac:picMk id="4" creationId="{73833336-6A94-55AD-10D0-0089D9921599}"/>
          </ac:picMkLst>
        </pc:picChg>
        <pc:picChg chg="del">
          <ac:chgData name="Ronnel D. Palenzuela" userId="27216d6f-a712-48da-bcb2-613e4bc945ac" providerId="ADAL" clId="{16736750-74B4-184C-AACF-97E7E4B9FAA6}" dt="2024-08-11T10:58:21.160" v="1870" actId="478"/>
          <ac:picMkLst>
            <pc:docMk/>
            <pc:sldMk cId="1557213172" sldId="281"/>
            <ac:picMk id="5" creationId="{A413D30E-4FEC-659F-7A93-6D8C19127C82}"/>
          </ac:picMkLst>
        </pc:picChg>
        <pc:picChg chg="add del mod">
          <ac:chgData name="Ronnel D. Palenzuela" userId="27216d6f-a712-48da-bcb2-613e4bc945ac" providerId="ADAL" clId="{16736750-74B4-184C-AACF-97E7E4B9FAA6}" dt="2024-08-11T11:23:21.071" v="2009" actId="478"/>
          <ac:picMkLst>
            <pc:docMk/>
            <pc:sldMk cId="1557213172" sldId="281"/>
            <ac:picMk id="6" creationId="{852FA35F-6B76-3ACC-4F39-F65EF2740076}"/>
          </ac:picMkLst>
        </pc:picChg>
        <pc:picChg chg="add mod">
          <ac:chgData name="Ronnel D. Palenzuela" userId="27216d6f-a712-48da-bcb2-613e4bc945ac" providerId="ADAL" clId="{16736750-74B4-184C-AACF-97E7E4B9FAA6}" dt="2024-08-11T11:25:32.352" v="2048" actId="1076"/>
          <ac:picMkLst>
            <pc:docMk/>
            <pc:sldMk cId="1557213172" sldId="281"/>
            <ac:picMk id="7" creationId="{C0442B70-B5E1-0D06-9A6B-2C529318C43C}"/>
          </ac:picMkLst>
        </pc:picChg>
        <pc:picChg chg="add mod">
          <ac:chgData name="Ronnel D. Palenzuela" userId="27216d6f-a712-48da-bcb2-613e4bc945ac" providerId="ADAL" clId="{16736750-74B4-184C-AACF-97E7E4B9FAA6}" dt="2024-08-11T11:25:25.205" v="2043" actId="1076"/>
          <ac:picMkLst>
            <pc:docMk/>
            <pc:sldMk cId="1557213172" sldId="281"/>
            <ac:picMk id="8" creationId="{2E2C6D27-AF3A-A4C2-F435-87D1586FAACA}"/>
          </ac:picMkLst>
        </pc:picChg>
        <pc:picChg chg="add mod">
          <ac:chgData name="Ronnel D. Palenzuela" userId="27216d6f-a712-48da-bcb2-613e4bc945ac" providerId="ADAL" clId="{16736750-74B4-184C-AACF-97E7E4B9FAA6}" dt="2024-08-11T11:25:26.120" v="2044" actId="1076"/>
          <ac:picMkLst>
            <pc:docMk/>
            <pc:sldMk cId="1557213172" sldId="281"/>
            <ac:picMk id="9" creationId="{18FD6C3D-98D6-CC9C-69FF-706FEBC56D5E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38:34.643" v="2166" actId="1076"/>
        <pc:sldMkLst>
          <pc:docMk/>
          <pc:sldMk cId="296683317" sldId="282"/>
        </pc:sldMkLst>
        <pc:spChg chg="mod">
          <ac:chgData name="Ronnel D. Palenzuela" userId="27216d6f-a712-48da-bcb2-613e4bc945ac" providerId="ADAL" clId="{16736750-74B4-184C-AACF-97E7E4B9FAA6}" dt="2024-08-11T11:36:00.243" v="2116"/>
          <ac:spMkLst>
            <pc:docMk/>
            <pc:sldMk cId="296683317" sldId="282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36:43.156" v="2154" actId="33524"/>
          <ac:spMkLst>
            <pc:docMk/>
            <pc:sldMk cId="296683317" sldId="282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11:37:17.460" v="2156" actId="22"/>
          <ac:spMkLst>
            <pc:docMk/>
            <pc:sldMk cId="296683317" sldId="282"/>
            <ac:spMk id="5" creationId="{01186E94-225A-646B-6BE7-DE3170C2B523}"/>
          </ac:spMkLst>
        </pc:spChg>
        <pc:picChg chg="add mod">
          <ac:chgData name="Ronnel D. Palenzuela" userId="27216d6f-a712-48da-bcb2-613e4bc945ac" providerId="ADAL" clId="{16736750-74B4-184C-AACF-97E7E4B9FAA6}" dt="2024-08-11T11:38:34.643" v="2166" actId="1076"/>
          <ac:picMkLst>
            <pc:docMk/>
            <pc:sldMk cId="296683317" sldId="282"/>
            <ac:picMk id="6" creationId="{C94A0A88-9294-A7B5-558E-0329F8DF2C01}"/>
          </ac:picMkLst>
        </pc:picChg>
        <pc:picChg chg="del">
          <ac:chgData name="Ronnel D. Palenzuela" userId="27216d6f-a712-48da-bcb2-613e4bc945ac" providerId="ADAL" clId="{16736750-74B4-184C-AACF-97E7E4B9FAA6}" dt="2024-08-11T11:35:26.093" v="2099" actId="478"/>
          <ac:picMkLst>
            <pc:docMk/>
            <pc:sldMk cId="296683317" sldId="282"/>
            <ac:picMk id="7" creationId="{C0442B70-B5E1-0D06-9A6B-2C529318C43C}"/>
          </ac:picMkLst>
        </pc:picChg>
        <pc:picChg chg="del">
          <ac:chgData name="Ronnel D. Palenzuela" userId="27216d6f-a712-48da-bcb2-613e4bc945ac" providerId="ADAL" clId="{16736750-74B4-184C-AACF-97E7E4B9FAA6}" dt="2024-08-11T11:35:26.422" v="2100" actId="478"/>
          <ac:picMkLst>
            <pc:docMk/>
            <pc:sldMk cId="296683317" sldId="282"/>
            <ac:picMk id="8" creationId="{2E2C6D27-AF3A-A4C2-F435-87D1586FAACA}"/>
          </ac:picMkLst>
        </pc:picChg>
        <pc:picChg chg="del">
          <ac:chgData name="Ronnel D. Palenzuela" userId="27216d6f-a712-48da-bcb2-613e4bc945ac" providerId="ADAL" clId="{16736750-74B4-184C-AACF-97E7E4B9FAA6}" dt="2024-08-11T11:35:26.655" v="2101" actId="478"/>
          <ac:picMkLst>
            <pc:docMk/>
            <pc:sldMk cId="296683317" sldId="282"/>
            <ac:picMk id="9" creationId="{18FD6C3D-98D6-CC9C-69FF-706FEBC56D5E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44:29.650" v="2204" actId="20577"/>
        <pc:sldMkLst>
          <pc:docMk/>
          <pc:sldMk cId="993575964" sldId="283"/>
        </pc:sldMkLst>
        <pc:spChg chg="mod">
          <ac:chgData name="Ronnel D. Palenzuela" userId="27216d6f-a712-48da-bcb2-613e4bc945ac" providerId="ADAL" clId="{16736750-74B4-184C-AACF-97E7E4B9FAA6}" dt="2024-08-11T11:39:12.084" v="2168"/>
          <ac:spMkLst>
            <pc:docMk/>
            <pc:sldMk cId="993575964" sldId="283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40:34.052" v="2197" actId="207"/>
          <ac:spMkLst>
            <pc:docMk/>
            <pc:sldMk cId="993575964" sldId="283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1:43:38.835" v="2202" actId="1076"/>
          <ac:picMkLst>
            <pc:docMk/>
            <pc:sldMk cId="993575964" sldId="283"/>
            <ac:picMk id="4" creationId="{B7960360-83A2-6270-EECE-30A36048B200}"/>
          </ac:picMkLst>
        </pc:picChg>
        <pc:picChg chg="del">
          <ac:chgData name="Ronnel D. Palenzuela" userId="27216d6f-a712-48da-bcb2-613e4bc945ac" providerId="ADAL" clId="{16736750-74B4-184C-AACF-97E7E4B9FAA6}" dt="2024-08-11T11:39:13.621" v="2169" actId="478"/>
          <ac:picMkLst>
            <pc:docMk/>
            <pc:sldMk cId="993575964" sldId="283"/>
            <ac:picMk id="6" creationId="{C94A0A88-9294-A7B5-558E-0329F8DF2C01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50:32.912" v="2231" actId="1076"/>
        <pc:sldMkLst>
          <pc:docMk/>
          <pc:sldMk cId="1253337562" sldId="284"/>
        </pc:sldMkLst>
        <pc:spChg chg="mod">
          <ac:chgData name="Ronnel D. Palenzuela" userId="27216d6f-a712-48da-bcb2-613e4bc945ac" providerId="ADAL" clId="{16736750-74B4-184C-AACF-97E7E4B9FAA6}" dt="2024-08-11T11:45:06.797" v="2206"/>
          <ac:spMkLst>
            <pc:docMk/>
            <pc:sldMk cId="1253337562" sldId="284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48:12.471" v="2222"/>
          <ac:spMkLst>
            <pc:docMk/>
            <pc:sldMk cId="1253337562" sldId="284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1:48:48.651" v="2224" actId="478"/>
          <ac:picMkLst>
            <pc:docMk/>
            <pc:sldMk cId="1253337562" sldId="284"/>
            <ac:picMk id="4" creationId="{B7960360-83A2-6270-EECE-30A36048B200}"/>
          </ac:picMkLst>
        </pc:picChg>
        <pc:picChg chg="add mod">
          <ac:chgData name="Ronnel D. Palenzuela" userId="27216d6f-a712-48da-bcb2-613e4bc945ac" providerId="ADAL" clId="{16736750-74B4-184C-AACF-97E7E4B9FAA6}" dt="2024-08-11T11:50:17.104" v="2227" actId="1076"/>
          <ac:picMkLst>
            <pc:docMk/>
            <pc:sldMk cId="1253337562" sldId="284"/>
            <ac:picMk id="5" creationId="{9D0F0297-4AB5-4797-A885-928619C7A572}"/>
          </ac:picMkLst>
        </pc:picChg>
        <pc:picChg chg="add mod">
          <ac:chgData name="Ronnel D. Palenzuela" userId="27216d6f-a712-48da-bcb2-613e4bc945ac" providerId="ADAL" clId="{16736750-74B4-184C-AACF-97E7E4B9FAA6}" dt="2024-08-11T11:50:32.912" v="2231" actId="1076"/>
          <ac:picMkLst>
            <pc:docMk/>
            <pc:sldMk cId="1253337562" sldId="284"/>
            <ac:picMk id="6" creationId="{F1C8719A-AF10-CA25-32B8-5B12B63B6F48}"/>
          </ac:picMkLst>
        </pc:picChg>
      </pc:sldChg>
      <pc:sldChg chg="addSp delSp modSp add mod">
        <pc:chgData name="Ronnel D. Palenzuela" userId="27216d6f-a712-48da-bcb2-613e4bc945ac" providerId="ADAL" clId="{16736750-74B4-184C-AACF-97E7E4B9FAA6}" dt="2024-08-11T12:26:02.933" v="2546" actId="20577"/>
        <pc:sldMkLst>
          <pc:docMk/>
          <pc:sldMk cId="2980579114" sldId="285"/>
        </pc:sldMkLst>
        <pc:spChg chg="mod">
          <ac:chgData name="Ronnel D. Palenzuela" userId="27216d6f-a712-48da-bcb2-613e4bc945ac" providerId="ADAL" clId="{16736750-74B4-184C-AACF-97E7E4B9FAA6}" dt="2024-08-11T12:25:58.060" v="2543" actId="20577"/>
          <ac:spMkLst>
            <pc:docMk/>
            <pc:sldMk cId="2980579114" sldId="28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2:26:02.933" v="2546" actId="20577"/>
          <ac:spMkLst>
            <pc:docMk/>
            <pc:sldMk cId="2980579114" sldId="285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2:11:35.139" v="2251" actId="1076"/>
          <ac:picMkLst>
            <pc:docMk/>
            <pc:sldMk cId="2980579114" sldId="285"/>
            <ac:picMk id="4" creationId="{74248AEE-FABF-0F2A-B1B2-1777799F48BD}"/>
          </ac:picMkLst>
        </pc:picChg>
        <pc:picChg chg="del">
          <ac:chgData name="Ronnel D. Palenzuela" userId="27216d6f-a712-48da-bcb2-613e4bc945ac" providerId="ADAL" clId="{16736750-74B4-184C-AACF-97E7E4B9FAA6}" dt="2024-08-11T12:09:33.931" v="2234" actId="478"/>
          <ac:picMkLst>
            <pc:docMk/>
            <pc:sldMk cId="2980579114" sldId="285"/>
            <ac:picMk id="5" creationId="{9D0F0297-4AB5-4797-A885-928619C7A572}"/>
          </ac:picMkLst>
        </pc:picChg>
        <pc:picChg chg="del">
          <ac:chgData name="Ronnel D. Palenzuela" userId="27216d6f-a712-48da-bcb2-613e4bc945ac" providerId="ADAL" clId="{16736750-74B4-184C-AACF-97E7E4B9FAA6}" dt="2024-08-11T12:09:35.158" v="2235" actId="478"/>
          <ac:picMkLst>
            <pc:docMk/>
            <pc:sldMk cId="2980579114" sldId="285"/>
            <ac:picMk id="6" creationId="{F1C8719A-AF10-CA25-32B8-5B12B63B6F48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2:25:18.008" v="2520" actId="1076"/>
        <pc:sldMkLst>
          <pc:docMk/>
          <pc:sldMk cId="1581186720" sldId="286"/>
        </pc:sldMkLst>
        <pc:spChg chg="mod">
          <ac:chgData name="Ronnel D. Palenzuela" userId="27216d6f-a712-48da-bcb2-613e4bc945ac" providerId="ADAL" clId="{16736750-74B4-184C-AACF-97E7E4B9FAA6}" dt="2024-08-11T12:25:16.630" v="2519" actId="1076"/>
          <ac:spMkLst>
            <pc:docMk/>
            <pc:sldMk cId="1581186720" sldId="286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736750-74B4-184C-AACF-97E7E4B9FAA6}" dt="2024-08-11T12:25:18.008" v="2520" actId="1076"/>
          <ac:spMkLst>
            <pc:docMk/>
            <pc:sldMk cId="1581186720" sldId="286"/>
            <ac:spMk id="5" creationId="{63E79591-2F27-370E-329D-A0B622A8CFA5}"/>
          </ac:spMkLst>
        </pc:spChg>
        <pc:spChg chg="add mod">
          <ac:chgData name="Ronnel D. Palenzuela" userId="27216d6f-a712-48da-bcb2-613e4bc945ac" providerId="ADAL" clId="{16736750-74B4-184C-AACF-97E7E4B9FAA6}" dt="2024-08-11T12:22:19.024" v="2454"/>
          <ac:spMkLst>
            <pc:docMk/>
            <pc:sldMk cId="1581186720" sldId="286"/>
            <ac:spMk id="6" creationId="{8E044E04-0B5A-32C0-8EEE-D905F6C6381E}"/>
          </ac:spMkLst>
        </pc:spChg>
        <pc:spChg chg="add mod">
          <ac:chgData name="Ronnel D. Palenzuela" userId="27216d6f-a712-48da-bcb2-613e4bc945ac" providerId="ADAL" clId="{16736750-74B4-184C-AACF-97E7E4B9FAA6}" dt="2024-08-11T12:22:33.783" v="2457" actId="767"/>
          <ac:spMkLst>
            <pc:docMk/>
            <pc:sldMk cId="1581186720" sldId="286"/>
            <ac:spMk id="7" creationId="{75AD83E7-4E98-C144-0CA8-1D34A9078DFC}"/>
          </ac:spMkLst>
        </pc:spChg>
        <pc:spChg chg="add del">
          <ac:chgData name="Ronnel D. Palenzuela" userId="27216d6f-a712-48da-bcb2-613e4bc945ac" providerId="ADAL" clId="{16736750-74B4-184C-AACF-97E7E4B9FAA6}" dt="2024-08-11T12:24:47.787" v="2511" actId="22"/>
          <ac:spMkLst>
            <pc:docMk/>
            <pc:sldMk cId="1581186720" sldId="286"/>
            <ac:spMk id="9" creationId="{5AFEA3DF-0E3B-7218-22F8-B412FEC8C03F}"/>
          </ac:spMkLst>
        </pc:spChg>
        <pc:picChg chg="del">
          <ac:chgData name="Ronnel D. Palenzuela" userId="27216d6f-a712-48da-bcb2-613e4bc945ac" providerId="ADAL" clId="{16736750-74B4-184C-AACF-97E7E4B9FAA6}" dt="2024-08-11T12:15:21.761" v="2282" actId="478"/>
          <ac:picMkLst>
            <pc:docMk/>
            <pc:sldMk cId="1581186720" sldId="286"/>
            <ac:picMk id="4" creationId="{74248AEE-FABF-0F2A-B1B2-1777799F48BD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2:32:58.139" v="2586"/>
        <pc:sldMkLst>
          <pc:docMk/>
          <pc:sldMk cId="4278137860" sldId="287"/>
        </pc:sldMkLst>
        <pc:spChg chg="mod">
          <ac:chgData name="Ronnel D. Palenzuela" userId="27216d6f-a712-48da-bcb2-613e4bc945ac" providerId="ADAL" clId="{16736750-74B4-184C-AACF-97E7E4B9FAA6}" dt="2024-08-11T12:26:17.544" v="2548"/>
          <ac:spMkLst>
            <pc:docMk/>
            <pc:sldMk cId="4278137860" sldId="28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2:27:02.548" v="2568"/>
          <ac:spMkLst>
            <pc:docMk/>
            <pc:sldMk cId="4278137860" sldId="287"/>
            <ac:spMk id="3" creationId="{F9E9654B-D8E5-22CA-371A-57FADD13842B}"/>
          </ac:spMkLst>
        </pc:spChg>
        <pc:spChg chg="del">
          <ac:chgData name="Ronnel D. Palenzuela" userId="27216d6f-a712-48da-bcb2-613e4bc945ac" providerId="ADAL" clId="{16736750-74B4-184C-AACF-97E7E4B9FAA6}" dt="2024-08-11T12:26:19.941" v="2549" actId="478"/>
          <ac:spMkLst>
            <pc:docMk/>
            <pc:sldMk cId="4278137860" sldId="287"/>
            <ac:spMk id="5" creationId="{63E79591-2F27-370E-329D-A0B622A8CFA5}"/>
          </ac:spMkLst>
        </pc:spChg>
        <pc:picChg chg="add mod">
          <ac:chgData name="Ronnel D. Palenzuela" userId="27216d6f-a712-48da-bcb2-613e4bc945ac" providerId="ADAL" clId="{16736750-74B4-184C-AACF-97E7E4B9FAA6}" dt="2024-08-11T12:30:03.374" v="2578" actId="1076"/>
          <ac:picMkLst>
            <pc:docMk/>
            <pc:sldMk cId="4278137860" sldId="287"/>
            <ac:picMk id="4" creationId="{C94F73C7-EE3C-5039-6716-AA5F092B56AC}"/>
          </ac:picMkLst>
        </pc:picChg>
        <pc:picChg chg="add mod">
          <ac:chgData name="Ronnel D. Palenzuela" userId="27216d6f-a712-48da-bcb2-613e4bc945ac" providerId="ADAL" clId="{16736750-74B4-184C-AACF-97E7E4B9FAA6}" dt="2024-08-11T12:30:04.674" v="2579" actId="1076"/>
          <ac:picMkLst>
            <pc:docMk/>
            <pc:sldMk cId="4278137860" sldId="287"/>
            <ac:picMk id="6" creationId="{7982849D-C7FF-134E-B589-F96BF9176D03}"/>
          </ac:picMkLst>
        </pc:picChg>
      </pc:sldChg>
      <pc:sldChg chg="delSp modSp add mod">
        <pc:chgData name="Ronnel D. Palenzuela" userId="27216d6f-a712-48da-bcb2-613e4bc945ac" providerId="ADAL" clId="{16736750-74B4-184C-AACF-97E7E4B9FAA6}" dt="2024-08-12T02:16:02.449" v="3153" actId="20577"/>
        <pc:sldMkLst>
          <pc:docMk/>
          <pc:sldMk cId="3972629357" sldId="288"/>
        </pc:sldMkLst>
        <pc:spChg chg="mod">
          <ac:chgData name="Ronnel D. Palenzuela" userId="27216d6f-a712-48da-bcb2-613e4bc945ac" providerId="ADAL" clId="{16736750-74B4-184C-AACF-97E7E4B9FAA6}" dt="2024-08-12T02:16:02.449" v="3153" actId="20577"/>
          <ac:spMkLst>
            <pc:docMk/>
            <pc:sldMk cId="3972629357" sldId="28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2T02:11:51.983" v="3029" actId="207"/>
          <ac:spMkLst>
            <pc:docMk/>
            <pc:sldMk cId="3972629357" sldId="288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2T01:08:18.288" v="2654" actId="478"/>
          <ac:picMkLst>
            <pc:docMk/>
            <pc:sldMk cId="3972629357" sldId="288"/>
            <ac:picMk id="4" creationId="{C94F73C7-EE3C-5039-6716-AA5F092B56AC}"/>
          </ac:picMkLst>
        </pc:picChg>
        <pc:picChg chg="del">
          <ac:chgData name="Ronnel D. Palenzuela" userId="27216d6f-a712-48da-bcb2-613e4bc945ac" providerId="ADAL" clId="{16736750-74B4-184C-AACF-97E7E4B9FAA6}" dt="2024-08-12T01:08:18.480" v="2655" actId="478"/>
          <ac:picMkLst>
            <pc:docMk/>
            <pc:sldMk cId="3972629357" sldId="288"/>
            <ac:picMk id="6" creationId="{7982849D-C7FF-134E-B589-F96BF9176D03}"/>
          </ac:picMkLst>
        </pc:picChg>
      </pc:sldChg>
      <pc:sldChg chg="modSp add mod">
        <pc:chgData name="Ronnel D. Palenzuela" userId="27216d6f-a712-48da-bcb2-613e4bc945ac" providerId="ADAL" clId="{16736750-74B4-184C-AACF-97E7E4B9FAA6}" dt="2024-08-12T02:22:03.220" v="3182" actId="11"/>
        <pc:sldMkLst>
          <pc:docMk/>
          <pc:sldMk cId="2990164252" sldId="289"/>
        </pc:sldMkLst>
        <pc:spChg chg="mod">
          <ac:chgData name="Ronnel D. Palenzuela" userId="27216d6f-a712-48da-bcb2-613e4bc945ac" providerId="ADAL" clId="{16736750-74B4-184C-AACF-97E7E4B9FAA6}" dt="2024-08-12T02:16:06.498" v="3154" actId="20577"/>
          <ac:spMkLst>
            <pc:docMk/>
            <pc:sldMk cId="2990164252" sldId="28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2T02:22:03.220" v="3182" actId="11"/>
          <ac:spMkLst>
            <pc:docMk/>
            <pc:sldMk cId="2990164252" sldId="289"/>
            <ac:spMk id="3" creationId="{F9E9654B-D8E5-22CA-371A-57FADD13842B}"/>
          </ac:spMkLst>
        </pc:spChg>
      </pc:sldChg>
      <pc:sldChg chg="modSp add mod">
        <pc:chgData name="Ronnel D. Palenzuela" userId="27216d6f-a712-48da-bcb2-613e4bc945ac" providerId="ADAL" clId="{16736750-74B4-184C-AACF-97E7E4B9FAA6}" dt="2024-08-13T03:37:12.131" v="3508" actId="207"/>
        <pc:sldMkLst>
          <pc:docMk/>
          <pc:sldMk cId="1111498698" sldId="290"/>
        </pc:sldMkLst>
        <pc:spChg chg="mod">
          <ac:chgData name="Ronnel D. Palenzuela" userId="27216d6f-a712-48da-bcb2-613e4bc945ac" providerId="ADAL" clId="{16736750-74B4-184C-AACF-97E7E4B9FAA6}" dt="2024-08-13T03:27:17.210" v="3359" actId="20577"/>
          <ac:spMkLst>
            <pc:docMk/>
            <pc:sldMk cId="1111498698" sldId="29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3T03:37:12.131" v="3508" actId="207"/>
          <ac:spMkLst>
            <pc:docMk/>
            <pc:sldMk cId="1111498698" sldId="290"/>
            <ac:spMk id="3" creationId="{F9E9654B-D8E5-22CA-371A-57FADD13842B}"/>
          </ac:spMkLst>
        </pc:spChg>
      </pc:sldChg>
      <pc:sldChg chg="modSp add del mod">
        <pc:chgData name="Ronnel D. Palenzuela" userId="27216d6f-a712-48da-bcb2-613e4bc945ac" providerId="ADAL" clId="{16736750-74B4-184C-AACF-97E7E4B9FAA6}" dt="2024-08-12T02:54:12.156" v="3325" actId="2696"/>
        <pc:sldMkLst>
          <pc:docMk/>
          <pc:sldMk cId="1927110459" sldId="290"/>
        </pc:sldMkLst>
        <pc:spChg chg="mod">
          <ac:chgData name="Ronnel D. Palenzuela" userId="27216d6f-a712-48da-bcb2-613e4bc945ac" providerId="ADAL" clId="{16736750-74B4-184C-AACF-97E7E4B9FAA6}" dt="2024-08-12T02:17:40.195" v="3179" actId="20577"/>
          <ac:spMkLst>
            <pc:docMk/>
            <pc:sldMk cId="1927110459" sldId="29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2T02:25:46.161" v="3276" actId="20577"/>
          <ac:spMkLst>
            <pc:docMk/>
            <pc:sldMk cId="1927110459" sldId="290"/>
            <ac:spMk id="3" creationId="{F9E9654B-D8E5-22CA-371A-57FADD13842B}"/>
          </ac:spMkLst>
        </pc:spChg>
      </pc:sldChg>
      <pc:sldChg chg="modSp add mod ord">
        <pc:chgData name="Ronnel D. Palenzuela" userId="27216d6f-a712-48da-bcb2-613e4bc945ac" providerId="ADAL" clId="{16736750-74B4-184C-AACF-97E7E4B9FAA6}" dt="2024-08-13T03:34:24.591" v="3466" actId="207"/>
        <pc:sldMkLst>
          <pc:docMk/>
          <pc:sldMk cId="815011119" sldId="291"/>
        </pc:sldMkLst>
        <pc:spChg chg="mod">
          <ac:chgData name="Ronnel D. Palenzuela" userId="27216d6f-a712-48da-bcb2-613e4bc945ac" providerId="ADAL" clId="{16736750-74B4-184C-AACF-97E7E4B9FAA6}" dt="2024-08-13T03:34:24.591" v="3466" actId="207"/>
          <ac:spMkLst>
            <pc:docMk/>
            <pc:sldMk cId="815011119" sldId="291"/>
            <ac:spMk id="3" creationId="{F9E9654B-D8E5-22CA-371A-57FADD13842B}"/>
          </ac:spMkLst>
        </pc:spChg>
      </pc:sldChg>
      <pc:sldChg chg="modSp add del mod">
        <pc:chgData name="Ronnel D. Palenzuela" userId="27216d6f-a712-48da-bcb2-613e4bc945ac" providerId="ADAL" clId="{16736750-74B4-184C-AACF-97E7E4B9FAA6}" dt="2024-08-12T02:54:12.156" v="3325" actId="2696"/>
        <pc:sldMkLst>
          <pc:docMk/>
          <pc:sldMk cId="1781441069" sldId="291"/>
        </pc:sldMkLst>
        <pc:spChg chg="mod">
          <ac:chgData name="Ronnel D. Palenzuela" userId="27216d6f-a712-48da-bcb2-613e4bc945ac" providerId="ADAL" clId="{16736750-74B4-184C-AACF-97E7E4B9FAA6}" dt="2024-08-12T02:28:06.903" v="3321" actId="11"/>
          <ac:spMkLst>
            <pc:docMk/>
            <pc:sldMk cId="1781441069" sldId="291"/>
            <ac:spMk id="3" creationId="{F9E9654B-D8E5-22CA-371A-57FADD13842B}"/>
          </ac:spMkLst>
        </pc:spChg>
      </pc:sldChg>
      <pc:sldChg chg="modSp add del mod">
        <pc:chgData name="Ronnel D. Palenzuela" userId="27216d6f-a712-48da-bcb2-613e4bc945ac" providerId="ADAL" clId="{16736750-74B4-184C-AACF-97E7E4B9FAA6}" dt="2024-08-12T02:54:12.156" v="3325" actId="2696"/>
        <pc:sldMkLst>
          <pc:docMk/>
          <pc:sldMk cId="1765234647" sldId="292"/>
        </pc:sldMkLst>
        <pc:spChg chg="mod">
          <ac:chgData name="Ronnel D. Palenzuela" userId="27216d6f-a712-48da-bcb2-613e4bc945ac" providerId="ADAL" clId="{16736750-74B4-184C-AACF-97E7E4B9FAA6}" dt="2024-08-12T02:28:26.710" v="3324" actId="403"/>
          <ac:spMkLst>
            <pc:docMk/>
            <pc:sldMk cId="1765234647" sldId="292"/>
            <ac:spMk id="3" creationId="{F9E9654B-D8E5-22CA-371A-57FADD13842B}"/>
          </ac:spMkLst>
        </pc:spChg>
      </pc:sldChg>
      <pc:sldMasterChg chg="modSldLayout">
        <pc:chgData name="Ronnel D. Palenzuela" userId="27216d6f-a712-48da-bcb2-613e4bc945ac" providerId="ADAL" clId="{16736750-74B4-184C-AACF-97E7E4B9FAA6}" dt="2024-08-11T07:03:06.010" v="731" actId="20577"/>
        <pc:sldMasterMkLst>
          <pc:docMk/>
          <pc:sldMasterMk cId="651270159" sldId="2147483648"/>
        </pc:sldMasterMkLst>
        <pc:sldLayoutChg chg="modSp mod">
          <pc:chgData name="Ronnel D. Palenzuela" userId="27216d6f-a712-48da-bcb2-613e4bc945ac" providerId="ADAL" clId="{16736750-74B4-184C-AACF-97E7E4B9FAA6}" dt="2024-08-11T07:03:06.010" v="731" actId="20577"/>
          <pc:sldLayoutMkLst>
            <pc:docMk/>
            <pc:sldMasterMk cId="651270159" sldId="2147483648"/>
            <pc:sldLayoutMk cId="2921653432" sldId="2147483649"/>
          </pc:sldLayoutMkLst>
          <pc:spChg chg="mod">
            <ac:chgData name="Ronnel D. Palenzuela" userId="27216d6f-a712-48da-bcb2-613e4bc945ac" providerId="ADAL" clId="{16736750-74B4-184C-AACF-97E7E4B9FAA6}" dt="2024-08-11T07:03:06.010" v="731" actId="20577"/>
            <ac:spMkLst>
              <pc:docMk/>
              <pc:sldMasterMk cId="651270159" sldId="2147483648"/>
              <pc:sldLayoutMk cId="2921653432" sldId="2147483649"/>
              <ac:spMk id="5" creationId="{3794B7A0-4232-A0AC-7E3A-3BF632F0C83D}"/>
            </ac:spMkLst>
          </pc:spChg>
        </pc:sldLayoutChg>
      </pc:sldMasterChg>
    </pc:docChg>
  </pc:docChgLst>
  <pc:docChgLst>
    <pc:chgData name="Ronnel D. Palenzuela" userId="27216d6f-a712-48da-bcb2-613e4bc945ac" providerId="ADAL" clId="{16FF8E01-DE24-0F4F-A559-943D670B7764}"/>
    <pc:docChg chg="undo custSel addSld delSld modSld sldOrd modMainMaster">
      <pc:chgData name="Ronnel D. Palenzuela" userId="27216d6f-a712-48da-bcb2-613e4bc945ac" providerId="ADAL" clId="{16FF8E01-DE24-0F4F-A559-943D670B7764}" dt="2024-08-15T06:12:31.924" v="2533" actId="729"/>
      <pc:docMkLst>
        <pc:docMk/>
      </pc:docMkLst>
      <pc:sldChg chg="modSp mod">
        <pc:chgData name="Ronnel D. Palenzuela" userId="27216d6f-a712-48da-bcb2-613e4bc945ac" providerId="ADAL" clId="{16FF8E01-DE24-0F4F-A559-943D670B7764}" dt="2024-08-14T16:09:01.930" v="1419" actId="20577"/>
        <pc:sldMkLst>
          <pc:docMk/>
          <pc:sldMk cId="3455369248" sldId="257"/>
        </pc:sldMkLst>
        <pc:spChg chg="mod">
          <ac:chgData name="Ronnel D. Palenzuela" userId="27216d6f-a712-48da-bcb2-613e4bc945ac" providerId="ADAL" clId="{16FF8E01-DE24-0F4F-A559-943D670B7764}" dt="2024-08-14T16:08:42.416" v="1364" actId="14100"/>
          <ac:spMkLst>
            <pc:docMk/>
            <pc:sldMk cId="3455369248" sldId="257"/>
            <ac:spMk id="2" creationId="{4B9DC0FD-E73C-26A6-891F-61B461076958}"/>
          </ac:spMkLst>
        </pc:spChg>
        <pc:spChg chg="mod">
          <ac:chgData name="Ronnel D. Palenzuela" userId="27216d6f-a712-48da-bcb2-613e4bc945ac" providerId="ADAL" clId="{16FF8E01-DE24-0F4F-A559-943D670B7764}" dt="2024-08-14T16:09:01.930" v="1419" actId="20577"/>
          <ac:spMkLst>
            <pc:docMk/>
            <pc:sldMk cId="3455369248" sldId="257"/>
            <ac:spMk id="3" creationId="{55CA8846-F5F9-9E2F-7E86-4EDFA1AEFED2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256538018" sldId="259"/>
        </pc:sldMkLst>
      </pc:sldChg>
      <pc:sldChg chg="modSp mod modNotesTx">
        <pc:chgData name="Ronnel D. Palenzuela" userId="27216d6f-a712-48da-bcb2-613e4bc945ac" providerId="ADAL" clId="{16FF8E01-DE24-0F4F-A559-943D670B7764}" dt="2024-08-14T16:25:10.072" v="1665" actId="20577"/>
        <pc:sldMkLst>
          <pc:docMk/>
          <pc:sldMk cId="3611571112" sldId="263"/>
        </pc:sldMkLst>
        <pc:spChg chg="mod">
          <ac:chgData name="Ronnel D. Palenzuela" userId="27216d6f-a712-48da-bcb2-613e4bc945ac" providerId="ADAL" clId="{16FF8E01-DE24-0F4F-A559-943D670B7764}" dt="2024-08-14T16:09:37.186" v="1435" actId="1076"/>
          <ac:spMkLst>
            <pc:docMk/>
            <pc:sldMk cId="3611571112" sldId="263"/>
            <ac:spMk id="2" creationId="{4B9DC0FD-E73C-26A6-891F-61B461076958}"/>
          </ac:spMkLst>
        </pc:spChg>
      </pc:sldChg>
      <pc:sldChg chg="modSp mod">
        <pc:chgData name="Ronnel D. Palenzuela" userId="27216d6f-a712-48da-bcb2-613e4bc945ac" providerId="ADAL" clId="{16FF8E01-DE24-0F4F-A559-943D670B7764}" dt="2024-08-14T15:58:28.162" v="1311" actId="207"/>
        <pc:sldMkLst>
          <pc:docMk/>
          <pc:sldMk cId="261940385" sldId="264"/>
        </pc:sldMkLst>
        <pc:spChg chg="mod">
          <ac:chgData name="Ronnel D. Palenzuela" userId="27216d6f-a712-48da-bcb2-613e4bc945ac" providerId="ADAL" clId="{16FF8E01-DE24-0F4F-A559-943D670B7764}" dt="2024-08-14T15:58:28.162" v="1311" actId="207"/>
          <ac:spMkLst>
            <pc:docMk/>
            <pc:sldMk cId="261940385" sldId="264"/>
            <ac:spMk id="3" creationId="{A8B75234-3FB1-B597-DF46-CD5827D3C5AF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1.309" v="136" actId="2890"/>
        <pc:sldMkLst>
          <pc:docMk/>
          <pc:sldMk cId="393610469" sldId="265"/>
        </pc:sldMkLst>
      </pc:sldChg>
      <pc:sldChg chg="addSp delSp modSp add del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538568147" sldId="265"/>
        </pc:sldMkLst>
        <pc:spChg chg="mod">
          <ac:chgData name="Ronnel D. Palenzuela" userId="27216d6f-a712-48da-bcb2-613e4bc945ac" providerId="ADAL" clId="{16FF8E01-DE24-0F4F-A559-943D670B7764}" dt="2024-08-14T14:55:35.293" v="832" actId="20577"/>
          <ac:spMkLst>
            <pc:docMk/>
            <pc:sldMk cId="538568147" sldId="26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3:46:58.170" v="402" actId="113"/>
          <ac:spMkLst>
            <pc:docMk/>
            <pc:sldMk cId="538568147" sldId="265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4:08:52.904" v="652" actId="1076"/>
          <ac:picMkLst>
            <pc:docMk/>
            <pc:sldMk cId="538568147" sldId="265"/>
            <ac:picMk id="5" creationId="{70008023-F501-145C-0B44-5194C048510F}"/>
          </ac:picMkLst>
        </pc:picChg>
        <pc:picChg chg="add mod">
          <ac:chgData name="Ronnel D. Palenzuela" userId="27216d6f-a712-48da-bcb2-613e4bc945ac" providerId="ADAL" clId="{16FF8E01-DE24-0F4F-A559-943D670B7764}" dt="2024-08-14T14:08:59.711" v="656" actId="1076"/>
          <ac:picMkLst>
            <pc:docMk/>
            <pc:sldMk cId="538568147" sldId="265"/>
            <ac:picMk id="6" creationId="{24353777-D960-C968-46B2-C9D39EBD397E}"/>
          </ac:picMkLst>
        </pc:picChg>
        <pc:picChg chg="del">
          <ac:chgData name="Ronnel D. Palenzuela" userId="27216d6f-a712-48da-bcb2-613e4bc945ac" providerId="ADAL" clId="{16FF8E01-DE24-0F4F-A559-943D670B7764}" dt="2024-08-14T13:36:35.785" v="186" actId="478"/>
          <ac:picMkLst>
            <pc:docMk/>
            <pc:sldMk cId="538568147" sldId="265"/>
            <ac:picMk id="6" creationId="{E6F66661-8045-D9A5-7A22-9C32CFDC9130}"/>
          </ac:picMkLst>
        </pc:picChg>
        <pc:picChg chg="del">
          <ac:chgData name="Ronnel D. Palenzuela" userId="27216d6f-a712-48da-bcb2-613e4bc945ac" providerId="ADAL" clId="{16FF8E01-DE24-0F4F-A559-943D670B7764}" dt="2024-08-14T13:36:36.302" v="188" actId="478"/>
          <ac:picMkLst>
            <pc:docMk/>
            <pc:sldMk cId="538568147" sldId="265"/>
            <ac:picMk id="7" creationId="{034B6557-36A5-121F-76C7-3EA4B37D7CFA}"/>
          </ac:picMkLst>
        </pc:picChg>
        <pc:picChg chg="del">
          <ac:chgData name="Ronnel D. Palenzuela" userId="27216d6f-a712-48da-bcb2-613e4bc945ac" providerId="ADAL" clId="{16FF8E01-DE24-0F4F-A559-943D670B7764}" dt="2024-08-14T13:36:36.076" v="187" actId="478"/>
          <ac:picMkLst>
            <pc:docMk/>
            <pc:sldMk cId="538568147" sldId="265"/>
            <ac:picMk id="8" creationId="{1FB21C6D-D0A1-8AEB-319B-0296807954C0}"/>
          </ac:picMkLst>
        </pc:picChg>
        <pc:picChg chg="del">
          <ac:chgData name="Ronnel D. Palenzuela" userId="27216d6f-a712-48da-bcb2-613e4bc945ac" providerId="ADAL" clId="{16FF8E01-DE24-0F4F-A559-943D670B7764}" dt="2024-08-14T13:36:36.597" v="189" actId="478"/>
          <ac:picMkLst>
            <pc:docMk/>
            <pc:sldMk cId="538568147" sldId="265"/>
            <ac:picMk id="10" creationId="{DA4EB7EF-513D-C40D-5DC5-6B39809CDC00}"/>
          </ac:picMkLst>
        </pc:picChg>
      </pc:sldChg>
      <pc:sldChg chg="addSp delSp 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1782960047" sldId="266"/>
        </pc:sldMkLst>
        <pc:spChg chg="mod">
          <ac:chgData name="Ronnel D. Palenzuela" userId="27216d6f-a712-48da-bcb2-613e4bc945ac" providerId="ADAL" clId="{16FF8E01-DE24-0F4F-A559-943D670B7764}" dt="2024-08-14T13:45:50.997" v="383" actId="20577"/>
          <ac:spMkLst>
            <pc:docMk/>
            <pc:sldMk cId="1782960047" sldId="26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3:52:01.538" v="473" actId="207"/>
          <ac:spMkLst>
            <pc:docMk/>
            <pc:sldMk cId="1782960047" sldId="266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FF8E01-DE24-0F4F-A559-943D670B7764}" dt="2024-08-14T13:54:36.838" v="483" actId="1076"/>
          <ac:spMkLst>
            <pc:docMk/>
            <pc:sldMk cId="1782960047" sldId="266"/>
            <ac:spMk id="6" creationId="{D96DF1EF-8473-896F-2BBC-6D1558971D10}"/>
          </ac:spMkLst>
        </pc:spChg>
        <pc:picChg chg="del">
          <ac:chgData name="Ronnel D. Palenzuela" userId="27216d6f-a712-48da-bcb2-613e4bc945ac" providerId="ADAL" clId="{16FF8E01-DE24-0F4F-A559-943D670B7764}" dt="2024-08-14T13:45:55.174" v="384" actId="478"/>
          <ac:picMkLst>
            <pc:docMk/>
            <pc:sldMk cId="1782960047" sldId="266"/>
            <ac:picMk id="5" creationId="{70008023-F501-145C-0B44-5194C048510F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029220167" sldId="266"/>
        </pc:sldMkLst>
      </pc:sldChg>
      <pc:sldChg chg="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149631211" sldId="267"/>
        </pc:sldMkLst>
        <pc:spChg chg="mod">
          <ac:chgData name="Ronnel D. Palenzuela" userId="27216d6f-a712-48da-bcb2-613e4bc945ac" providerId="ADAL" clId="{16FF8E01-DE24-0F4F-A559-943D670B7764}" dt="2024-08-14T15:58:59.103" v="1314" actId="11"/>
          <ac:spMkLst>
            <pc:docMk/>
            <pc:sldMk cId="2149631211" sldId="267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13:54:04.562" v="479" actId="2696"/>
        <pc:sldMkLst>
          <pc:docMk/>
          <pc:sldMk cId="2717857131" sldId="267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285671655" sldId="267"/>
        </pc:sldMkLst>
      </pc:sldChg>
      <pc:sldChg chg="add del">
        <pc:chgData name="Ronnel D. Palenzuela" userId="27216d6f-a712-48da-bcb2-613e4bc945ac" providerId="ADAL" clId="{16FF8E01-DE24-0F4F-A559-943D670B7764}" dt="2024-08-14T13:54:30.391" v="482" actId="2696"/>
        <pc:sldMkLst>
          <pc:docMk/>
          <pc:sldMk cId="3367849497" sldId="267"/>
        </pc:sldMkLst>
      </pc:sldChg>
      <pc:sldChg chg="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155138258" sldId="268"/>
        </pc:sldMkLst>
        <pc:spChg chg="mod">
          <ac:chgData name="Ronnel D. Palenzuela" userId="27216d6f-a712-48da-bcb2-613e4bc945ac" providerId="ADAL" clId="{16FF8E01-DE24-0F4F-A559-943D670B7764}" dt="2024-08-14T15:59:15.816" v="1315" actId="11"/>
          <ac:spMkLst>
            <pc:docMk/>
            <pc:sldMk cId="155138258" sldId="268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637530094" sldId="268"/>
        </pc:sldMkLst>
      </pc:sldChg>
      <pc:sldChg chg="addSp modSp add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831007090" sldId="269"/>
        </pc:sldMkLst>
        <pc:spChg chg="mod">
          <ac:chgData name="Ronnel D. Palenzuela" userId="27216d6f-a712-48da-bcb2-613e4bc945ac" providerId="ADAL" clId="{16FF8E01-DE24-0F4F-A559-943D670B7764}" dt="2024-08-14T14:10:47.606" v="696" actId="20577"/>
          <ac:spMkLst>
            <pc:docMk/>
            <pc:sldMk cId="2831007090" sldId="26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4:16:06.339" v="778" actId="1076"/>
          <ac:spMkLst>
            <pc:docMk/>
            <pc:sldMk cId="2831007090" sldId="269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FF8E01-DE24-0F4F-A559-943D670B7764}" dt="2024-08-14T14:15:42.779" v="771" actId="113"/>
          <ac:spMkLst>
            <pc:docMk/>
            <pc:sldMk cId="2831007090" sldId="269"/>
            <ac:spMk id="4" creationId="{CB6DD4F9-08BE-3AF6-FDDC-AB693A0D38F1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018365145" sldId="269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107698705" sldId="270"/>
        </pc:sldMkLst>
      </pc:sldChg>
      <pc:sldChg chg="addSp delSp modSp add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073403413" sldId="270"/>
        </pc:sldMkLst>
        <pc:spChg chg="mod">
          <ac:chgData name="Ronnel D. Palenzuela" userId="27216d6f-a712-48da-bcb2-613e4bc945ac" providerId="ADAL" clId="{16FF8E01-DE24-0F4F-A559-943D670B7764}" dt="2024-08-14T14:55:39.952" v="834" actId="20577"/>
          <ac:spMkLst>
            <pc:docMk/>
            <pc:sldMk cId="2073403413" sldId="27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5:31:54.057" v="880" actId="207"/>
          <ac:spMkLst>
            <pc:docMk/>
            <pc:sldMk cId="2073403413" sldId="270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FF8E01-DE24-0F4F-A559-943D670B7764}" dt="2024-08-14T15:09:23.422" v="836" actId="478"/>
          <ac:picMkLst>
            <pc:docMk/>
            <pc:sldMk cId="2073403413" sldId="270"/>
            <ac:picMk id="4" creationId="{369191B6-2A1C-3113-9BFD-747A4657F8D7}"/>
          </ac:picMkLst>
        </pc:picChg>
        <pc:picChg chg="del">
          <ac:chgData name="Ronnel D. Palenzuela" userId="27216d6f-a712-48da-bcb2-613e4bc945ac" providerId="ADAL" clId="{16FF8E01-DE24-0F4F-A559-943D670B7764}" dt="2024-08-14T14:53:40.293" v="791" actId="478"/>
          <ac:picMkLst>
            <pc:docMk/>
            <pc:sldMk cId="2073403413" sldId="270"/>
            <ac:picMk id="5" creationId="{70008023-F501-145C-0B44-5194C048510F}"/>
          </ac:picMkLst>
        </pc:picChg>
        <pc:picChg chg="del">
          <ac:chgData name="Ronnel D. Palenzuela" userId="27216d6f-a712-48da-bcb2-613e4bc945ac" providerId="ADAL" clId="{16FF8E01-DE24-0F4F-A559-943D670B7764}" dt="2024-08-14T14:53:41.454" v="792" actId="478"/>
          <ac:picMkLst>
            <pc:docMk/>
            <pc:sldMk cId="2073403413" sldId="270"/>
            <ac:picMk id="6" creationId="{24353777-D960-C968-46B2-C9D39EBD397E}"/>
          </ac:picMkLst>
        </pc:picChg>
        <pc:picChg chg="add del mod">
          <ac:chgData name="Ronnel D. Palenzuela" userId="27216d6f-a712-48da-bcb2-613e4bc945ac" providerId="ADAL" clId="{16FF8E01-DE24-0F4F-A559-943D670B7764}" dt="2024-08-14T15:09:24.556" v="837" actId="478"/>
          <ac:picMkLst>
            <pc:docMk/>
            <pc:sldMk cId="2073403413" sldId="270"/>
            <ac:picMk id="7" creationId="{CFF5A6F2-A391-E973-A9F9-EEAEDEBC41C8}"/>
          </ac:picMkLst>
        </pc:picChg>
        <pc:picChg chg="add del mod">
          <ac:chgData name="Ronnel D. Palenzuela" userId="27216d6f-a712-48da-bcb2-613e4bc945ac" providerId="ADAL" clId="{16FF8E01-DE24-0F4F-A559-943D670B7764}" dt="2024-08-14T15:38:21.939" v="921"/>
          <ac:picMkLst>
            <pc:docMk/>
            <pc:sldMk cId="2073403413" sldId="270"/>
            <ac:picMk id="8" creationId="{7628CA4E-3E92-F09C-D2FD-C46202C5E649}"/>
          </ac:picMkLst>
        </pc:picChg>
        <pc:picChg chg="add mod">
          <ac:chgData name="Ronnel D. Palenzuela" userId="27216d6f-a712-48da-bcb2-613e4bc945ac" providerId="ADAL" clId="{16FF8E01-DE24-0F4F-A559-943D670B7764}" dt="2024-08-14T15:34:34.583" v="908" actId="1076"/>
          <ac:picMkLst>
            <pc:docMk/>
            <pc:sldMk cId="2073403413" sldId="270"/>
            <ac:picMk id="9" creationId="{FFA2BE38-0E04-5FB6-310F-C9B71C57486B}"/>
          </ac:picMkLst>
        </pc:picChg>
        <pc:picChg chg="add mod">
          <ac:chgData name="Ronnel D. Palenzuela" userId="27216d6f-a712-48da-bcb2-613e4bc945ac" providerId="ADAL" clId="{16FF8E01-DE24-0F4F-A559-943D670B7764}" dt="2024-08-14T15:34:23.881" v="905" actId="1076"/>
          <ac:picMkLst>
            <pc:docMk/>
            <pc:sldMk cId="2073403413" sldId="270"/>
            <ac:picMk id="10" creationId="{667804E6-901E-3F8A-8E71-F3840CE73713}"/>
          </ac:picMkLst>
        </pc:picChg>
      </pc:sldChg>
      <pc:sldChg chg="addSp delSp 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406508294" sldId="271"/>
        </pc:sldMkLst>
        <pc:spChg chg="mod">
          <ac:chgData name="Ronnel D. Palenzuela" userId="27216d6f-a712-48da-bcb2-613e4bc945ac" providerId="ADAL" clId="{16FF8E01-DE24-0F4F-A559-943D670B7764}" dt="2024-08-14T15:45:04.117" v="1046" actId="20577"/>
          <ac:spMkLst>
            <pc:docMk/>
            <pc:sldMk cId="2406508294" sldId="271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FF8E01-DE24-0F4F-A559-943D670B7764}" dt="2024-08-14T15:35:02.613" v="915" actId="22"/>
          <ac:spMkLst>
            <pc:docMk/>
            <pc:sldMk cId="2406508294" sldId="271"/>
            <ac:spMk id="5" creationId="{4142F3C9-0F99-D487-F109-5D1080BCD242}"/>
          </ac:spMkLst>
        </pc:spChg>
        <pc:spChg chg="add mod">
          <ac:chgData name="Ronnel D. Palenzuela" userId="27216d6f-a712-48da-bcb2-613e4bc945ac" providerId="ADAL" clId="{16FF8E01-DE24-0F4F-A559-943D670B7764}" dt="2024-08-14T15:35:21.596" v="919" actId="1076"/>
          <ac:spMkLst>
            <pc:docMk/>
            <pc:sldMk cId="2406508294" sldId="271"/>
            <ac:spMk id="7" creationId="{59101826-B0CF-114B-0320-F5905D2B047C}"/>
          </ac:spMkLst>
        </pc:spChg>
        <pc:picChg chg="del">
          <ac:chgData name="Ronnel D. Palenzuela" userId="27216d6f-a712-48da-bcb2-613e4bc945ac" providerId="ADAL" clId="{16FF8E01-DE24-0F4F-A559-943D670B7764}" dt="2024-08-14T15:34:53.519" v="911" actId="478"/>
          <ac:picMkLst>
            <pc:docMk/>
            <pc:sldMk cId="2406508294" sldId="271"/>
            <ac:picMk id="8" creationId="{7628CA4E-3E92-F09C-D2FD-C46202C5E649}"/>
          </ac:picMkLst>
        </pc:picChg>
        <pc:picChg chg="del">
          <ac:chgData name="Ronnel D. Palenzuela" userId="27216d6f-a712-48da-bcb2-613e4bc945ac" providerId="ADAL" clId="{16FF8E01-DE24-0F4F-A559-943D670B7764}" dt="2024-08-14T15:34:52.857" v="910" actId="478"/>
          <ac:picMkLst>
            <pc:docMk/>
            <pc:sldMk cId="2406508294" sldId="271"/>
            <ac:picMk id="9" creationId="{FFA2BE38-0E04-5FB6-310F-C9B71C57486B}"/>
          </ac:picMkLst>
        </pc:picChg>
        <pc:picChg chg="del">
          <ac:chgData name="Ronnel D. Palenzuela" userId="27216d6f-a712-48da-bcb2-613e4bc945ac" providerId="ADAL" clId="{16FF8E01-DE24-0F4F-A559-943D670B7764}" dt="2024-08-14T15:34:53.775" v="912" actId="478"/>
          <ac:picMkLst>
            <pc:docMk/>
            <pc:sldMk cId="2406508294" sldId="271"/>
            <ac:picMk id="10" creationId="{667804E6-901E-3F8A-8E71-F3840CE73713}"/>
          </ac:picMkLst>
        </pc:picChg>
        <pc:picChg chg="add del mod">
          <ac:chgData name="Ronnel D. Palenzuela" userId="27216d6f-a712-48da-bcb2-613e4bc945ac" providerId="ADAL" clId="{16FF8E01-DE24-0F4F-A559-943D670B7764}" dt="2024-08-14T15:40:56.703" v="965" actId="478"/>
          <ac:picMkLst>
            <pc:docMk/>
            <pc:sldMk cId="2406508294" sldId="271"/>
            <ac:picMk id="11" creationId="{7451C57A-98EA-DF71-2373-89D7F90904CF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120804606" sldId="271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005021045" sldId="272"/>
        </pc:sldMkLst>
      </pc:sldChg>
      <pc:sldChg chg="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217730064" sldId="272"/>
        </pc:sldMkLst>
        <pc:spChg chg="mod">
          <ac:chgData name="Ronnel D. Palenzuela" userId="27216d6f-a712-48da-bcb2-613e4bc945ac" providerId="ADAL" clId="{16FF8E01-DE24-0F4F-A559-943D670B7764}" dt="2024-08-14T15:59:35.416" v="1316" actId="11"/>
          <ac:spMkLst>
            <pc:docMk/>
            <pc:sldMk cId="2217730064" sldId="272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716507679" sldId="273"/>
        </pc:sldMkLst>
      </pc:sldChg>
      <pc:sldChg chg="modSp add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1773650369" sldId="273"/>
        </pc:sldMkLst>
        <pc:spChg chg="mod">
          <ac:chgData name="Ronnel D. Palenzuela" userId="27216d6f-a712-48da-bcb2-613e4bc945ac" providerId="ADAL" clId="{16FF8E01-DE24-0F4F-A559-943D670B7764}" dt="2024-08-14T15:59:48.974" v="1318" actId="11"/>
          <ac:spMkLst>
            <pc:docMk/>
            <pc:sldMk cId="1773650369" sldId="273"/>
            <ac:spMk id="3" creationId="{F9E9654B-D8E5-22CA-371A-57FADD13842B}"/>
          </ac:spMkLst>
        </pc:spChg>
      </pc:sldChg>
      <pc:sldChg chg="add del ord">
        <pc:chgData name="Ronnel D. Palenzuela" userId="27216d6f-a712-48da-bcb2-613e4bc945ac" providerId="ADAL" clId="{16FF8E01-DE24-0F4F-A559-943D670B7764}" dt="2024-08-14T16:09:44.931" v="1436" actId="2696"/>
        <pc:sldMkLst>
          <pc:docMk/>
          <pc:sldMk cId="415108391" sldId="274"/>
        </pc:sldMkLst>
      </pc:sldChg>
      <pc:sldChg chg="addSp modSp add mod modNotesTx">
        <pc:chgData name="Ronnel D. Palenzuela" userId="27216d6f-a712-48da-bcb2-613e4bc945ac" providerId="ADAL" clId="{16FF8E01-DE24-0F4F-A559-943D670B7764}" dt="2024-08-14T17:35:56.996" v="2348" actId="207"/>
        <pc:sldMkLst>
          <pc:docMk/>
          <pc:sldMk cId="3520817057" sldId="274"/>
        </pc:sldMkLst>
        <pc:spChg chg="mod">
          <ac:chgData name="Ronnel D. Palenzuela" userId="27216d6f-a712-48da-bcb2-613e4bc945ac" providerId="ADAL" clId="{16FF8E01-DE24-0F4F-A559-943D670B7764}" dt="2024-08-14T16:34:48.838" v="1740" actId="1076"/>
          <ac:spMkLst>
            <pc:docMk/>
            <pc:sldMk cId="3520817057" sldId="274"/>
            <ac:spMk id="2" creationId="{4B9DC0FD-E73C-26A6-891F-61B461076958}"/>
          </ac:spMkLst>
        </pc:spChg>
        <pc:spChg chg="add mod">
          <ac:chgData name="Ronnel D. Palenzuela" userId="27216d6f-a712-48da-bcb2-613e4bc945ac" providerId="ADAL" clId="{16FF8E01-DE24-0F4F-A559-943D670B7764}" dt="2024-08-14T17:35:56.996" v="2348" actId="207"/>
          <ac:spMkLst>
            <pc:docMk/>
            <pc:sldMk cId="3520817057" sldId="274"/>
            <ac:spMk id="4" creationId="{02334A40-A4A9-25FE-DC7A-9B1C1C6A0886}"/>
          </ac:spMkLst>
        </pc:spChg>
      </pc:sldChg>
      <pc:sldChg chg="addSp delSp modSp add del mod">
        <pc:chgData name="Ronnel D. Palenzuela" userId="27216d6f-a712-48da-bcb2-613e4bc945ac" providerId="ADAL" clId="{16FF8E01-DE24-0F4F-A559-943D670B7764}" dt="2024-08-14T16:15:45.956" v="1532" actId="2696"/>
        <pc:sldMkLst>
          <pc:docMk/>
          <pc:sldMk cId="2172138736" sldId="275"/>
        </pc:sldMkLst>
        <pc:spChg chg="mod">
          <ac:chgData name="Ronnel D. Palenzuela" userId="27216d6f-a712-48da-bcb2-613e4bc945ac" providerId="ADAL" clId="{16FF8E01-DE24-0F4F-A559-943D670B7764}" dt="2024-08-14T16:15:14.648" v="1524" actId="20577"/>
          <ac:spMkLst>
            <pc:docMk/>
            <pc:sldMk cId="2172138736" sldId="27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5:40.915" v="1531"/>
          <ac:spMkLst>
            <pc:docMk/>
            <pc:sldMk cId="2172138736" sldId="275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FF8E01-DE24-0F4F-A559-943D670B7764}" dt="2024-08-14T16:15:16.283" v="1525" actId="478"/>
          <ac:picMkLst>
            <pc:docMk/>
            <pc:sldMk cId="2172138736" sldId="275"/>
            <ac:picMk id="4" creationId="{3DD2775A-1217-7607-D818-9986C2B95701}"/>
          </ac:picMkLst>
        </pc:picChg>
        <pc:picChg chg="del">
          <ac:chgData name="Ronnel D. Palenzuela" userId="27216d6f-a712-48da-bcb2-613e4bc945ac" providerId="ADAL" clId="{16FF8E01-DE24-0F4F-A559-943D670B7764}" dt="2024-08-14T16:10:15.858" v="1472" actId="478"/>
          <ac:picMkLst>
            <pc:docMk/>
            <pc:sldMk cId="2172138736" sldId="275"/>
            <ac:picMk id="8" creationId="{7628CA4E-3E92-F09C-D2FD-C46202C5E649}"/>
          </ac:picMkLst>
        </pc:picChg>
        <pc:picChg chg="del">
          <ac:chgData name="Ronnel D. Palenzuela" userId="27216d6f-a712-48da-bcb2-613e4bc945ac" providerId="ADAL" clId="{16FF8E01-DE24-0F4F-A559-943D670B7764}" dt="2024-08-14T16:10:15.605" v="1471" actId="478"/>
          <ac:picMkLst>
            <pc:docMk/>
            <pc:sldMk cId="2172138736" sldId="275"/>
            <ac:picMk id="9" creationId="{FFA2BE38-0E04-5FB6-310F-C9B71C57486B}"/>
          </ac:picMkLst>
        </pc:picChg>
        <pc:picChg chg="del">
          <ac:chgData name="Ronnel D. Palenzuela" userId="27216d6f-a712-48da-bcb2-613e4bc945ac" providerId="ADAL" clId="{16FF8E01-DE24-0F4F-A559-943D670B7764}" dt="2024-08-14T16:10:16.066" v="1473" actId="478"/>
          <ac:picMkLst>
            <pc:docMk/>
            <pc:sldMk cId="2172138736" sldId="275"/>
            <ac:picMk id="10" creationId="{667804E6-901E-3F8A-8E71-F3840CE73713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070147815" sldId="275"/>
        </pc:sldMkLst>
      </pc:sldChg>
      <pc:sldChg chg="modSp add mod ord modNotesTx">
        <pc:chgData name="Ronnel D. Palenzuela" userId="27216d6f-a712-48da-bcb2-613e4bc945ac" providerId="ADAL" clId="{16FF8E01-DE24-0F4F-A559-943D670B7764}" dt="2024-08-14T16:34:54.089" v="1743" actId="20577"/>
        <pc:sldMkLst>
          <pc:docMk/>
          <pc:sldMk cId="2154677164" sldId="276"/>
        </pc:sldMkLst>
        <pc:spChg chg="mod">
          <ac:chgData name="Ronnel D. Palenzuela" userId="27216d6f-a712-48da-bcb2-613e4bc945ac" providerId="ADAL" clId="{16FF8E01-DE24-0F4F-A559-943D670B7764}" dt="2024-08-14T16:34:54.089" v="1743" actId="20577"/>
          <ac:spMkLst>
            <pc:docMk/>
            <pc:sldMk cId="2154677164" sldId="27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5:04.817" v="1513" actId="207"/>
          <ac:spMkLst>
            <pc:docMk/>
            <pc:sldMk cId="2154677164" sldId="276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621742425" sldId="276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908275361" sldId="277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6:24:40.231" v="1652"/>
        <pc:sldMkLst>
          <pc:docMk/>
          <pc:sldMk cId="1655093992" sldId="277"/>
        </pc:sldMkLst>
        <pc:spChg chg="mod">
          <ac:chgData name="Ronnel D. Palenzuela" userId="27216d6f-a712-48da-bcb2-613e4bc945ac" providerId="ADAL" clId="{16FF8E01-DE24-0F4F-A559-943D670B7764}" dt="2024-08-14T16:15:53.933" v="1548" actId="20577"/>
          <ac:spMkLst>
            <pc:docMk/>
            <pc:sldMk cId="1655093992" sldId="27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6:03.761" v="1554" actId="207"/>
          <ac:spMkLst>
            <pc:docMk/>
            <pc:sldMk cId="1655093992" sldId="277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FF8E01-DE24-0F4F-A559-943D670B7764}" dt="2024-08-14T16:15:49.738" v="1534" actId="478"/>
          <ac:picMkLst>
            <pc:docMk/>
            <pc:sldMk cId="1655093992" sldId="277"/>
            <ac:picMk id="4" creationId="{3DD2775A-1217-7607-D818-9986C2B95701}"/>
          </ac:picMkLst>
        </pc:picChg>
        <pc:picChg chg="add mod">
          <ac:chgData name="Ronnel D. Palenzuela" userId="27216d6f-a712-48da-bcb2-613e4bc945ac" providerId="ADAL" clId="{16FF8E01-DE24-0F4F-A559-943D670B7764}" dt="2024-08-14T16:22:20.410" v="1645" actId="1076"/>
          <ac:picMkLst>
            <pc:docMk/>
            <pc:sldMk cId="1655093992" sldId="277"/>
            <ac:picMk id="5" creationId="{21F98874-7EDA-6F8F-7A52-E913F2501EF4}"/>
          </ac:picMkLst>
        </pc:picChg>
        <pc:picChg chg="add mod">
          <ac:chgData name="Ronnel D. Palenzuela" userId="27216d6f-a712-48da-bcb2-613e4bc945ac" providerId="ADAL" clId="{16FF8E01-DE24-0F4F-A559-943D670B7764}" dt="2024-08-14T16:22:19.327" v="1644" actId="1076"/>
          <ac:picMkLst>
            <pc:docMk/>
            <pc:sldMk cId="1655093992" sldId="277"/>
            <ac:picMk id="6" creationId="{AB87846A-7FEB-769F-7BA7-C9DDDB124761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928633288" sldId="278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6:25:33.500" v="1670"/>
        <pc:sldMkLst>
          <pc:docMk/>
          <pc:sldMk cId="1084106175" sldId="278"/>
        </pc:sldMkLst>
        <pc:spChg chg="mod">
          <ac:chgData name="Ronnel D. Palenzuela" userId="27216d6f-a712-48da-bcb2-613e4bc945ac" providerId="ADAL" clId="{16FF8E01-DE24-0F4F-A559-943D670B7764}" dt="2024-08-14T16:16:15.683" v="1568" actId="20577"/>
          <ac:spMkLst>
            <pc:docMk/>
            <pc:sldMk cId="1084106175" sldId="27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8:13.356" v="1628" actId="207"/>
          <ac:spMkLst>
            <pc:docMk/>
            <pc:sldMk cId="1084106175" sldId="278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FF8E01-DE24-0F4F-A559-943D670B7764}" dt="2024-08-14T16:17:30.269" v="1608" actId="22"/>
          <ac:spMkLst>
            <pc:docMk/>
            <pc:sldMk cId="1084106175" sldId="278"/>
            <ac:spMk id="5" creationId="{161974CA-D17A-C7C9-D387-4B786DACE39F}"/>
          </ac:spMkLst>
        </pc:spChg>
        <pc:picChg chg="add mod">
          <ac:chgData name="Ronnel D. Palenzuela" userId="27216d6f-a712-48da-bcb2-613e4bc945ac" providerId="ADAL" clId="{16FF8E01-DE24-0F4F-A559-943D670B7764}" dt="2024-08-14T16:24:18.313" v="1650" actId="1076"/>
          <ac:picMkLst>
            <pc:docMk/>
            <pc:sldMk cId="1084106175" sldId="278"/>
            <ac:picMk id="6" creationId="{1DBAEE34-611C-C72E-D674-1D598742FCFC}"/>
          </ac:picMkLst>
        </pc:picChg>
      </pc:sldChg>
      <pc:sldChg chg="addSp delSp modSp add mod modNotesTx">
        <pc:chgData name="Ronnel D. Palenzuela" userId="27216d6f-a712-48da-bcb2-613e4bc945ac" providerId="ADAL" clId="{16FF8E01-DE24-0F4F-A559-943D670B7764}" dt="2024-08-14T16:28:49.228" v="1688" actId="1076"/>
        <pc:sldMkLst>
          <pc:docMk/>
          <pc:sldMk cId="562485659" sldId="279"/>
        </pc:sldMkLst>
        <pc:spChg chg="mod">
          <ac:chgData name="Ronnel D. Palenzuela" userId="27216d6f-a712-48da-bcb2-613e4bc945ac" providerId="ADAL" clId="{16FF8E01-DE24-0F4F-A559-943D670B7764}" dt="2024-08-14T16:16:20.804" v="1575" actId="20577"/>
          <ac:spMkLst>
            <pc:docMk/>
            <pc:sldMk cId="562485659" sldId="279"/>
            <ac:spMk id="2" creationId="{1FD87645-D8E6-23DE-A822-448BF1054783}"/>
          </ac:spMkLst>
        </pc:spChg>
        <pc:spChg chg="add del mod">
          <ac:chgData name="Ronnel D. Palenzuela" userId="27216d6f-a712-48da-bcb2-613e4bc945ac" providerId="ADAL" clId="{16FF8E01-DE24-0F4F-A559-943D670B7764}" dt="2024-08-14T16:18:17.416" v="1630" actId="207"/>
          <ac:spMkLst>
            <pc:docMk/>
            <pc:sldMk cId="562485659" sldId="279"/>
            <ac:spMk id="3" creationId="{F9E9654B-D8E5-22CA-371A-57FADD13842B}"/>
          </ac:spMkLst>
        </pc:spChg>
        <pc:spChg chg="add del mod">
          <ac:chgData name="Ronnel D. Palenzuela" userId="27216d6f-a712-48da-bcb2-613e4bc945ac" providerId="ADAL" clId="{16FF8E01-DE24-0F4F-A559-943D670B7764}" dt="2024-08-14T16:17:08.500" v="1600" actId="478"/>
          <ac:spMkLst>
            <pc:docMk/>
            <pc:sldMk cId="562485659" sldId="279"/>
            <ac:spMk id="5" creationId="{C512883A-C3F1-9C1D-1BC0-B118C33FB485}"/>
          </ac:spMkLst>
        </pc:spChg>
        <pc:picChg chg="add mod">
          <ac:chgData name="Ronnel D. Palenzuela" userId="27216d6f-a712-48da-bcb2-613e4bc945ac" providerId="ADAL" clId="{16FF8E01-DE24-0F4F-A559-943D670B7764}" dt="2024-08-14T16:28:47.407" v="1687" actId="1076"/>
          <ac:picMkLst>
            <pc:docMk/>
            <pc:sldMk cId="562485659" sldId="279"/>
            <ac:picMk id="6" creationId="{25F73CC1-53BA-4567-E3BA-1C63F2D9CE93}"/>
          </ac:picMkLst>
        </pc:picChg>
        <pc:picChg chg="add mod">
          <ac:chgData name="Ronnel D. Palenzuela" userId="27216d6f-a712-48da-bcb2-613e4bc945ac" providerId="ADAL" clId="{16FF8E01-DE24-0F4F-A559-943D670B7764}" dt="2024-08-14T16:28:49.228" v="1688" actId="1076"/>
          <ac:picMkLst>
            <pc:docMk/>
            <pc:sldMk cId="562485659" sldId="279"/>
            <ac:picMk id="7" creationId="{3FAF6F31-D00C-5848-28EC-E4192A65B293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220697961" sldId="279"/>
        </pc:sldMkLst>
      </pc:sldChg>
      <pc:sldChg chg="addSp modSp add mod modNotesTx">
        <pc:chgData name="Ronnel D. Palenzuela" userId="27216d6f-a712-48da-bcb2-613e4bc945ac" providerId="ADAL" clId="{16FF8E01-DE24-0F4F-A559-943D670B7764}" dt="2024-08-14T17:09:09.590" v="2182"/>
        <pc:sldMkLst>
          <pc:docMk/>
          <pc:sldMk cId="2101055377" sldId="280"/>
        </pc:sldMkLst>
        <pc:spChg chg="mod">
          <ac:chgData name="Ronnel D. Palenzuela" userId="27216d6f-a712-48da-bcb2-613e4bc945ac" providerId="ADAL" clId="{16FF8E01-DE24-0F4F-A559-943D670B7764}" dt="2024-08-14T16:16:29.753" v="1592" actId="20577"/>
          <ac:spMkLst>
            <pc:docMk/>
            <pc:sldMk cId="2101055377" sldId="28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8:21.161" v="1632" actId="207"/>
          <ac:spMkLst>
            <pc:docMk/>
            <pc:sldMk cId="2101055377" sldId="280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6:30:09.396" v="1697" actId="1076"/>
          <ac:picMkLst>
            <pc:docMk/>
            <pc:sldMk cId="2101055377" sldId="280"/>
            <ac:picMk id="4" creationId="{B5ABF6ED-2604-A356-F8D2-8A031F072FC1}"/>
          </ac:picMkLst>
        </pc:picChg>
        <pc:picChg chg="add mod">
          <ac:chgData name="Ronnel D. Palenzuela" userId="27216d6f-a712-48da-bcb2-613e4bc945ac" providerId="ADAL" clId="{16FF8E01-DE24-0F4F-A559-943D670B7764}" dt="2024-08-14T16:30:09.396" v="1697" actId="1076"/>
          <ac:picMkLst>
            <pc:docMk/>
            <pc:sldMk cId="2101055377" sldId="280"/>
            <ac:picMk id="5" creationId="{EE318E40-1124-8135-1738-B9359FE81254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456681114" sldId="280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557213172" sldId="281"/>
        </pc:sldMkLst>
      </pc:sldChg>
      <pc:sldChg chg="addSp modSp add mod ord modNotesTx">
        <pc:chgData name="Ronnel D. Palenzuela" userId="27216d6f-a712-48da-bcb2-613e4bc945ac" providerId="ADAL" clId="{16FF8E01-DE24-0F4F-A559-943D670B7764}" dt="2024-08-14T17:09:31.130" v="2186"/>
        <pc:sldMkLst>
          <pc:docMk/>
          <pc:sldMk cId="4052999246" sldId="281"/>
        </pc:sldMkLst>
        <pc:spChg chg="mod">
          <ac:chgData name="Ronnel D. Palenzuela" userId="27216d6f-a712-48da-bcb2-613e4bc945ac" providerId="ADAL" clId="{16FF8E01-DE24-0F4F-A559-943D670B7764}" dt="2024-08-14T16:16:42.177" v="1594"/>
          <ac:spMkLst>
            <pc:docMk/>
            <pc:sldMk cId="4052999246" sldId="28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8:25.511" v="1634" actId="207"/>
          <ac:spMkLst>
            <pc:docMk/>
            <pc:sldMk cId="4052999246" sldId="281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6:31:29.020" v="1716" actId="1076"/>
          <ac:picMkLst>
            <pc:docMk/>
            <pc:sldMk cId="4052999246" sldId="281"/>
            <ac:picMk id="4" creationId="{5548C54F-301E-DCA9-21D7-E0AD96A9FA43}"/>
          </ac:picMkLst>
        </pc:picChg>
        <pc:picChg chg="add mod">
          <ac:chgData name="Ronnel D. Palenzuela" userId="27216d6f-a712-48da-bcb2-613e4bc945ac" providerId="ADAL" clId="{16FF8E01-DE24-0F4F-A559-943D670B7764}" dt="2024-08-14T16:31:30.328" v="1717" actId="1076"/>
          <ac:picMkLst>
            <pc:docMk/>
            <pc:sldMk cId="4052999246" sldId="281"/>
            <ac:picMk id="5" creationId="{89C006CD-3837-CB39-23CD-A101C01CDA91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96683317" sldId="282"/>
        </pc:sldMkLst>
      </pc:sldChg>
      <pc:sldChg chg="addSp delSp modSp add mod ord">
        <pc:chgData name="Ronnel D. Palenzuela" userId="27216d6f-a712-48da-bcb2-613e4bc945ac" providerId="ADAL" clId="{16FF8E01-DE24-0F4F-A559-943D670B7764}" dt="2024-08-14T16:58:26.475" v="2121" actId="20577"/>
        <pc:sldMkLst>
          <pc:docMk/>
          <pc:sldMk cId="3651396270" sldId="282"/>
        </pc:sldMkLst>
        <pc:spChg chg="mod">
          <ac:chgData name="Ronnel D. Palenzuela" userId="27216d6f-a712-48da-bcb2-613e4bc945ac" providerId="ADAL" clId="{16FF8E01-DE24-0F4F-A559-943D670B7764}" dt="2024-08-14T16:38:16.616" v="1763" actId="20577"/>
          <ac:spMkLst>
            <pc:docMk/>
            <pc:sldMk cId="3651396270" sldId="282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8:26.475" v="2121" actId="20577"/>
          <ac:spMkLst>
            <pc:docMk/>
            <pc:sldMk cId="3651396270" sldId="282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FF8E01-DE24-0F4F-A559-943D670B7764}" dt="2024-08-14T16:33:50.779" v="1722" actId="478"/>
          <ac:picMkLst>
            <pc:docMk/>
            <pc:sldMk cId="3651396270" sldId="282"/>
            <ac:picMk id="4" creationId="{3DD2775A-1217-7607-D818-9986C2B95701}"/>
          </ac:picMkLst>
        </pc:picChg>
        <pc:picChg chg="add del mod">
          <ac:chgData name="Ronnel D. Palenzuela" userId="27216d6f-a712-48da-bcb2-613e4bc945ac" providerId="ADAL" clId="{16FF8E01-DE24-0F4F-A559-943D670B7764}" dt="2024-08-14T16:33:57.413" v="1726" actId="478"/>
          <ac:picMkLst>
            <pc:docMk/>
            <pc:sldMk cId="3651396270" sldId="282"/>
            <ac:picMk id="5" creationId="{5C4865FA-8A85-CD96-7E00-91EA3C1322EA}"/>
          </ac:picMkLst>
        </pc:picChg>
        <pc:picChg chg="add mod">
          <ac:chgData name="Ronnel D. Palenzuela" userId="27216d6f-a712-48da-bcb2-613e4bc945ac" providerId="ADAL" clId="{16FF8E01-DE24-0F4F-A559-943D670B7764}" dt="2024-08-14T16:37:32.689" v="1754" actId="1076"/>
          <ac:picMkLst>
            <pc:docMk/>
            <pc:sldMk cId="3651396270" sldId="282"/>
            <ac:picMk id="6" creationId="{FB4307CA-B2C0-91D7-AC3C-D22C8F2AE28E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993575964" sldId="283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7:02:26.342" v="2138"/>
        <pc:sldMkLst>
          <pc:docMk/>
          <pc:sldMk cId="3162599194" sldId="283"/>
        </pc:sldMkLst>
        <pc:spChg chg="mod">
          <ac:chgData name="Ronnel D. Palenzuela" userId="27216d6f-a712-48da-bcb2-613e4bc945ac" providerId="ADAL" clId="{16FF8E01-DE24-0F4F-A559-943D670B7764}" dt="2024-08-14T16:47:28.766" v="1822"/>
          <ac:spMkLst>
            <pc:docMk/>
            <pc:sldMk cId="3162599194" sldId="283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2:16.070" v="1994" actId="207"/>
          <ac:spMkLst>
            <pc:docMk/>
            <pc:sldMk cId="3162599194" sldId="283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FF8E01-DE24-0F4F-A559-943D670B7764}" dt="2024-08-14T16:57:40.683" v="2117" actId="1076"/>
          <ac:spMkLst>
            <pc:docMk/>
            <pc:sldMk cId="3162599194" sldId="283"/>
            <ac:spMk id="4" creationId="{B086C906-76C1-C80B-2402-3CD150AED030}"/>
          </ac:spMkLst>
        </pc:spChg>
        <pc:spChg chg="add mod">
          <ac:chgData name="Ronnel D. Palenzuela" userId="27216d6f-a712-48da-bcb2-613e4bc945ac" providerId="ADAL" clId="{16FF8E01-DE24-0F4F-A559-943D670B7764}" dt="2024-08-14T16:52:23.273" v="2000" actId="113"/>
          <ac:spMkLst>
            <pc:docMk/>
            <pc:sldMk cId="3162599194" sldId="283"/>
            <ac:spMk id="5" creationId="{374C59D7-230E-26A4-3307-5D188332993A}"/>
          </ac:spMkLst>
        </pc:spChg>
        <pc:picChg chg="del">
          <ac:chgData name="Ronnel D. Palenzuela" userId="27216d6f-a712-48da-bcb2-613e4bc945ac" providerId="ADAL" clId="{16FF8E01-DE24-0F4F-A559-943D670B7764}" dt="2024-08-14T16:39:23.886" v="1788" actId="478"/>
          <ac:picMkLst>
            <pc:docMk/>
            <pc:sldMk cId="3162599194" sldId="283"/>
            <ac:picMk id="6" creationId="{FB4307CA-B2C0-91D7-AC3C-D22C8F2AE28E}"/>
          </ac:picMkLst>
        </pc:picChg>
      </pc:sldChg>
      <pc:sldChg chg="delSp modSp add del mod">
        <pc:chgData name="Ronnel D. Palenzuela" userId="27216d6f-a712-48da-bcb2-613e4bc945ac" providerId="ADAL" clId="{16FF8E01-DE24-0F4F-A559-943D670B7764}" dt="2024-08-14T16:52:56.130" v="2002" actId="2696"/>
        <pc:sldMkLst>
          <pc:docMk/>
          <pc:sldMk cId="476145324" sldId="284"/>
        </pc:sldMkLst>
        <pc:spChg chg="mod">
          <ac:chgData name="Ronnel D. Palenzuela" userId="27216d6f-a712-48da-bcb2-613e4bc945ac" providerId="ADAL" clId="{16FF8E01-DE24-0F4F-A559-943D670B7764}" dt="2024-08-14T16:39:28.295" v="1798" actId="20577"/>
          <ac:spMkLst>
            <pc:docMk/>
            <pc:sldMk cId="476145324" sldId="284"/>
            <ac:spMk id="2" creationId="{1FD87645-D8E6-23DE-A822-448BF1054783}"/>
          </ac:spMkLst>
        </pc:spChg>
        <pc:picChg chg="del">
          <ac:chgData name="Ronnel D. Palenzuela" userId="27216d6f-a712-48da-bcb2-613e4bc945ac" providerId="ADAL" clId="{16FF8E01-DE24-0F4F-A559-943D670B7764}" dt="2024-08-14T16:39:22.241" v="1787" actId="478"/>
          <ac:picMkLst>
            <pc:docMk/>
            <pc:sldMk cId="476145324" sldId="284"/>
            <ac:picMk id="6" creationId="{FB4307CA-B2C0-91D7-AC3C-D22C8F2AE28E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253337562" sldId="284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980579114" sldId="285"/>
        </pc:sldMkLst>
      </pc:sldChg>
      <pc:sldChg chg="modSp add del mod">
        <pc:chgData name="Ronnel D. Palenzuela" userId="27216d6f-a712-48da-bcb2-613e4bc945ac" providerId="ADAL" clId="{16FF8E01-DE24-0F4F-A559-943D670B7764}" dt="2024-08-14T16:55:44.538" v="2067" actId="2696"/>
        <pc:sldMkLst>
          <pc:docMk/>
          <pc:sldMk cId="3500652590" sldId="285"/>
        </pc:sldMkLst>
        <pc:spChg chg="mod">
          <ac:chgData name="Ronnel D. Palenzuela" userId="27216d6f-a712-48da-bcb2-613e4bc945ac" providerId="ADAL" clId="{16FF8E01-DE24-0F4F-A559-943D670B7764}" dt="2024-08-14T16:39:32.355" v="1805" actId="20577"/>
          <ac:spMkLst>
            <pc:docMk/>
            <pc:sldMk cId="3500652590" sldId="285"/>
            <ac:spMk id="2" creationId="{1FD87645-D8E6-23DE-A822-448BF1054783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581186720" sldId="286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7:04:33.737" v="2156" actId="1076"/>
        <pc:sldMkLst>
          <pc:docMk/>
          <pc:sldMk cId="1740139509" sldId="286"/>
        </pc:sldMkLst>
        <pc:spChg chg="mod">
          <ac:chgData name="Ronnel D. Palenzuela" userId="27216d6f-a712-48da-bcb2-613e4bc945ac" providerId="ADAL" clId="{16FF8E01-DE24-0F4F-A559-943D670B7764}" dt="2024-08-14T16:53:39.266" v="2019" actId="20577"/>
          <ac:spMkLst>
            <pc:docMk/>
            <pc:sldMk cId="1740139509" sldId="28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4:54.289" v="2059" actId="27636"/>
          <ac:spMkLst>
            <pc:docMk/>
            <pc:sldMk cId="1740139509" sldId="286"/>
            <ac:spMk id="3" creationId="{F9E9654B-D8E5-22CA-371A-57FADD13842B}"/>
          </ac:spMkLst>
        </pc:spChg>
        <pc:spChg chg="mod">
          <ac:chgData name="Ronnel D. Palenzuela" userId="27216d6f-a712-48da-bcb2-613e4bc945ac" providerId="ADAL" clId="{16FF8E01-DE24-0F4F-A559-943D670B7764}" dt="2024-08-14T16:57:02.572" v="2104" actId="1076"/>
          <ac:spMkLst>
            <pc:docMk/>
            <pc:sldMk cId="1740139509" sldId="286"/>
            <ac:spMk id="4" creationId="{B086C906-76C1-C80B-2402-3CD150AED030}"/>
          </ac:spMkLst>
        </pc:spChg>
        <pc:spChg chg="del mod">
          <ac:chgData name="Ronnel D. Palenzuela" userId="27216d6f-a712-48da-bcb2-613e4bc945ac" providerId="ADAL" clId="{16FF8E01-DE24-0F4F-A559-943D670B7764}" dt="2024-08-14T16:54:29.712" v="2047" actId="478"/>
          <ac:spMkLst>
            <pc:docMk/>
            <pc:sldMk cId="1740139509" sldId="286"/>
            <ac:spMk id="5" creationId="{374C59D7-230E-26A4-3307-5D188332993A}"/>
          </ac:spMkLst>
        </pc:spChg>
        <pc:picChg chg="add mod">
          <ac:chgData name="Ronnel D. Palenzuela" userId="27216d6f-a712-48da-bcb2-613e4bc945ac" providerId="ADAL" clId="{16FF8E01-DE24-0F4F-A559-943D670B7764}" dt="2024-08-14T17:04:33.737" v="2156" actId="1076"/>
          <ac:picMkLst>
            <pc:docMk/>
            <pc:sldMk cId="1740139509" sldId="286"/>
            <ac:picMk id="6" creationId="{7355D678-29E7-A4B1-013E-B622157A0CE9}"/>
          </ac:picMkLst>
        </pc:picChg>
      </pc:sldChg>
      <pc:sldChg chg="addSp delSp modSp add mod ord modNotesTx">
        <pc:chgData name="Ronnel D. Palenzuela" userId="27216d6f-a712-48da-bcb2-613e4bc945ac" providerId="ADAL" clId="{16FF8E01-DE24-0F4F-A559-943D670B7764}" dt="2024-08-14T17:09:41.649" v="2189" actId="20578"/>
        <pc:sldMkLst>
          <pc:docMk/>
          <pc:sldMk cId="2244338286" sldId="287"/>
        </pc:sldMkLst>
        <pc:spChg chg="mod">
          <ac:chgData name="Ronnel D. Palenzuela" userId="27216d6f-a712-48da-bcb2-613e4bc945ac" providerId="ADAL" clId="{16FF8E01-DE24-0F4F-A559-943D670B7764}" dt="2024-08-14T16:55:51.174" v="2074" actId="20577"/>
          <ac:spMkLst>
            <pc:docMk/>
            <pc:sldMk cId="2244338286" sldId="28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6:49.755" v="2102" actId="27636"/>
          <ac:spMkLst>
            <pc:docMk/>
            <pc:sldMk cId="2244338286" sldId="287"/>
            <ac:spMk id="3" creationId="{F9E9654B-D8E5-22CA-371A-57FADD13842B}"/>
          </ac:spMkLst>
        </pc:spChg>
        <pc:spChg chg="mod">
          <ac:chgData name="Ronnel D. Palenzuela" userId="27216d6f-a712-48da-bcb2-613e4bc945ac" providerId="ADAL" clId="{16FF8E01-DE24-0F4F-A559-943D670B7764}" dt="2024-08-14T16:57:17.574" v="2108" actId="1076"/>
          <ac:spMkLst>
            <pc:docMk/>
            <pc:sldMk cId="2244338286" sldId="287"/>
            <ac:spMk id="4" creationId="{B086C906-76C1-C80B-2402-3CD150AED030}"/>
          </ac:spMkLst>
        </pc:spChg>
        <pc:picChg chg="add del mod">
          <ac:chgData name="Ronnel D. Palenzuela" userId="27216d6f-a712-48da-bcb2-613e4bc945ac" providerId="ADAL" clId="{16FF8E01-DE24-0F4F-A559-943D670B7764}" dt="2024-08-14T17:06:20.306" v="2162" actId="478"/>
          <ac:picMkLst>
            <pc:docMk/>
            <pc:sldMk cId="2244338286" sldId="287"/>
            <ac:picMk id="5" creationId="{C84F9925-8BF0-7942-2733-4A5D508AEA7C}"/>
          </ac:picMkLst>
        </pc:picChg>
        <pc:picChg chg="add mod">
          <ac:chgData name="Ronnel D. Palenzuela" userId="27216d6f-a712-48da-bcb2-613e4bc945ac" providerId="ADAL" clId="{16FF8E01-DE24-0F4F-A559-943D670B7764}" dt="2024-08-14T17:07:53.726" v="2172" actId="1076"/>
          <ac:picMkLst>
            <pc:docMk/>
            <pc:sldMk cId="2244338286" sldId="287"/>
            <ac:picMk id="6" creationId="{FABA4C1D-2D18-55BC-C0A4-FFF3AFC35C03}"/>
          </ac:picMkLst>
        </pc:picChg>
        <pc:picChg chg="add mod">
          <ac:chgData name="Ronnel D. Palenzuela" userId="27216d6f-a712-48da-bcb2-613e4bc945ac" providerId="ADAL" clId="{16FF8E01-DE24-0F4F-A559-943D670B7764}" dt="2024-08-14T17:07:55.489" v="2173" actId="1076"/>
          <ac:picMkLst>
            <pc:docMk/>
            <pc:sldMk cId="2244338286" sldId="287"/>
            <ac:picMk id="7" creationId="{C43B6C84-21DD-D63D-908A-759A84CA71F1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278137860" sldId="287"/>
        </pc:sldMkLst>
      </pc:sldChg>
      <pc:sldChg chg="addSp delSp modSp add mod ord modNotesTx">
        <pc:chgData name="Ronnel D. Palenzuela" userId="27216d6f-a712-48da-bcb2-613e4bc945ac" providerId="ADAL" clId="{16FF8E01-DE24-0F4F-A559-943D670B7764}" dt="2024-08-15T02:15:44.096" v="2527" actId="20577"/>
        <pc:sldMkLst>
          <pc:docMk/>
          <pc:sldMk cId="2479479881" sldId="288"/>
        </pc:sldMkLst>
        <pc:spChg chg="mod">
          <ac:chgData name="Ronnel D. Palenzuela" userId="27216d6f-a712-48da-bcb2-613e4bc945ac" providerId="ADAL" clId="{16FF8E01-DE24-0F4F-A559-943D670B7764}" dt="2024-08-14T17:10:09.427" v="2193"/>
          <ac:spMkLst>
            <pc:docMk/>
            <pc:sldMk cId="2479479881" sldId="28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5T02:15:44.096" v="2527" actId="20577"/>
          <ac:spMkLst>
            <pc:docMk/>
            <pc:sldMk cId="2479479881" sldId="288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7:24:50.208" v="2303" actId="1076"/>
          <ac:picMkLst>
            <pc:docMk/>
            <pc:sldMk cId="2479479881" sldId="288"/>
            <ac:picMk id="4" creationId="{AF7B02EF-789B-13F1-37A8-FD2A27B92C39}"/>
          </ac:picMkLst>
        </pc:picChg>
        <pc:picChg chg="add mod">
          <ac:chgData name="Ronnel D. Palenzuela" userId="27216d6f-a712-48da-bcb2-613e4bc945ac" providerId="ADAL" clId="{16FF8E01-DE24-0F4F-A559-943D670B7764}" dt="2024-08-14T17:24:49.104" v="2302" actId="1076"/>
          <ac:picMkLst>
            <pc:docMk/>
            <pc:sldMk cId="2479479881" sldId="288"/>
            <ac:picMk id="5" creationId="{D6307E59-5ABC-0E69-DD46-32B7DC644359}"/>
          </ac:picMkLst>
        </pc:picChg>
        <pc:picChg chg="del">
          <ac:chgData name="Ronnel D. Palenzuela" userId="27216d6f-a712-48da-bcb2-613e4bc945ac" providerId="ADAL" clId="{16FF8E01-DE24-0F4F-A559-943D670B7764}" dt="2024-08-14T17:10:50.216" v="2201" actId="478"/>
          <ac:picMkLst>
            <pc:docMk/>
            <pc:sldMk cId="2479479881" sldId="288"/>
            <ac:picMk id="6" creationId="{FB4307CA-B2C0-91D7-AC3C-D22C8F2AE28E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972629357" sldId="288"/>
        </pc:sldMkLst>
      </pc:sldChg>
      <pc:sldChg chg="addSp delSp modSp add mod modNotesTx">
        <pc:chgData name="Ronnel D. Palenzuela" userId="27216d6f-a712-48da-bcb2-613e4bc945ac" providerId="ADAL" clId="{16FF8E01-DE24-0F4F-A559-943D670B7764}" dt="2024-08-15T03:52:08.349" v="2531" actId="20577"/>
        <pc:sldMkLst>
          <pc:docMk/>
          <pc:sldMk cId="1306085031" sldId="289"/>
        </pc:sldMkLst>
        <pc:spChg chg="mod">
          <ac:chgData name="Ronnel D. Palenzuela" userId="27216d6f-a712-48da-bcb2-613e4bc945ac" providerId="ADAL" clId="{16FF8E01-DE24-0F4F-A559-943D670B7764}" dt="2024-08-14T17:10:29.110" v="2196" actId="20577"/>
          <ac:spMkLst>
            <pc:docMk/>
            <pc:sldMk cId="1306085031" sldId="28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5T03:52:08.349" v="2531" actId="20577"/>
          <ac:spMkLst>
            <pc:docMk/>
            <pc:sldMk cId="1306085031" sldId="289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7:28:52.052" v="2320" actId="1076"/>
          <ac:picMkLst>
            <pc:docMk/>
            <pc:sldMk cId="1306085031" sldId="289"/>
            <ac:picMk id="4" creationId="{348B68C4-CC0D-0D98-D64F-7F073EC0550F}"/>
          </ac:picMkLst>
        </pc:picChg>
        <pc:picChg chg="add del mod">
          <ac:chgData name="Ronnel D. Palenzuela" userId="27216d6f-a712-48da-bcb2-613e4bc945ac" providerId="ADAL" clId="{16FF8E01-DE24-0F4F-A559-943D670B7764}" dt="2024-08-14T17:34:52.342" v="2323" actId="478"/>
          <ac:picMkLst>
            <pc:docMk/>
            <pc:sldMk cId="1306085031" sldId="289"/>
            <ac:picMk id="5" creationId="{514E46FE-484E-F430-4A44-43DE9197FE51}"/>
          </ac:picMkLst>
        </pc:picChg>
        <pc:picChg chg="del">
          <ac:chgData name="Ronnel D. Palenzuela" userId="27216d6f-a712-48da-bcb2-613e4bc945ac" providerId="ADAL" clId="{16FF8E01-DE24-0F4F-A559-943D670B7764}" dt="2024-08-14T17:10:48.048" v="2199" actId="478"/>
          <ac:picMkLst>
            <pc:docMk/>
            <pc:sldMk cId="1306085031" sldId="289"/>
            <ac:picMk id="6" creationId="{FB4307CA-B2C0-91D7-AC3C-D22C8F2AE28E}"/>
          </ac:picMkLst>
        </pc:picChg>
        <pc:picChg chg="add mod">
          <ac:chgData name="Ronnel D. Palenzuela" userId="27216d6f-a712-48da-bcb2-613e4bc945ac" providerId="ADAL" clId="{16FF8E01-DE24-0F4F-A559-943D670B7764}" dt="2024-08-14T17:34:57.159" v="2326" actId="1076"/>
          <ac:picMkLst>
            <pc:docMk/>
            <pc:sldMk cId="1306085031" sldId="289"/>
            <ac:picMk id="7" creationId="{EA60A796-7362-0FE0-7118-D1172B57B748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990164252" sldId="289"/>
        </pc:sldMkLst>
      </pc:sldChg>
      <pc:sldChg chg="addSp delSp modSp add mod">
        <pc:chgData name="Ronnel D. Palenzuela" userId="27216d6f-a712-48da-bcb2-613e4bc945ac" providerId="ADAL" clId="{16FF8E01-DE24-0F4F-A559-943D670B7764}" dt="2024-08-14T17:50:12.782" v="2526" actId="207"/>
        <pc:sldMkLst>
          <pc:docMk/>
          <pc:sldMk cId="926710605" sldId="290"/>
        </pc:sldMkLst>
        <pc:spChg chg="mod">
          <ac:chgData name="Ronnel D. Palenzuela" userId="27216d6f-a712-48da-bcb2-613e4bc945ac" providerId="ADAL" clId="{16FF8E01-DE24-0F4F-A559-943D670B7764}" dt="2024-08-14T17:13:25.130" v="2214" actId="20577"/>
          <ac:spMkLst>
            <pc:docMk/>
            <pc:sldMk cId="926710605" sldId="29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7:50:12.782" v="2526" actId="207"/>
          <ac:spMkLst>
            <pc:docMk/>
            <pc:sldMk cId="926710605" sldId="290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FF8E01-DE24-0F4F-A559-943D670B7764}" dt="2024-08-14T17:16:19.870" v="2228" actId="478"/>
          <ac:picMkLst>
            <pc:docMk/>
            <pc:sldMk cId="926710605" sldId="290"/>
            <ac:picMk id="4" creationId="{EDC21406-25B3-5E1C-5A7A-A71E21C74D60}"/>
          </ac:picMkLst>
        </pc:picChg>
        <pc:picChg chg="add del mod">
          <ac:chgData name="Ronnel D. Palenzuela" userId="27216d6f-a712-48da-bcb2-613e4bc945ac" providerId="ADAL" clId="{16FF8E01-DE24-0F4F-A559-943D670B7764}" dt="2024-08-14T17:41:36.468" v="2400" actId="1076"/>
          <ac:picMkLst>
            <pc:docMk/>
            <pc:sldMk cId="926710605" sldId="290"/>
            <ac:picMk id="5" creationId="{6F24035F-763D-2A44-9E4D-3B3AB777BA78}"/>
          </ac:picMkLst>
        </pc:picChg>
        <pc:picChg chg="del">
          <ac:chgData name="Ronnel D. Palenzuela" userId="27216d6f-a712-48da-bcb2-613e4bc945ac" providerId="ADAL" clId="{16FF8E01-DE24-0F4F-A559-943D670B7764}" dt="2024-08-14T17:10:49.106" v="2200" actId="478"/>
          <ac:picMkLst>
            <pc:docMk/>
            <pc:sldMk cId="926710605" sldId="290"/>
            <ac:picMk id="6" creationId="{FB4307CA-B2C0-91D7-AC3C-D22C8F2AE28E}"/>
          </ac:picMkLst>
        </pc:picChg>
        <pc:picChg chg="add mod">
          <ac:chgData name="Ronnel D. Palenzuela" userId="27216d6f-a712-48da-bcb2-613e4bc945ac" providerId="ADAL" clId="{16FF8E01-DE24-0F4F-A559-943D670B7764}" dt="2024-08-14T17:41:43.973" v="2401" actId="1076"/>
          <ac:picMkLst>
            <pc:docMk/>
            <pc:sldMk cId="926710605" sldId="290"/>
            <ac:picMk id="7" creationId="{5A1661AD-4B34-6DA1-9F77-CE678239C894}"/>
          </ac:picMkLst>
        </pc:picChg>
        <pc:picChg chg="add mod">
          <ac:chgData name="Ronnel D. Palenzuela" userId="27216d6f-a712-48da-bcb2-613e4bc945ac" providerId="ADAL" clId="{16FF8E01-DE24-0F4F-A559-943D670B7764}" dt="2024-08-14T17:41:32.404" v="2398" actId="1076"/>
          <ac:picMkLst>
            <pc:docMk/>
            <pc:sldMk cId="926710605" sldId="290"/>
            <ac:picMk id="8" creationId="{E4E637F6-DB44-DC58-477A-29220CC8DA04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111498698" sldId="290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7:48:56.991" v="2524" actId="1076"/>
        <pc:sldMkLst>
          <pc:docMk/>
          <pc:sldMk cId="234676306" sldId="291"/>
        </pc:sldMkLst>
        <pc:spChg chg="mod">
          <ac:chgData name="Ronnel D. Palenzuela" userId="27216d6f-a712-48da-bcb2-613e4bc945ac" providerId="ADAL" clId="{16FF8E01-DE24-0F4F-A559-943D670B7764}" dt="2024-08-14T17:18:52.390" v="2243" actId="20577"/>
          <ac:spMkLst>
            <pc:docMk/>
            <pc:sldMk cId="234676306" sldId="29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7:44:12.036" v="2474" actId="20577"/>
          <ac:spMkLst>
            <pc:docMk/>
            <pc:sldMk cId="234676306" sldId="291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7:48:56.991" v="2524" actId="1076"/>
          <ac:picMkLst>
            <pc:docMk/>
            <pc:sldMk cId="234676306" sldId="291"/>
            <ac:picMk id="4" creationId="{77B54F2E-F3FD-7965-C9AC-7AD3C16CC21A}"/>
          </ac:picMkLst>
        </pc:picChg>
        <pc:picChg chg="del">
          <ac:chgData name="Ronnel D. Palenzuela" userId="27216d6f-a712-48da-bcb2-613e4bc945ac" providerId="ADAL" clId="{16FF8E01-DE24-0F4F-A559-943D670B7764}" dt="2024-08-14T17:43:01.527" v="2455" actId="478"/>
          <ac:picMkLst>
            <pc:docMk/>
            <pc:sldMk cId="234676306" sldId="291"/>
            <ac:picMk id="5" creationId="{6F24035F-763D-2A44-9E4D-3B3AB777BA78}"/>
          </ac:picMkLst>
        </pc:picChg>
        <pc:picChg chg="add del mod">
          <ac:chgData name="Ronnel D. Palenzuela" userId="27216d6f-a712-48da-bcb2-613e4bc945ac" providerId="ADAL" clId="{16FF8E01-DE24-0F4F-A559-943D670B7764}" dt="2024-08-14T17:47:51.981" v="2508" actId="478"/>
          <ac:picMkLst>
            <pc:docMk/>
            <pc:sldMk cId="234676306" sldId="291"/>
            <ac:picMk id="6" creationId="{50F79B71-AA73-A4EC-42FF-95E9F8E1747A}"/>
          </ac:picMkLst>
        </pc:picChg>
        <pc:picChg chg="add mod">
          <ac:chgData name="Ronnel D. Palenzuela" userId="27216d6f-a712-48da-bcb2-613e4bc945ac" providerId="ADAL" clId="{16FF8E01-DE24-0F4F-A559-943D670B7764}" dt="2024-08-14T17:48:51.118" v="2520" actId="1076"/>
          <ac:picMkLst>
            <pc:docMk/>
            <pc:sldMk cId="234676306" sldId="291"/>
            <ac:picMk id="7" creationId="{BFFCD08C-39CF-85D4-AFAB-20D06151775B}"/>
          </ac:picMkLst>
        </pc:picChg>
        <pc:picChg chg="add mod">
          <ac:chgData name="Ronnel D. Palenzuela" userId="27216d6f-a712-48da-bcb2-613e4bc945ac" providerId="ADAL" clId="{16FF8E01-DE24-0F4F-A559-943D670B7764}" dt="2024-08-14T17:48:55.627" v="2522" actId="1076"/>
          <ac:picMkLst>
            <pc:docMk/>
            <pc:sldMk cId="234676306" sldId="291"/>
            <ac:picMk id="8" creationId="{94650D83-6F61-D6E5-506A-5BEBD5E1B8C5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815011119" sldId="291"/>
        </pc:sldMkLst>
      </pc:sldChg>
      <pc:sldMasterChg chg="modSldLayout">
        <pc:chgData name="Ronnel D. Palenzuela" userId="27216d6f-a712-48da-bcb2-613e4bc945ac" providerId="ADAL" clId="{16FF8E01-DE24-0F4F-A559-943D670B7764}" dt="2024-08-14T16:14:03.102" v="1502" actId="20577"/>
        <pc:sldMasterMkLst>
          <pc:docMk/>
          <pc:sldMasterMk cId="651270159" sldId="2147483648"/>
        </pc:sldMasterMkLst>
        <pc:sldLayoutChg chg="modSp mod">
          <pc:chgData name="Ronnel D. Palenzuela" userId="27216d6f-a712-48da-bcb2-613e4bc945ac" providerId="ADAL" clId="{16FF8E01-DE24-0F4F-A559-943D670B7764}" dt="2024-08-14T16:13:56.324" v="1498" actId="20577"/>
          <pc:sldLayoutMkLst>
            <pc:docMk/>
            <pc:sldMasterMk cId="651270159" sldId="2147483648"/>
            <pc:sldLayoutMk cId="2921653432" sldId="2147483649"/>
          </pc:sldLayoutMkLst>
          <pc:spChg chg="mod">
            <ac:chgData name="Ronnel D. Palenzuela" userId="27216d6f-a712-48da-bcb2-613e4bc945ac" providerId="ADAL" clId="{16FF8E01-DE24-0F4F-A559-943D670B7764}" dt="2024-08-14T16:13:56.324" v="1498" actId="20577"/>
            <ac:spMkLst>
              <pc:docMk/>
              <pc:sldMasterMk cId="651270159" sldId="2147483648"/>
              <pc:sldLayoutMk cId="2921653432" sldId="2147483649"/>
              <ac:spMk id="14" creationId="{D0B6F2F1-CE07-6C53-35DD-423B006969A2}"/>
            </ac:spMkLst>
          </pc:spChg>
        </pc:sldLayoutChg>
        <pc:sldLayoutChg chg="modSp mod">
          <pc:chgData name="Ronnel D. Palenzuela" userId="27216d6f-a712-48da-bcb2-613e4bc945ac" providerId="ADAL" clId="{16FF8E01-DE24-0F4F-A559-943D670B7764}" dt="2024-08-14T16:13:59.827" v="1500" actId="20577"/>
          <pc:sldLayoutMkLst>
            <pc:docMk/>
            <pc:sldMasterMk cId="651270159" sldId="2147483648"/>
            <pc:sldLayoutMk cId="414239045" sldId="2147483650"/>
          </pc:sldLayoutMkLst>
          <pc:spChg chg="mod">
            <ac:chgData name="Ronnel D. Palenzuela" userId="27216d6f-a712-48da-bcb2-613e4bc945ac" providerId="ADAL" clId="{16FF8E01-DE24-0F4F-A559-943D670B7764}" dt="2024-08-14T16:13:59.827" v="1500" actId="20577"/>
            <ac:spMkLst>
              <pc:docMk/>
              <pc:sldMasterMk cId="651270159" sldId="2147483648"/>
              <pc:sldLayoutMk cId="414239045" sldId="2147483650"/>
              <ac:spMk id="8" creationId="{A20CEFFD-1670-10A5-7ED4-7F9703262EA1}"/>
            </ac:spMkLst>
          </pc:spChg>
        </pc:sldLayoutChg>
        <pc:sldLayoutChg chg="modSp mod">
          <pc:chgData name="Ronnel D. Palenzuela" userId="27216d6f-a712-48da-bcb2-613e4bc945ac" providerId="ADAL" clId="{16FF8E01-DE24-0F4F-A559-943D670B7764}" dt="2024-08-14T16:14:03.102" v="1502" actId="20577"/>
          <pc:sldLayoutMkLst>
            <pc:docMk/>
            <pc:sldMasterMk cId="651270159" sldId="2147483648"/>
            <pc:sldLayoutMk cId="2618641526" sldId="2147483653"/>
          </pc:sldLayoutMkLst>
          <pc:spChg chg="mod">
            <ac:chgData name="Ronnel D. Palenzuela" userId="27216d6f-a712-48da-bcb2-613e4bc945ac" providerId="ADAL" clId="{16FF8E01-DE24-0F4F-A559-943D670B7764}" dt="2024-08-14T16:14:03.102" v="1502" actId="20577"/>
            <ac:spMkLst>
              <pc:docMk/>
              <pc:sldMasterMk cId="651270159" sldId="2147483648"/>
              <pc:sldLayoutMk cId="2618641526" sldId="2147483653"/>
              <ac:spMk id="11" creationId="{3E084DDE-82D5-F74F-6486-DED2612274CD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A99358-0554-3345-871D-48A6BABEE3E1}" type="datetimeFigureOut">
              <a:rPr lang="en-US" smtClean="0"/>
              <a:t>1/25/26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76209C-F82F-8948-8964-C389942C0F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01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2405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978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0ABA2-F050-76BB-E4A9-9A1817A308D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Lesson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88B8A1-4019-4D0D-69E4-51C58926FF2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Lesson Name</a:t>
            </a:r>
          </a:p>
        </p:txBody>
      </p:sp>
      <p:pic>
        <p:nvPicPr>
          <p:cNvPr id="8" name="Picture 7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1E41D946-B0E6-5FE9-7F33-DECF043128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826D9-D744-BD54-EF64-70E8CB5AE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4B7A0-4232-A0AC-7E3A-3BF632F0C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9B9C0-7AE6-2F09-7A4E-D58AB0F87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D0B6F2F1-CE07-6C53-35DD-423B006969A2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CCADMACL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EC7D6A8-C716-40D7-8EA0-CBACE0B8E8B2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88EE941-D370-38CE-7C65-D512B4AC642D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1653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7934C-88AA-65C7-69FD-291768EA3B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US" dirty="0"/>
              <a:t>Topic Name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40A79-3EDB-F8E7-BE0C-7ADA40378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869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D2B64AD2-0907-0C80-4C6F-E5925CA19D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20CEFFD-1670-10A5-7ED4-7F9703262EA1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CCADMACL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E0509C1-2A03-2148-8C1A-8FA9E5ACBECF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A86EC78-3FBD-4A30-427B-30963D3C6ABF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239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86428-0162-8984-D72C-F96220FAF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5D9C-50A3-FEC4-9D1D-487FA259D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59D22-453E-BFFB-3F8A-759A6391C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F2910-0DE9-B288-360A-0BEB46FC4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0602E-2E56-CB33-125B-47DD51E32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384689F0-2863-7C4B-17BF-BE5B5D9EC3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F959288-960D-4A38-60A1-E81A6BCED55C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Material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72B048E-A6FE-4CAB-EC85-1198407F2FD8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BSIT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3F180FA-D017-2661-AF92-BFE9BEC50849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3240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747A8-E096-D9F8-9F8D-29067968C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64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67934-A1CC-85B8-7BAE-95BB6C6E04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1114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00EA0AFE-62F3-0422-AA84-A575E4E80E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AB141E-535E-5ACA-4F43-5F265BED59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1114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5878491-3BC2-286A-8527-9EC73F050C5A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Material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6E02060-1062-1563-E549-CD8CEB48D9B3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BSIT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C202D2-FCDD-C68E-CAA2-6C1E5DD46859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1433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6FD41-6019-CD6C-6665-80EA8D7A6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636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C9F666-6A8D-602E-BBFD-BDB638D94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142407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7DB928-AEB0-9052-5F03-5F10A5A6D0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66319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987E17-25F6-814C-5955-581112A1DA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142407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0C68B052-178B-68EB-74D0-1F72A961D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E2F8CB-407F-E9C8-0B60-6661F8F09C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66319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E084DDE-82D5-F74F-6486-DED2612274CD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CCADMACL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B202EF5-2A81-8235-70C4-6821549220EA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34AFFD4-4F3C-D078-8FAB-44BBE50F61A1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8641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0380C-E50D-70D7-4C76-E7BA7AFD9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590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B6F113-2EC8-CE48-879A-6833BF620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1/25/26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9D26BA-5C98-F77F-4E74-A5E405B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5F6499B7-7705-4022-0E3D-6F15DA33E0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6EE29F-553C-C4CE-B95E-AA4C5D73A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08DDE5B-2DD9-86EA-2AF6-4C8E51EEF8B4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Material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E49FA92-9689-FAB4-2ECB-5B956E927256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BSIT Department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F669ED5-94B9-9A07-F0FF-9839ED506F34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0086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4E8268-BB09-9115-852C-9588795B4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1/25/26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F8A218-E351-876A-DAA5-28871E0DA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32B622B8-10FD-A134-458C-E6877FD806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4078DA-EA1A-D15A-DC5A-C7E4EB745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0560B87-4053-202F-E17D-9EF3D6733F8F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CCADMACL	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5E66F80-159E-0E16-E237-CC8F92940701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DFE5D7F-2C5A-49EE-7A01-6A6A94CCC39D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012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F9512-DB3C-27D6-94A1-4CE5658ED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318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B6E74-9F00-7DB0-255C-B77AD9A41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51340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FE831EBC-12E1-F4A6-863D-4B8D84A1AF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782F70-FC76-DA9D-9C9B-5C72237689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338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762C284-A385-C151-F898-C6E0FD35F2E8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Material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B9779549-2BAC-513C-0330-0CC70BE106D4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BSIT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95A169-9043-0478-7765-F692CDA08802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116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7646F-9BC1-59FE-5CD1-0334C0584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34628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7D81B3-860D-217A-1F5F-D7F60AB4D8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464853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749EBEBA-9410-EC61-6F84-BC52B450D7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FB98A-B430-C6D2-5211-28791F38A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34828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123FCC6A-2F3F-4971-9EC4-557092FB1A40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Material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236CCB9-8956-84BC-DEF4-5AC27703601C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BSIT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A05EB57-C136-624C-3951-8BA8F4AF0526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8021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7B5669AE-17C4-21B8-716E-576EA07222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411D1C-0F2D-DA60-ACD5-56D862F86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68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B6DBA-925F-FB98-9AA6-17E75C3A83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2327329"/>
            <a:ext cx="10515600" cy="43513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6A99E0-164E-8E07-5CE2-462A5715BEDF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Material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7BC6584-4AE6-A403-9D75-64B3D0961972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BSIT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268FE7-9424-BA2B-6407-5EDFA2D19315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9534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B05C3D-FB3F-3C25-7050-4E9FC83033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58737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19D51CD6-6B48-B408-FB65-BEBD1C62DA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F8A6BD-D071-5134-8DAB-9685A5A426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58737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9D8348D-1C95-7E0B-1725-AD73063169BA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Material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C05B5A8-0ED3-B01C-7645-7C6B12D8F1E3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BSIT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3D5E4D1-6755-AA74-3EC7-549A709B197A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3397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8C53B7-FED3-EFF9-26A5-392907AB9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Subject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B91B9D-A735-901B-1C8F-AF7739954B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CA33F-C01E-0A3B-9D81-9431474419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BC266F-70C8-954B-9EC8-D842168CE9D2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4D509-240F-F8C7-25C0-84E3FCFA70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A56B6-26D6-957A-7566-E1928B4300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270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DC0FD-E73C-26A6-891F-61B461076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94475"/>
            <a:ext cx="9144000" cy="1184161"/>
          </a:xfrm>
        </p:spPr>
        <p:txBody>
          <a:bodyPr>
            <a:normAutofit/>
          </a:bodyPr>
          <a:lstStyle/>
          <a:p>
            <a:r>
              <a:rPr lang="en-US" sz="7000" dirty="0">
                <a:solidFill>
                  <a:srgbClr val="32418C"/>
                </a:solidFill>
                <a:latin typeface="Aptos" panose="020B0004020202020204" pitchFamily="34" charset="0"/>
              </a:rPr>
              <a:t> Clustering Metrics</a:t>
            </a:r>
            <a:endParaRPr lang="en-US" sz="7000" dirty="0">
              <a:latin typeface="Aptos" panose="020B00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CA8846-F5F9-9E2F-7E86-4EDFA1AEFE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78636"/>
            <a:ext cx="9144000" cy="47119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369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9AB3F01-B55F-9A63-14C3-6FC44C166E39}"/>
              </a:ext>
            </a:extLst>
          </p:cNvPr>
          <p:cNvSpPr txBox="1">
            <a:spLocks/>
          </p:cNvSpPr>
          <p:nvPr/>
        </p:nvSpPr>
        <p:spPr>
          <a:xfrm>
            <a:off x="838200" y="228686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0" indent="-685800" algn="l">
              <a:buFont typeface="Wingdings" pitchFamily="2" charset="2"/>
              <a:buChar char="Ø"/>
            </a:pPr>
            <a:r>
              <a:rPr lang="en-US" sz="4000" b="1" dirty="0"/>
              <a:t>Silhouette Score</a:t>
            </a:r>
          </a:p>
          <a:p>
            <a:pPr marL="685800" indent="-685800" algn="l">
              <a:buFont typeface="Wingdings" pitchFamily="2" charset="2"/>
              <a:buChar char="Ø"/>
            </a:pPr>
            <a:r>
              <a:rPr lang="en-US" sz="4000">
                <a:solidFill>
                  <a:schemeClr val="tx1">
                    <a:lumMod val="50000"/>
                    <a:lumOff val="50000"/>
                  </a:schemeClr>
                </a:solidFill>
              </a:rPr>
              <a:t>Davies-</a:t>
            </a:r>
            <a:r>
              <a:rPr lang="en-US" sz="4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Bouldins</a:t>
            </a:r>
            <a:r>
              <a:rPr lang="en-US" sz="4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Index</a:t>
            </a:r>
          </a:p>
          <a:p>
            <a:pPr marL="685800" indent="-685800" algn="l">
              <a:buFont typeface="Wingdings" pitchFamily="2" charset="2"/>
              <a:buChar char="Ø"/>
            </a:pPr>
            <a:r>
              <a:rPr lang="en-US" sz="4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Calinski-Harabasz</a:t>
            </a:r>
            <a:r>
              <a:rPr lang="en-US" sz="4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Index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F040CE-CACD-0DC8-2221-0DE503F00D88}"/>
              </a:ext>
            </a:extLst>
          </p:cNvPr>
          <p:cNvSpPr txBox="1">
            <a:spLocks/>
          </p:cNvSpPr>
          <p:nvPr/>
        </p:nvSpPr>
        <p:spPr>
          <a:xfrm>
            <a:off x="838199" y="826369"/>
            <a:ext cx="10974049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rgbClr val="32418C"/>
                </a:solidFill>
              </a:rP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3611571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EF214-BB11-9768-513C-49E775E36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Silhouette Score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AF13C-3D5F-7604-5166-2FE98FCFD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buNone/>
            </a:pPr>
            <a:r>
              <a:rPr lang="en-PH" dirty="0"/>
              <a:t>The </a:t>
            </a:r>
            <a:r>
              <a:rPr lang="en-PH" b="1" dirty="0"/>
              <a:t>Silhouette Score</a:t>
            </a:r>
            <a:r>
              <a:rPr lang="en-PH" dirty="0"/>
              <a:t> is a way to measure how good the clusters are in a dataset. </a:t>
            </a:r>
          </a:p>
          <a:p>
            <a:pPr marL="0" indent="0" fontAlgn="base">
              <a:buNone/>
            </a:pPr>
            <a:endParaRPr lang="en-PH" dirty="0"/>
          </a:p>
          <a:p>
            <a:pPr marL="0" indent="0" fontAlgn="base">
              <a:buNone/>
            </a:pPr>
            <a:r>
              <a:rPr lang="en-PH" dirty="0"/>
              <a:t>It helps us understand how well the data points have been grouped</a:t>
            </a:r>
          </a:p>
          <a:p>
            <a:pPr marL="0" indent="0" fontAlgn="base">
              <a:buNone/>
            </a:pPr>
            <a:endParaRPr lang="en-PH" dirty="0"/>
          </a:p>
          <a:p>
            <a:pPr marL="0" indent="0" fontAlgn="base">
              <a:buNone/>
            </a:pPr>
            <a:r>
              <a:rPr lang="en-PH" dirty="0"/>
              <a:t>The score ranges </a:t>
            </a:r>
            <a:r>
              <a:rPr lang="en-PH" b="1" dirty="0">
                <a:solidFill>
                  <a:srgbClr val="FF0000"/>
                </a:solidFill>
              </a:rPr>
              <a:t>-1 </a:t>
            </a:r>
            <a:r>
              <a:rPr lang="en-PH" dirty="0"/>
              <a:t>to </a:t>
            </a:r>
            <a:r>
              <a:rPr lang="en-PH" b="1" dirty="0">
                <a:solidFill>
                  <a:srgbClr val="00B050"/>
                </a:solidFill>
              </a:rPr>
              <a:t>+1</a:t>
            </a:r>
            <a:r>
              <a:rPr lang="en-PH" dirty="0"/>
              <a:t>, where a higher value indicates better-defined, well-separated clusters</a:t>
            </a:r>
          </a:p>
          <a:p>
            <a:pPr marL="0" indent="0" fontAlgn="base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399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66685-FBF3-4975-D2D3-DD6AC0BB7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Silhouette Score 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DE827-4735-66F7-D02D-8598D235A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PH" dirty="0"/>
              <a:t>A score close to </a:t>
            </a:r>
            <a:r>
              <a:rPr lang="en-PH" b="1" dirty="0">
                <a:solidFill>
                  <a:srgbClr val="00B050"/>
                </a:solidFill>
              </a:rPr>
              <a:t>positive one (+1)</a:t>
            </a:r>
            <a:r>
              <a:rPr lang="en-PH" dirty="0"/>
              <a:t> means a point fits really well in its group (cluster) and is far from other groups.</a:t>
            </a:r>
          </a:p>
          <a:p>
            <a:pPr marL="0" indent="0">
              <a:buNone/>
            </a:pPr>
            <a:endParaRPr lang="en-PH" dirty="0"/>
          </a:p>
          <a:p>
            <a:pPr marL="0" indent="0">
              <a:buNone/>
            </a:pPr>
            <a:r>
              <a:rPr lang="en-PH" dirty="0"/>
              <a:t>A score close to </a:t>
            </a:r>
            <a:r>
              <a:rPr lang="en-PH" b="1" dirty="0"/>
              <a:t>zero (0): </a:t>
            </a:r>
            <a:r>
              <a:rPr lang="en-PH" dirty="0"/>
              <a:t>Points are on the boundary of two clusters, indicating overlap.</a:t>
            </a:r>
          </a:p>
          <a:p>
            <a:pPr marL="0" indent="0">
              <a:buNone/>
            </a:pPr>
            <a:endParaRPr lang="en-PH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PH" dirty="0"/>
              <a:t>A score close to </a:t>
            </a:r>
            <a:r>
              <a:rPr lang="en-PH" b="1" dirty="0">
                <a:solidFill>
                  <a:srgbClr val="FF0000"/>
                </a:solidFill>
              </a:rPr>
              <a:t>negative one (-1) </a:t>
            </a:r>
            <a:r>
              <a:rPr lang="en-PH" dirty="0"/>
              <a:t>means the point might be in the wrong cluster.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4033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group of dots with a yellow and blue circle&#10;&#10;AI-generated content may be incorrect.">
            <a:extLst>
              <a:ext uri="{FF2B5EF4-FFF2-40B4-BE49-F238E27FC236}">
                <a16:creationId xmlns:a16="http://schemas.microsoft.com/office/drawing/2014/main" id="{F9F95016-C18C-FD6E-45F4-1553EF4BC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9998" y="1269000"/>
            <a:ext cx="5418305" cy="4320000"/>
          </a:xfrm>
          <a:prstGeom prst="rect">
            <a:avLst/>
          </a:prstGeom>
        </p:spPr>
      </p:pic>
      <p:pic>
        <p:nvPicPr>
          <p:cNvPr id="11" name="Picture 10" descr="A yellow and purple dots&#10;&#10;AI-generated content may be incorrect.">
            <a:extLst>
              <a:ext uri="{FF2B5EF4-FFF2-40B4-BE49-F238E27FC236}">
                <a16:creationId xmlns:a16="http://schemas.microsoft.com/office/drawing/2014/main" id="{956964AA-7D5C-5458-9AF6-53712D949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698" y="1269000"/>
            <a:ext cx="5418305" cy="4320000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0E98B0E-FCD2-2A19-C822-0DA4B2353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54" y="5671127"/>
            <a:ext cx="10515600" cy="1013261"/>
          </a:xfrm>
        </p:spPr>
        <p:txBody>
          <a:bodyPr/>
          <a:lstStyle/>
          <a:p>
            <a:pPr marL="0" indent="0" algn="ctr" fontAlgn="base">
              <a:buNone/>
            </a:pPr>
            <a:r>
              <a:rPr lang="en-PH" dirty="0"/>
              <a:t>Here is an example of two results when </a:t>
            </a:r>
            <a:r>
              <a:rPr lang="en-PH" dirty="0" err="1"/>
              <a:t>KMeans</a:t>
            </a:r>
            <a:r>
              <a:rPr lang="en-PH" dirty="0"/>
              <a:t> is at </a:t>
            </a:r>
            <a:r>
              <a:rPr lang="en-PH" b="1" dirty="0"/>
              <a:t>K = 2 </a:t>
            </a:r>
            <a:r>
              <a:rPr lang="en-PH" dirty="0"/>
              <a:t>and </a:t>
            </a:r>
            <a:r>
              <a:rPr lang="en-PH" b="1" dirty="0"/>
              <a:t>K = 3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08372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D7A58-5010-F7D0-67CE-D62C30CEC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group of dots with a yellow and blue circle&#10;&#10;AI-generated content may be incorrect.">
            <a:extLst>
              <a:ext uri="{FF2B5EF4-FFF2-40B4-BE49-F238E27FC236}">
                <a16:creationId xmlns:a16="http://schemas.microsoft.com/office/drawing/2014/main" id="{78D2BA42-CDC5-C8DB-FAA1-34087CC34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9998" y="1269000"/>
            <a:ext cx="5418305" cy="4320000"/>
          </a:xfrm>
          <a:prstGeom prst="rect">
            <a:avLst/>
          </a:prstGeom>
        </p:spPr>
      </p:pic>
      <p:pic>
        <p:nvPicPr>
          <p:cNvPr id="11" name="Picture 10" descr="A yellow and purple dots&#10;&#10;AI-generated content may be incorrect.">
            <a:extLst>
              <a:ext uri="{FF2B5EF4-FFF2-40B4-BE49-F238E27FC236}">
                <a16:creationId xmlns:a16="http://schemas.microsoft.com/office/drawing/2014/main" id="{EA612D14-132A-8B26-AB79-3D21CAB20C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698" y="1269000"/>
            <a:ext cx="5418305" cy="4320000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59CE4A5-68AD-B3E3-EC84-53DD721B5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54" y="5671127"/>
            <a:ext cx="10515600" cy="1013261"/>
          </a:xfrm>
        </p:spPr>
        <p:txBody>
          <a:bodyPr/>
          <a:lstStyle/>
          <a:p>
            <a:pPr marL="0" indent="0" fontAlgn="base">
              <a:buNone/>
            </a:pPr>
            <a:r>
              <a:rPr lang="en-PH" dirty="0"/>
              <a:t>Notice that the silhouette score on is </a:t>
            </a:r>
            <a:r>
              <a:rPr lang="en-PH" b="1" dirty="0"/>
              <a:t>higher when K = 2 </a:t>
            </a:r>
            <a:r>
              <a:rPr lang="en-PH" dirty="0"/>
              <a:t>and </a:t>
            </a:r>
            <a:r>
              <a:rPr lang="en-PH" b="1" dirty="0"/>
              <a:t>lower when K = 3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76692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718C31E7-5190-27B9-866E-FFE499E1F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357" y="18000"/>
            <a:ext cx="8965286" cy="684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88D52C7-4C6F-2D76-4C8A-A0D20E7E1358}"/>
              </a:ext>
            </a:extLst>
          </p:cNvPr>
          <p:cNvSpPr txBox="1"/>
          <p:nvPr/>
        </p:nvSpPr>
        <p:spPr>
          <a:xfrm>
            <a:off x="2715491" y="5745018"/>
            <a:ext cx="4036291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5C3F6B-2019-474F-58F6-9DB9F3678EBB}"/>
              </a:ext>
            </a:extLst>
          </p:cNvPr>
          <p:cNvSpPr txBox="1"/>
          <p:nvPr/>
        </p:nvSpPr>
        <p:spPr>
          <a:xfrm>
            <a:off x="2715491" y="1972188"/>
            <a:ext cx="4036291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88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55F3C-ED4D-3D54-6AFE-EE2F18248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and When not to 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2CD88-31B9-00E0-7215-28A7E0BF3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PH" b="1" dirty="0"/>
              <a:t>Useful when,</a:t>
            </a:r>
          </a:p>
          <a:p>
            <a:r>
              <a:rPr lang="en-PH" dirty="0" err="1"/>
              <a:t>KMeans</a:t>
            </a:r>
            <a:r>
              <a:rPr lang="en-PH" dirty="0"/>
              <a:t>, GMM (with spherical covariances) are used.</a:t>
            </a:r>
          </a:p>
          <a:p>
            <a:r>
              <a:rPr lang="en-PH" dirty="0"/>
              <a:t>You expect </a:t>
            </a:r>
            <a:r>
              <a:rPr lang="en-PH" b="1" dirty="0"/>
              <a:t>clear gaps</a:t>
            </a:r>
            <a:r>
              <a:rPr lang="en-PH" dirty="0"/>
              <a:t> between clusters.</a:t>
            </a:r>
          </a:p>
          <a:p>
            <a:r>
              <a:rPr lang="en-PH" dirty="0"/>
              <a:t>You want to </a:t>
            </a:r>
            <a:r>
              <a:rPr lang="en-PH" b="1" dirty="0"/>
              <a:t>choose K.</a:t>
            </a:r>
            <a:endParaRPr lang="en-PH" dirty="0"/>
          </a:p>
          <a:p>
            <a:r>
              <a:rPr lang="en-PH" dirty="0"/>
              <a:t>Your dataset is medium sized.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139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0C805-6437-7153-C702-87B10716E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4D873-5F50-02D6-AAF9-76D62C7C2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and When not to 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69AA2-BBC0-0239-18E9-C09DAA1988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PH" b="1" dirty="0"/>
              <a:t>Not useful when,</a:t>
            </a:r>
          </a:p>
          <a:p>
            <a:r>
              <a:rPr lang="en-PH" dirty="0"/>
              <a:t>Clusters are elongated or non-convex (e.g. DBSCAN moons).</a:t>
            </a:r>
          </a:p>
          <a:p>
            <a:r>
              <a:rPr lang="en-PH" dirty="0"/>
              <a:t>Clusters have very different sizes/densities.</a:t>
            </a:r>
          </a:p>
          <a:p>
            <a:r>
              <a:rPr lang="en-PH" dirty="0"/>
              <a:t>You use a dataset with High-dimensional spaces.</a:t>
            </a:r>
          </a:p>
          <a:p>
            <a:r>
              <a:rPr lang="en-PH" dirty="0"/>
              <a:t>You have a huge dataset.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436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1B4EE-4DF8-8429-8F00-8A4E2104D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B8397-FCF4-01D4-0FF5-594055639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Davies-Bouldin Index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5A0CC-C0A5-43F7-AB29-DED7F3F53B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buNone/>
            </a:pPr>
            <a:r>
              <a:rPr lang="en-PH" dirty="0"/>
              <a:t>The </a:t>
            </a:r>
            <a:r>
              <a:rPr lang="en-PH" b="1" dirty="0"/>
              <a:t>Davies-Bouldin Index </a:t>
            </a:r>
            <a:r>
              <a:rPr lang="en-PH" dirty="0"/>
              <a:t>helps us measure how good the clustering is in a dataset. </a:t>
            </a:r>
          </a:p>
          <a:p>
            <a:pPr marL="0" indent="0" fontAlgn="base">
              <a:buNone/>
            </a:pPr>
            <a:endParaRPr lang="en-PH" dirty="0"/>
          </a:p>
          <a:p>
            <a:pPr marL="0" indent="0" fontAlgn="base">
              <a:buNone/>
            </a:pPr>
            <a:r>
              <a:rPr lang="en-PH" dirty="0"/>
              <a:t>It looks at how tight each cluster is (compactness), and how far apart the clusters are (separation).</a:t>
            </a:r>
          </a:p>
        </p:txBody>
      </p:sp>
    </p:spTree>
    <p:extLst>
      <p:ext uri="{BB962C8B-B14F-4D97-AF65-F5344CB8AC3E}">
        <p14:creationId xmlns:p14="http://schemas.microsoft.com/office/powerpoint/2010/main" val="12777682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6EC0C-F84E-C64D-7802-CA49A2527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1173C-15EE-A392-F22B-8626ADE51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Davies-Bouldin Index Interpretation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E1786-549A-F4BB-C0BC-DDAABD152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buNone/>
            </a:pPr>
            <a:r>
              <a:rPr lang="en-PH" dirty="0"/>
              <a:t>A </a:t>
            </a:r>
            <a:r>
              <a:rPr lang="en-PH" b="1" dirty="0">
                <a:solidFill>
                  <a:srgbClr val="00B050"/>
                </a:solidFill>
              </a:rPr>
              <a:t>lower DBI </a:t>
            </a:r>
            <a:r>
              <a:rPr lang="en-PH" dirty="0"/>
              <a:t>means clearer clusters</a:t>
            </a:r>
          </a:p>
          <a:p>
            <a:pPr marL="0" indent="0" fontAlgn="base">
              <a:buNone/>
            </a:pPr>
            <a:r>
              <a:rPr lang="en-PH" dirty="0"/>
              <a:t>A </a:t>
            </a:r>
            <a:r>
              <a:rPr lang="en-PH" b="1" dirty="0">
                <a:solidFill>
                  <a:srgbClr val="FF0000"/>
                </a:solidFill>
              </a:rPr>
              <a:t>higher DBI </a:t>
            </a:r>
            <a:r>
              <a:rPr lang="en-PH" dirty="0"/>
              <a:t>means messy and overlapping clusters</a:t>
            </a:r>
          </a:p>
          <a:p>
            <a:pPr marL="0" indent="0" fontAlgn="base">
              <a:buNone/>
            </a:pPr>
            <a:endParaRPr lang="en-PH" dirty="0"/>
          </a:p>
          <a:p>
            <a:pPr marL="0" indent="0" fontAlgn="base">
              <a:buNone/>
            </a:pPr>
            <a:r>
              <a:rPr lang="en-PH" dirty="0"/>
              <a:t>A </a:t>
            </a:r>
            <a:r>
              <a:rPr lang="en-PH" b="1" dirty="0">
                <a:solidFill>
                  <a:srgbClr val="00B050"/>
                </a:solidFill>
              </a:rPr>
              <a:t>lower score is better</a:t>
            </a:r>
            <a:r>
              <a:rPr lang="en-PH" dirty="0"/>
              <a:t>, because it means that points in the same cluster are close to each other and different clusters are far apart from one another.</a:t>
            </a:r>
          </a:p>
        </p:txBody>
      </p:sp>
    </p:spTree>
    <p:extLst>
      <p:ext uri="{BB962C8B-B14F-4D97-AF65-F5344CB8AC3E}">
        <p14:creationId xmlns:p14="http://schemas.microsoft.com/office/powerpoint/2010/main" val="2879565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yellow and purple dots&#10;&#10;AI-generated content may be incorrect.">
            <a:extLst>
              <a:ext uri="{FF2B5EF4-FFF2-40B4-BE49-F238E27FC236}">
                <a16:creationId xmlns:a16="http://schemas.microsoft.com/office/drawing/2014/main" id="{2D9B1F47-325C-F4E6-99F4-268818F88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314" y="1270800"/>
            <a:ext cx="5413790" cy="4316400"/>
          </a:xfrm>
          <a:prstGeom prst="rect">
            <a:avLst/>
          </a:prstGeom>
        </p:spPr>
      </p:pic>
      <p:pic>
        <p:nvPicPr>
          <p:cNvPr id="7" name="Picture 6" descr="A group of dots with a yellow and blue circle&#10;&#10;AI-generated content may be incorrect.">
            <a:extLst>
              <a:ext uri="{FF2B5EF4-FFF2-40B4-BE49-F238E27FC236}">
                <a16:creationId xmlns:a16="http://schemas.microsoft.com/office/drawing/2014/main" id="{89D53EA3-E40A-1EAF-A546-025761191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3896" y="1270800"/>
            <a:ext cx="5413790" cy="4316400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8CCB815-0531-D950-708D-B88974796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54" y="5671127"/>
            <a:ext cx="10515600" cy="1013261"/>
          </a:xfrm>
        </p:spPr>
        <p:txBody>
          <a:bodyPr/>
          <a:lstStyle/>
          <a:p>
            <a:pPr marL="0" indent="0" algn="ctr" fontAlgn="base">
              <a:buNone/>
            </a:pPr>
            <a:r>
              <a:rPr lang="en-PH" dirty="0"/>
              <a:t>Here is an example of two results when </a:t>
            </a:r>
            <a:r>
              <a:rPr lang="en-PH" dirty="0" err="1"/>
              <a:t>KMeans</a:t>
            </a:r>
            <a:r>
              <a:rPr lang="en-PH" dirty="0"/>
              <a:t> is at </a:t>
            </a:r>
            <a:r>
              <a:rPr lang="en-PH" b="1" dirty="0"/>
              <a:t>K = 2 </a:t>
            </a:r>
            <a:r>
              <a:rPr lang="en-PH" dirty="0"/>
              <a:t>and </a:t>
            </a:r>
            <a:r>
              <a:rPr lang="en-PH" b="1" dirty="0"/>
              <a:t>K = 3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209905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2E260-0E88-E9E7-B392-51372B302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yellow and purple dots&#10;&#10;AI-generated content may be incorrect.">
            <a:extLst>
              <a:ext uri="{FF2B5EF4-FFF2-40B4-BE49-F238E27FC236}">
                <a16:creationId xmlns:a16="http://schemas.microsoft.com/office/drawing/2014/main" id="{D5E99354-8E71-F2CE-F830-CAC03DE02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314" y="1270800"/>
            <a:ext cx="5413790" cy="4316400"/>
          </a:xfrm>
          <a:prstGeom prst="rect">
            <a:avLst/>
          </a:prstGeom>
        </p:spPr>
      </p:pic>
      <p:pic>
        <p:nvPicPr>
          <p:cNvPr id="7" name="Picture 6" descr="A group of dots with a yellow and blue circle&#10;&#10;AI-generated content may be incorrect.">
            <a:extLst>
              <a:ext uri="{FF2B5EF4-FFF2-40B4-BE49-F238E27FC236}">
                <a16:creationId xmlns:a16="http://schemas.microsoft.com/office/drawing/2014/main" id="{84AB7B0A-424E-7079-9CE8-D7310AB3C8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3896" y="1270800"/>
            <a:ext cx="5413790" cy="4316400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7A8F730-E8F4-9AE4-0A4F-2A0F9F95C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54" y="5671127"/>
            <a:ext cx="10515600" cy="1013261"/>
          </a:xfrm>
        </p:spPr>
        <p:txBody>
          <a:bodyPr/>
          <a:lstStyle/>
          <a:p>
            <a:pPr marL="0" indent="0" algn="ctr">
              <a:buNone/>
            </a:pPr>
            <a:r>
              <a:rPr lang="en-PH" dirty="0">
                <a:solidFill>
                  <a:srgbClr val="000000"/>
                </a:solidFill>
                <a:latin typeface="-webkit-standard"/>
              </a:rPr>
              <a:t>Notice that the score is </a:t>
            </a:r>
            <a:r>
              <a:rPr lang="en-PH" b="1" dirty="0">
                <a:solidFill>
                  <a:srgbClr val="00B050"/>
                </a:solidFill>
                <a:latin typeface="-webkit-standard"/>
              </a:rPr>
              <a:t>lower (better)</a:t>
            </a:r>
            <a:r>
              <a:rPr lang="en-PH" dirty="0">
                <a:solidFill>
                  <a:srgbClr val="000000"/>
                </a:solidFill>
                <a:latin typeface="-webkit-standard"/>
              </a:rPr>
              <a:t> when </a:t>
            </a:r>
            <a:r>
              <a:rPr lang="en-PH" b="1" dirty="0">
                <a:solidFill>
                  <a:srgbClr val="000000"/>
                </a:solidFill>
                <a:latin typeface="-webkit-standard"/>
              </a:rPr>
              <a:t>K = 3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546322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F354E-3ED4-9497-B851-58B896CDE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yellow and purple dots&#10;&#10;AI-generated content may be incorrect.">
            <a:extLst>
              <a:ext uri="{FF2B5EF4-FFF2-40B4-BE49-F238E27FC236}">
                <a16:creationId xmlns:a16="http://schemas.microsoft.com/office/drawing/2014/main" id="{69BC5B54-FFDE-8DA5-57AE-C6369B52C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4364" y="3033612"/>
            <a:ext cx="2709152" cy="2160000"/>
          </a:xfrm>
          <a:prstGeom prst="rect">
            <a:avLst/>
          </a:prstGeom>
        </p:spPr>
      </p:pic>
      <p:pic>
        <p:nvPicPr>
          <p:cNvPr id="7" name="Picture 6" descr="A group of dots with a yellow and blue circle&#10;&#10;AI-generated content may be incorrect.">
            <a:extLst>
              <a:ext uri="{FF2B5EF4-FFF2-40B4-BE49-F238E27FC236}">
                <a16:creationId xmlns:a16="http://schemas.microsoft.com/office/drawing/2014/main" id="{3A7D3E36-22E6-7777-93DD-5E85B365F8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8567" y="3033612"/>
            <a:ext cx="2709152" cy="2160000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A16AF91-C2D0-C3DC-87A8-CD337B8C7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54" y="5671127"/>
            <a:ext cx="10515600" cy="1013261"/>
          </a:xfrm>
        </p:spPr>
        <p:txBody>
          <a:bodyPr/>
          <a:lstStyle/>
          <a:p>
            <a:pPr marL="0" indent="0">
              <a:buNone/>
            </a:pPr>
            <a:r>
              <a:rPr lang="en-PH" dirty="0">
                <a:solidFill>
                  <a:srgbClr val="000000"/>
                </a:solidFill>
                <a:latin typeface="-webkit-standard"/>
              </a:rPr>
              <a:t>This is because the Davies–Bouldin cares about clusters not the data points the cluster.</a:t>
            </a:r>
            <a:endParaRPr lang="en-US" dirty="0"/>
          </a:p>
        </p:txBody>
      </p:sp>
      <p:pic>
        <p:nvPicPr>
          <p:cNvPr id="3" name="Picture 2" descr="A group of dots with a yellow and blue circle&#10;&#10;AI-generated content may be incorrect.">
            <a:extLst>
              <a:ext uri="{FF2B5EF4-FFF2-40B4-BE49-F238E27FC236}">
                <a16:creationId xmlns:a16="http://schemas.microsoft.com/office/drawing/2014/main" id="{DA20130F-D90C-10DC-11C6-702C8A946B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8567" y="812431"/>
            <a:ext cx="2709152" cy="2160000"/>
          </a:xfrm>
          <a:prstGeom prst="rect">
            <a:avLst/>
          </a:prstGeom>
        </p:spPr>
      </p:pic>
      <p:pic>
        <p:nvPicPr>
          <p:cNvPr id="4" name="Picture 3" descr="A yellow and purple dots&#10;&#10;AI-generated content may be incorrect.">
            <a:extLst>
              <a:ext uri="{FF2B5EF4-FFF2-40B4-BE49-F238E27FC236}">
                <a16:creationId xmlns:a16="http://schemas.microsoft.com/office/drawing/2014/main" id="{592F5F18-AC11-AA60-8C75-B58F38A8C0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4364" y="812431"/>
            <a:ext cx="2709152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205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2A30C-3AEC-CE12-659B-E240E1C55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71BA2D5-379E-35DC-9F14-D881FD0A4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54" y="5671127"/>
            <a:ext cx="10515600" cy="1013261"/>
          </a:xfrm>
        </p:spPr>
        <p:txBody>
          <a:bodyPr/>
          <a:lstStyle/>
          <a:p>
            <a:pPr marL="0" indent="0">
              <a:buNone/>
            </a:pPr>
            <a:r>
              <a:rPr lang="en-PH" dirty="0"/>
              <a:t>Silhouette scores </a:t>
            </a:r>
            <a:r>
              <a:rPr lang="en-PH" b="1" dirty="0"/>
              <a:t>cares about points </a:t>
            </a:r>
            <a:r>
              <a:rPr lang="en-PH" dirty="0"/>
              <a:t>while Davies–Bouldin Index </a:t>
            </a:r>
            <a:r>
              <a:rPr lang="en-PH" b="1" dirty="0"/>
              <a:t>cares about clusters</a:t>
            </a:r>
            <a:r>
              <a:rPr lang="en-PH" dirty="0"/>
              <a:t>.</a:t>
            </a:r>
            <a:endParaRPr lang="en-US" dirty="0"/>
          </a:p>
        </p:txBody>
      </p:sp>
      <p:pic>
        <p:nvPicPr>
          <p:cNvPr id="2" name="Picture 1" descr="A yellow and purple dots&#10;&#10;AI-generated content may be incorrect.">
            <a:extLst>
              <a:ext uri="{FF2B5EF4-FFF2-40B4-BE49-F238E27FC236}">
                <a16:creationId xmlns:a16="http://schemas.microsoft.com/office/drawing/2014/main" id="{0622666F-CBFD-3838-1DE5-636B0BDCD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4364" y="3033612"/>
            <a:ext cx="2709152" cy="2160000"/>
          </a:xfrm>
          <a:prstGeom prst="rect">
            <a:avLst/>
          </a:prstGeom>
        </p:spPr>
      </p:pic>
      <p:pic>
        <p:nvPicPr>
          <p:cNvPr id="3" name="Picture 2" descr="A group of dots with a yellow and blue circle&#10;&#10;AI-generated content may be incorrect.">
            <a:extLst>
              <a:ext uri="{FF2B5EF4-FFF2-40B4-BE49-F238E27FC236}">
                <a16:creationId xmlns:a16="http://schemas.microsoft.com/office/drawing/2014/main" id="{3098DB5A-A38F-1808-EBD7-8FCA52F83A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8567" y="3033612"/>
            <a:ext cx="2709152" cy="2160000"/>
          </a:xfrm>
          <a:prstGeom prst="rect">
            <a:avLst/>
          </a:prstGeom>
        </p:spPr>
      </p:pic>
      <p:pic>
        <p:nvPicPr>
          <p:cNvPr id="4" name="Picture 3" descr="A group of dots with a yellow and blue circle&#10;&#10;AI-generated content may be incorrect.">
            <a:extLst>
              <a:ext uri="{FF2B5EF4-FFF2-40B4-BE49-F238E27FC236}">
                <a16:creationId xmlns:a16="http://schemas.microsoft.com/office/drawing/2014/main" id="{4575AD82-A7B1-7556-3D1B-AA1A14063C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8567" y="812431"/>
            <a:ext cx="2709152" cy="2160000"/>
          </a:xfrm>
          <a:prstGeom prst="rect">
            <a:avLst/>
          </a:prstGeom>
        </p:spPr>
      </p:pic>
      <p:pic>
        <p:nvPicPr>
          <p:cNvPr id="6" name="Picture 5" descr="A yellow and purple dots&#10;&#10;AI-generated content may be incorrect.">
            <a:extLst>
              <a:ext uri="{FF2B5EF4-FFF2-40B4-BE49-F238E27FC236}">
                <a16:creationId xmlns:a16="http://schemas.microsoft.com/office/drawing/2014/main" id="{D73088F5-8151-07F0-96AA-B0778D0E9F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4364" y="812431"/>
            <a:ext cx="2709152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9411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2380E-0E6A-5848-ADF3-4F02ED1F4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and When not to 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A44E4-643E-E76D-3F5F-5488638C7E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PH" b="1" dirty="0"/>
              <a:t>Useful when,</a:t>
            </a:r>
          </a:p>
          <a:p>
            <a:r>
              <a:rPr lang="en-PH" dirty="0"/>
              <a:t>You want </a:t>
            </a:r>
            <a:r>
              <a:rPr lang="en-PH" b="1" dirty="0"/>
              <a:t>fast comparison</a:t>
            </a:r>
            <a:r>
              <a:rPr lang="en-PH" dirty="0"/>
              <a:t> of many models.</a:t>
            </a:r>
          </a:p>
          <a:p>
            <a:r>
              <a:rPr lang="en-PH" dirty="0"/>
              <a:t>You have a large dataset.</a:t>
            </a:r>
          </a:p>
          <a:p>
            <a:r>
              <a:rPr lang="en-PH" dirty="0"/>
              <a:t>You want early model selection.</a:t>
            </a:r>
          </a:p>
          <a:p>
            <a:r>
              <a:rPr lang="en-PH" dirty="0"/>
              <a:t>Clusters are roughly spherical.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2412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E091E-3C92-7CD5-9A53-36156DE97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15E9E-C006-6B3E-6DD7-E31588E96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and When not to 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A3BDB-942E-0F19-7295-FAAA3ADA88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PH" b="1" dirty="0"/>
              <a:t>Not useful when,</a:t>
            </a:r>
          </a:p>
          <a:p>
            <a:r>
              <a:rPr lang="en-PH" dirty="0"/>
              <a:t>You want local point structure</a:t>
            </a:r>
          </a:p>
          <a:p>
            <a:r>
              <a:rPr lang="en-PH" dirty="0"/>
              <a:t>Centroids are far apart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7444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5942C51-90C1-BC43-B8E0-55456DEF6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388" y="18000"/>
            <a:ext cx="9581223" cy="684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864861-FF67-3DDC-0D25-B23964B3627F}"/>
              </a:ext>
            </a:extLst>
          </p:cNvPr>
          <p:cNvSpPr txBox="1"/>
          <p:nvPr/>
        </p:nvSpPr>
        <p:spPr>
          <a:xfrm>
            <a:off x="2451541" y="5603615"/>
            <a:ext cx="4986207" cy="5332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D2EA5C-F611-214C-410B-3AA2156545AC}"/>
              </a:ext>
            </a:extLst>
          </p:cNvPr>
          <p:cNvSpPr txBox="1"/>
          <p:nvPr/>
        </p:nvSpPr>
        <p:spPr>
          <a:xfrm>
            <a:off x="2451541" y="1623397"/>
            <a:ext cx="4627989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14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0D2F7-F51B-BBAD-D161-A6A946354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practice, use both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3190AD2-5AD4-BBAB-1BCD-7F26EF3858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8071542"/>
              </p:ext>
            </p:extLst>
          </p:nvPr>
        </p:nvGraphicFramePr>
        <p:xfrm>
          <a:off x="1196109" y="2473036"/>
          <a:ext cx="9799782" cy="2743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266594">
                  <a:extLst>
                    <a:ext uri="{9D8B030D-6E8A-4147-A177-3AD203B41FA5}">
                      <a16:colId xmlns:a16="http://schemas.microsoft.com/office/drawing/2014/main" val="236854367"/>
                    </a:ext>
                  </a:extLst>
                </a:gridCol>
                <a:gridCol w="3266594">
                  <a:extLst>
                    <a:ext uri="{9D8B030D-6E8A-4147-A177-3AD203B41FA5}">
                      <a16:colId xmlns:a16="http://schemas.microsoft.com/office/drawing/2014/main" val="1363058093"/>
                    </a:ext>
                  </a:extLst>
                </a:gridCol>
                <a:gridCol w="3266594">
                  <a:extLst>
                    <a:ext uri="{9D8B030D-6E8A-4147-A177-3AD203B41FA5}">
                      <a16:colId xmlns:a16="http://schemas.microsoft.com/office/drawing/2014/main" val="2825637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Silhouette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David-</a:t>
                      </a:r>
                      <a:r>
                        <a:rPr lang="en-US" sz="2500" dirty="0" err="1"/>
                        <a:t>Bouldins</a:t>
                      </a:r>
                      <a:r>
                        <a:rPr lang="en-US" sz="2500" dirty="0"/>
                        <a:t>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Interpretation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0867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High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Very good clusters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4741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FF0000"/>
                          </a:solidFill>
                        </a:rP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Some clusters overlap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0253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FF0000"/>
                          </a:solidFill>
                        </a:rP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Compact but poorly separated clusters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49513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FF0000"/>
                          </a:solidFill>
                        </a:rP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FF0000"/>
                          </a:solidFill>
                        </a:rP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Bad clusters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53174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86516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0FB1D-B695-DC9D-FF68-673F3BA95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 err="1"/>
              <a:t>Calinski-Harabasz</a:t>
            </a:r>
            <a:r>
              <a:rPr lang="en-PH" dirty="0"/>
              <a:t> Index 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484A9-C935-FEE3-DDF7-390E30FBB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buNone/>
            </a:pPr>
            <a:r>
              <a:rPr lang="en-PH" dirty="0"/>
              <a:t>The </a:t>
            </a:r>
            <a:r>
              <a:rPr lang="en-PH" b="1" dirty="0" err="1"/>
              <a:t>Calinski-Harabasz</a:t>
            </a:r>
            <a:r>
              <a:rPr lang="en-PH" b="1" dirty="0"/>
              <a:t> Index</a:t>
            </a:r>
            <a:r>
              <a:rPr lang="en-PH" dirty="0"/>
              <a:t> measures how good the clusters are in a dataset. It looks at:</a:t>
            </a:r>
          </a:p>
          <a:p>
            <a:pPr fontAlgn="base"/>
            <a:r>
              <a:rPr lang="en-PH" dirty="0"/>
              <a:t>How close the points are inside each cluster?</a:t>
            </a:r>
          </a:p>
          <a:p>
            <a:pPr fontAlgn="base"/>
            <a:r>
              <a:rPr lang="en-PH" dirty="0"/>
              <a:t>How far apart the clusters are?</a:t>
            </a:r>
          </a:p>
          <a:p>
            <a:pPr fontAlgn="base"/>
            <a:endParaRPr lang="en-PH" dirty="0"/>
          </a:p>
          <a:p>
            <a:pPr marL="0" indent="0" fontAlgn="base">
              <a:buNone/>
            </a:pPr>
            <a:r>
              <a:rPr lang="en-PH" dirty="0"/>
              <a:t>A</a:t>
            </a:r>
            <a:r>
              <a:rPr lang="en-PH" dirty="0">
                <a:solidFill>
                  <a:srgbClr val="00B050"/>
                </a:solidFill>
              </a:rPr>
              <a:t> </a:t>
            </a:r>
            <a:r>
              <a:rPr lang="en-PH" b="1" dirty="0">
                <a:solidFill>
                  <a:srgbClr val="00B050"/>
                </a:solidFill>
              </a:rPr>
              <a:t>higher score is better</a:t>
            </a:r>
            <a:r>
              <a:rPr lang="en-PH" dirty="0"/>
              <a:t>, as it means the clusters are tight and well-separated. It helps determine the ideal number of clusters.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63449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574D6-59C0-5216-820F-537DFE468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and When not to 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BBF9A-6E53-8F25-396A-951CD7D1A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PH" b="1" dirty="0"/>
              <a:t>Useful when,</a:t>
            </a:r>
            <a:endParaRPr lang="en-PH" dirty="0"/>
          </a:p>
          <a:p>
            <a:r>
              <a:rPr lang="en-PH" dirty="0"/>
              <a:t>You want to </a:t>
            </a:r>
            <a:r>
              <a:rPr lang="en-PH" b="1" dirty="0"/>
              <a:t>select K.</a:t>
            </a:r>
          </a:p>
          <a:p>
            <a:r>
              <a:rPr lang="en-PH" dirty="0"/>
              <a:t>Clusters are roughly </a:t>
            </a:r>
            <a:r>
              <a:rPr lang="en-PH" b="1" dirty="0"/>
              <a:t>globular / spherical.</a:t>
            </a:r>
          </a:p>
          <a:p>
            <a:r>
              <a:rPr lang="en-PH" dirty="0"/>
              <a:t>You use </a:t>
            </a:r>
            <a:r>
              <a:rPr lang="en-PH" b="1" dirty="0" err="1"/>
              <a:t>KMeans</a:t>
            </a:r>
            <a:r>
              <a:rPr lang="en-PH" b="1" dirty="0"/>
              <a:t> or GMM.</a:t>
            </a:r>
          </a:p>
          <a:p>
            <a:r>
              <a:rPr lang="en-PH" dirty="0"/>
              <a:t>Dataset is </a:t>
            </a:r>
            <a:r>
              <a:rPr lang="en-PH" b="1" dirty="0"/>
              <a:t>large.</a:t>
            </a:r>
          </a:p>
          <a:p>
            <a:r>
              <a:rPr lang="en-PH" dirty="0"/>
              <a:t>You want </a:t>
            </a:r>
            <a:r>
              <a:rPr lang="en-PH" b="1" dirty="0"/>
              <a:t>fast computation.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56834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34E6E-6CF2-7F0B-5EDE-6A56B636B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C6E65-F05E-930E-D296-1EA62AB80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and When not to 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BE7AB-CC1B-7FC7-E2AC-2C1660FA01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PH" b="1" dirty="0"/>
              <a:t>It,</a:t>
            </a:r>
          </a:p>
          <a:p>
            <a:r>
              <a:rPr lang="en-PH" dirty="0"/>
              <a:t>Favor </a:t>
            </a:r>
            <a:r>
              <a:rPr lang="en-PH" b="1" dirty="0"/>
              <a:t>too many clusters</a:t>
            </a:r>
            <a:endParaRPr lang="en-PH" dirty="0"/>
          </a:p>
          <a:p>
            <a:r>
              <a:rPr lang="en-PH" dirty="0"/>
              <a:t>Reward over-segmentation</a:t>
            </a:r>
          </a:p>
          <a:p>
            <a:r>
              <a:rPr lang="en-PH" dirty="0"/>
              <a:t>Fail on non-convex shapes</a:t>
            </a:r>
          </a:p>
          <a:p>
            <a:endParaRPr lang="en-PH" dirty="0"/>
          </a:p>
          <a:p>
            <a:pPr marL="0" indent="0">
              <a:buNone/>
            </a:pPr>
            <a:r>
              <a:rPr lang="en-PH" b="1" dirty="0"/>
              <a:t>Especially bad for:</a:t>
            </a:r>
          </a:p>
          <a:p>
            <a:r>
              <a:rPr lang="en-PH" dirty="0"/>
              <a:t>DBSCAN</a:t>
            </a:r>
          </a:p>
          <a:p>
            <a:r>
              <a:rPr lang="en-PH" dirty="0"/>
              <a:t>Elongated clusters</a:t>
            </a:r>
          </a:p>
          <a:p>
            <a:r>
              <a:rPr lang="en-PH" dirty="0"/>
              <a:t>Unequal cluster sizes</a:t>
            </a:r>
          </a:p>
        </p:txBody>
      </p:sp>
    </p:spTree>
    <p:extLst>
      <p:ext uri="{BB962C8B-B14F-4D97-AF65-F5344CB8AC3E}">
        <p14:creationId xmlns:p14="http://schemas.microsoft.com/office/powerpoint/2010/main" val="23719458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dots with a blue and yellow center&#10;&#10;AI-generated content may be incorrect.">
            <a:extLst>
              <a:ext uri="{FF2B5EF4-FFF2-40B4-BE49-F238E27FC236}">
                <a16:creationId xmlns:a16="http://schemas.microsoft.com/office/drawing/2014/main" id="{64C982F4-E03F-1497-14AD-BB626D282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687" y="1269000"/>
            <a:ext cx="5418305" cy="4320000"/>
          </a:xfrm>
          <a:prstGeom prst="rect">
            <a:avLst/>
          </a:prstGeom>
        </p:spPr>
      </p:pic>
      <p:pic>
        <p:nvPicPr>
          <p:cNvPr id="5" name="Picture 4" descr="A group of dots with a yellow and blue circle&#10;&#10;AI-generated content may be incorrect.">
            <a:extLst>
              <a:ext uri="{FF2B5EF4-FFF2-40B4-BE49-F238E27FC236}">
                <a16:creationId xmlns:a16="http://schemas.microsoft.com/office/drawing/2014/main" id="{1E29E556-A3CE-6D3E-5048-0F74D98DB8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5008" y="1269000"/>
            <a:ext cx="5418305" cy="432000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CB59A6B-B597-6F68-60BE-9937AAD3517C}"/>
              </a:ext>
            </a:extLst>
          </p:cNvPr>
          <p:cNvSpPr txBox="1">
            <a:spLocks/>
          </p:cNvSpPr>
          <p:nvPr/>
        </p:nvSpPr>
        <p:spPr>
          <a:xfrm>
            <a:off x="699654" y="5671127"/>
            <a:ext cx="10515600" cy="101326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PH"/>
              <a:t>Silhouette scores </a:t>
            </a:r>
            <a:r>
              <a:rPr lang="en-PH" b="1"/>
              <a:t>cares about points </a:t>
            </a:r>
            <a:r>
              <a:rPr lang="en-PH"/>
              <a:t>while Davies–Bouldin Index </a:t>
            </a:r>
            <a:r>
              <a:rPr lang="en-PH" b="1"/>
              <a:t>cares about clusters</a:t>
            </a:r>
            <a:r>
              <a:rPr lang="en-PH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01623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EC36843C-2F3A-539B-AEC8-0726B3A41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71" y="18000"/>
            <a:ext cx="12068657" cy="684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BE733E5-AB6A-C669-8308-3375B0260852}"/>
              </a:ext>
            </a:extLst>
          </p:cNvPr>
          <p:cNvSpPr txBox="1"/>
          <p:nvPr/>
        </p:nvSpPr>
        <p:spPr>
          <a:xfrm>
            <a:off x="1468011" y="5328073"/>
            <a:ext cx="6927844" cy="6309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828E0C-8CDC-EC39-94D7-9F20EFAC8CB6}"/>
              </a:ext>
            </a:extLst>
          </p:cNvPr>
          <p:cNvSpPr txBox="1"/>
          <p:nvPr/>
        </p:nvSpPr>
        <p:spPr>
          <a:xfrm>
            <a:off x="1468011" y="2052888"/>
            <a:ext cx="6304389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6814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93726-BDB4-B525-628B-DF0CD990B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674D2D9-E2C4-283F-B8D8-6DA9514BC7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2655083"/>
              </p:ext>
            </p:extLst>
          </p:nvPr>
        </p:nvGraphicFramePr>
        <p:xfrm>
          <a:off x="2829406" y="2151932"/>
          <a:ext cx="6533188" cy="34137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266594">
                  <a:extLst>
                    <a:ext uri="{9D8B030D-6E8A-4147-A177-3AD203B41FA5}">
                      <a16:colId xmlns:a16="http://schemas.microsoft.com/office/drawing/2014/main" val="236854367"/>
                    </a:ext>
                  </a:extLst>
                </a:gridCol>
                <a:gridCol w="3266594">
                  <a:extLst>
                    <a:ext uri="{9D8B030D-6E8A-4147-A177-3AD203B41FA5}">
                      <a16:colId xmlns:a16="http://schemas.microsoft.com/office/drawing/2014/main" val="13630580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Measure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0867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500" dirty="0"/>
                        <a:t>Silhouette Score</a:t>
                      </a:r>
                    </a:p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0" dirty="0">
                          <a:solidFill>
                            <a:schemeClr val="tx1"/>
                          </a:solidFill>
                        </a:rPr>
                        <a:t>Confidence of Assignment of Data Points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4741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David-</a:t>
                      </a:r>
                      <a:r>
                        <a:rPr lang="en-US" sz="2500" dirty="0" err="1"/>
                        <a:t>Bouldins</a:t>
                      </a:r>
                      <a:r>
                        <a:rPr lang="en-US" sz="2500" dirty="0"/>
                        <a:t>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0" dirty="0">
                          <a:solidFill>
                            <a:schemeClr val="tx1"/>
                          </a:solidFill>
                        </a:rPr>
                        <a:t>Cluster Collision Detection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0253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0" dirty="0" err="1">
                          <a:solidFill>
                            <a:schemeClr val="tx1"/>
                          </a:solidFill>
                        </a:rPr>
                        <a:t>Calinski-Harabasz</a:t>
                      </a:r>
                      <a:r>
                        <a:rPr lang="en-US" sz="2500" b="0" dirty="0">
                          <a:solidFill>
                            <a:schemeClr val="tx1"/>
                          </a:solidFill>
                        </a:rPr>
                        <a:t>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0" dirty="0">
                          <a:solidFill>
                            <a:schemeClr val="tx1"/>
                          </a:solidFill>
                        </a:rPr>
                        <a:t>Explained Variance of Clusters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49513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3178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4601</TotalTime>
  <Words>644</Words>
  <Application>Microsoft Macintosh PowerPoint</Application>
  <PresentationFormat>Widescreen</PresentationFormat>
  <Paragraphs>106</Paragraphs>
  <Slides>25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-webkit-standard</vt:lpstr>
      <vt:lpstr>Aptos</vt:lpstr>
      <vt:lpstr>Aptos Display</vt:lpstr>
      <vt:lpstr>Arial</vt:lpstr>
      <vt:lpstr>Wingdings</vt:lpstr>
      <vt:lpstr>Office Theme</vt:lpstr>
      <vt:lpstr> Clustering Metrics</vt:lpstr>
      <vt:lpstr>PowerPoint Presentation</vt:lpstr>
      <vt:lpstr>Silhouette Score</vt:lpstr>
      <vt:lpstr>Silhouette Score Interpretation</vt:lpstr>
      <vt:lpstr>PowerPoint Presentation</vt:lpstr>
      <vt:lpstr>PowerPoint Presentation</vt:lpstr>
      <vt:lpstr>PowerPoint Presentation</vt:lpstr>
      <vt:lpstr>When and When not to use</vt:lpstr>
      <vt:lpstr>When and When not to use</vt:lpstr>
      <vt:lpstr>Davies-Bouldin Index</vt:lpstr>
      <vt:lpstr>Davies-Bouldin Index Interpretation</vt:lpstr>
      <vt:lpstr>PowerPoint Presentation</vt:lpstr>
      <vt:lpstr>PowerPoint Presentation</vt:lpstr>
      <vt:lpstr>PowerPoint Presentation</vt:lpstr>
      <vt:lpstr>PowerPoint Presentation</vt:lpstr>
      <vt:lpstr>When and When not to use</vt:lpstr>
      <vt:lpstr>When and When not to use</vt:lpstr>
      <vt:lpstr>PowerPoint Presentation</vt:lpstr>
      <vt:lpstr>In practice, use both</vt:lpstr>
      <vt:lpstr>Calinski-Harabasz Index </vt:lpstr>
      <vt:lpstr>When and When not to use</vt:lpstr>
      <vt:lpstr>When and When not to use</vt:lpstr>
      <vt:lpstr>PowerPoint Presentation</vt:lpstr>
      <vt:lpstr>PowerPoint Presentation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Palenzuela, Ronnel</dc:creator>
  <cp:lastModifiedBy>Elizer Jr. D. Ponio</cp:lastModifiedBy>
  <cp:revision>582</cp:revision>
  <dcterms:created xsi:type="dcterms:W3CDTF">2024-08-08T01:29:50Z</dcterms:created>
  <dcterms:modified xsi:type="dcterms:W3CDTF">2026-01-25T13:08:44Z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a813f4b-519a-4481-a498-85770f517757_Enabled">
    <vt:lpwstr>true</vt:lpwstr>
  </property>
  <property fmtid="{D5CDD505-2E9C-101B-9397-08002B2CF9AE}" pid="3" name="MSIP_Label_8a813f4b-519a-4481-a498-85770f517757_SetDate">
    <vt:lpwstr>2024-08-08T02:28:55Z</vt:lpwstr>
  </property>
  <property fmtid="{D5CDD505-2E9C-101B-9397-08002B2CF9AE}" pid="4" name="MSIP_Label_8a813f4b-519a-4481-a498-85770f517757_Method">
    <vt:lpwstr>Standard</vt:lpwstr>
  </property>
  <property fmtid="{D5CDD505-2E9C-101B-9397-08002B2CF9AE}" pid="5" name="MSIP_Label_8a813f4b-519a-4481-a498-85770f517757_Name">
    <vt:lpwstr>Anyone (unrestricted)</vt:lpwstr>
  </property>
  <property fmtid="{D5CDD505-2E9C-101B-9397-08002B2CF9AE}" pid="6" name="MSIP_Label_8a813f4b-519a-4481-a498-85770f517757_SiteId">
    <vt:lpwstr>1d981f77-3ca3-46ae-b0d4-e8044e6c7f84</vt:lpwstr>
  </property>
  <property fmtid="{D5CDD505-2E9C-101B-9397-08002B2CF9AE}" pid="7" name="MSIP_Label_8a813f4b-519a-4481-a498-85770f517757_ActionId">
    <vt:lpwstr>6e000025-dfc4-466b-8a1a-3abd180e870b</vt:lpwstr>
  </property>
  <property fmtid="{D5CDD505-2E9C-101B-9397-08002B2CF9AE}" pid="8" name="MSIP_Label_8a813f4b-519a-4481-a498-85770f517757_ContentBits">
    <vt:lpwstr>0</vt:lpwstr>
  </property>
</Properties>
</file>