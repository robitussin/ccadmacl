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2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3.xml" ContentType="application/vnd.openxmlformats-officedocument.presentationml.notesSl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notesSlides/notesSlide4.xml" ContentType="application/vnd.openxmlformats-officedocument.presentationml.notesSlid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notesSlides/notesSlide5.xml" ContentType="application/vnd.openxmlformats-officedocument.presentationml.notesSlid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257" r:id="rId2"/>
    <p:sldId id="383" r:id="rId3"/>
    <p:sldId id="514" r:id="rId4"/>
    <p:sldId id="528" r:id="rId5"/>
    <p:sldId id="529" r:id="rId6"/>
    <p:sldId id="522" r:id="rId7"/>
    <p:sldId id="530" r:id="rId8"/>
    <p:sldId id="513" r:id="rId9"/>
    <p:sldId id="516" r:id="rId10"/>
    <p:sldId id="519" r:id="rId11"/>
    <p:sldId id="520" r:id="rId12"/>
    <p:sldId id="523" r:id="rId13"/>
    <p:sldId id="524" r:id="rId14"/>
    <p:sldId id="525" r:id="rId15"/>
    <p:sldId id="527" r:id="rId16"/>
    <p:sldId id="531" r:id="rId17"/>
    <p:sldId id="543" r:id="rId18"/>
    <p:sldId id="544" r:id="rId19"/>
    <p:sldId id="538" r:id="rId20"/>
    <p:sldId id="533" r:id="rId21"/>
    <p:sldId id="545" r:id="rId22"/>
    <p:sldId id="534" r:id="rId23"/>
    <p:sldId id="546" r:id="rId24"/>
    <p:sldId id="548" r:id="rId25"/>
    <p:sldId id="535" r:id="rId26"/>
    <p:sldId id="550" r:id="rId27"/>
    <p:sldId id="551" r:id="rId28"/>
    <p:sldId id="536" r:id="rId29"/>
    <p:sldId id="554" r:id="rId30"/>
    <p:sldId id="555" r:id="rId31"/>
    <p:sldId id="556" r:id="rId32"/>
    <p:sldId id="440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96863"/>
    <a:srgbClr val="FF40FF"/>
    <a:srgbClr val="CBD947"/>
    <a:srgbClr val="32418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FF8E01-DE24-0F4F-A559-943D670B7764}" v="50" dt="2024-08-14T17:48:44.40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92" autoAdjust="0"/>
    <p:restoredTop sz="94402"/>
  </p:normalViewPr>
  <p:slideViewPr>
    <p:cSldViewPr snapToGrid="0">
      <p:cViewPr>
        <p:scale>
          <a:sx n="131" d="100"/>
          <a:sy n="131" d="100"/>
        </p:scale>
        <p:origin x="1056" y="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nnel D. Palenzuela" userId="27216d6f-a712-48da-bcb2-613e4bc945ac" providerId="ADAL" clId="{16736750-74B4-184C-AACF-97E7E4B9FAA6}"/>
    <pc:docChg chg="undo custSel addSld delSld modSld sldOrd modMainMaster">
      <pc:chgData name="Ronnel D. Palenzuela" userId="27216d6f-a712-48da-bcb2-613e4bc945ac" providerId="ADAL" clId="{16736750-74B4-184C-AACF-97E7E4B9FAA6}" dt="2024-08-13T03:37:12.131" v="3508" actId="207"/>
      <pc:docMkLst>
        <pc:docMk/>
      </pc:docMkLst>
      <pc:sldChg chg="modSp mod">
        <pc:chgData name="Ronnel D. Palenzuela" userId="27216d6f-a712-48da-bcb2-613e4bc945ac" providerId="ADAL" clId="{16736750-74B4-184C-AACF-97E7E4B9FAA6}" dt="2024-08-11T23:14:10.328" v="2625" actId="20577"/>
        <pc:sldMkLst>
          <pc:docMk/>
          <pc:sldMk cId="3455369248" sldId="257"/>
        </pc:sldMkLst>
        <pc:spChg chg="mod">
          <ac:chgData name="Ronnel D. Palenzuela" userId="27216d6f-a712-48da-bcb2-613e4bc945ac" providerId="ADAL" clId="{16736750-74B4-184C-AACF-97E7E4B9FAA6}" dt="2024-08-11T23:14:10.328" v="2625" actId="20577"/>
          <ac:spMkLst>
            <pc:docMk/>
            <pc:sldMk cId="3455369248" sldId="257"/>
            <ac:spMk id="3" creationId="{55CA8846-F5F9-9E2F-7E86-4EDFA1AEFED2}"/>
          </ac:spMkLst>
        </pc:spChg>
      </pc:sldChg>
      <pc:sldChg chg="addSp delSp modSp del mod setBg modNotesTx">
        <pc:chgData name="Ronnel D. Palenzuela" userId="27216d6f-a712-48da-bcb2-613e4bc945ac" providerId="ADAL" clId="{16736750-74B4-184C-AACF-97E7E4B9FAA6}" dt="2024-08-11T06:16:40.205" v="363" actId="2696"/>
        <pc:sldMkLst>
          <pc:docMk/>
          <pc:sldMk cId="218736974" sldId="258"/>
        </pc:sldMkLst>
        <pc:spChg chg="mod">
          <ac:chgData name="Ronnel D. Palenzuela" userId="27216d6f-a712-48da-bcb2-613e4bc945ac" providerId="ADAL" clId="{16736750-74B4-184C-AACF-97E7E4B9FAA6}" dt="2024-08-11T06:16:07.116" v="348" actId="26606"/>
          <ac:spMkLst>
            <pc:docMk/>
            <pc:sldMk cId="218736974" sldId="258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6:16:25.529" v="353" actId="21"/>
          <ac:spMkLst>
            <pc:docMk/>
            <pc:sldMk cId="218736974" sldId="258"/>
            <ac:spMk id="3" creationId="{F9E9654B-D8E5-22CA-371A-57FADD13842B}"/>
          </ac:spMkLst>
        </pc:spChg>
        <pc:spChg chg="add del">
          <ac:chgData name="Ronnel D. Palenzuela" userId="27216d6f-a712-48da-bcb2-613e4bc945ac" providerId="ADAL" clId="{16736750-74B4-184C-AACF-97E7E4B9FAA6}" dt="2024-08-11T06:16:07.116" v="348" actId="26606"/>
          <ac:spMkLst>
            <pc:docMk/>
            <pc:sldMk cId="218736974" sldId="258"/>
            <ac:spMk id="9" creationId="{04812C46-200A-4DEB-A05E-3ED6C68C2387}"/>
          </ac:spMkLst>
        </pc:spChg>
        <pc:spChg chg="add del">
          <ac:chgData name="Ronnel D. Palenzuela" userId="27216d6f-a712-48da-bcb2-613e4bc945ac" providerId="ADAL" clId="{16736750-74B4-184C-AACF-97E7E4B9FAA6}" dt="2024-08-11T06:16:07.116" v="348" actId="26606"/>
          <ac:spMkLst>
            <pc:docMk/>
            <pc:sldMk cId="218736974" sldId="258"/>
            <ac:spMk id="11" creationId="{D1EA859B-E555-4109-94F3-6700E046E008}"/>
          </ac:spMkLst>
        </pc:spChg>
        <pc:picChg chg="add del mod ord">
          <ac:chgData name="Ronnel D. Palenzuela" userId="27216d6f-a712-48da-bcb2-613e4bc945ac" providerId="ADAL" clId="{16736750-74B4-184C-AACF-97E7E4B9FAA6}" dt="2024-08-11T06:16:38.323" v="362" actId="21"/>
          <ac:picMkLst>
            <pc:docMk/>
            <pc:sldMk cId="218736974" sldId="258"/>
            <ac:picMk id="4" creationId="{98D0E626-B0C1-BC0F-8BBE-013B7E7B3AA6}"/>
          </ac:picMkLst>
        </pc:picChg>
      </pc:sldChg>
      <pc:sldChg chg="addSp delSp modSp mod modNotesTx">
        <pc:chgData name="Ronnel D. Palenzuela" userId="27216d6f-a712-48da-bcb2-613e4bc945ac" providerId="ADAL" clId="{16736750-74B4-184C-AACF-97E7E4B9FAA6}" dt="2024-08-11T12:37:53.539" v="2618" actId="20577"/>
        <pc:sldMkLst>
          <pc:docMk/>
          <pc:sldMk cId="3256538018" sldId="259"/>
        </pc:sldMkLst>
        <pc:spChg chg="mod">
          <ac:chgData name="Ronnel D. Palenzuela" userId="27216d6f-a712-48da-bcb2-613e4bc945ac" providerId="ADAL" clId="{16736750-74B4-184C-AACF-97E7E4B9FAA6}" dt="2024-08-11T06:18:47.941" v="388" actId="14100"/>
          <ac:spMkLst>
            <pc:docMk/>
            <pc:sldMk cId="3256538018" sldId="259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2:37:53.539" v="2618" actId="20577"/>
          <ac:spMkLst>
            <pc:docMk/>
            <pc:sldMk cId="3256538018" sldId="259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06:21:54.031" v="403" actId="1076"/>
          <ac:picMkLst>
            <pc:docMk/>
            <pc:sldMk cId="3256538018" sldId="259"/>
            <ac:picMk id="4" creationId="{E700435F-1E7A-3EEC-4AA8-86923D600596}"/>
          </ac:picMkLst>
        </pc:picChg>
        <pc:picChg chg="del">
          <ac:chgData name="Ronnel D. Palenzuela" userId="27216d6f-a712-48da-bcb2-613e4bc945ac" providerId="ADAL" clId="{16736750-74B4-184C-AACF-97E7E4B9FAA6}" dt="2024-08-11T06:16:36.656" v="361" actId="478"/>
          <ac:picMkLst>
            <pc:docMk/>
            <pc:sldMk cId="3256538018" sldId="259"/>
            <ac:picMk id="5" creationId="{D3CE80CF-7820-04DC-00A6-061A45338617}"/>
          </ac:picMkLst>
        </pc:picChg>
        <pc:picChg chg="del">
          <ac:chgData name="Ronnel D. Palenzuela" userId="27216d6f-a712-48da-bcb2-613e4bc945ac" providerId="ADAL" clId="{16736750-74B4-184C-AACF-97E7E4B9FAA6}" dt="2024-08-11T06:16:36.656" v="361" actId="478"/>
          <ac:picMkLst>
            <pc:docMk/>
            <pc:sldMk cId="3256538018" sldId="259"/>
            <ac:picMk id="6" creationId="{105319CD-EE8D-3939-D407-76A3761FCAFE}"/>
          </ac:picMkLst>
        </pc:picChg>
        <pc:picChg chg="del">
          <ac:chgData name="Ronnel D. Palenzuela" userId="27216d6f-a712-48da-bcb2-613e4bc945ac" providerId="ADAL" clId="{16736750-74B4-184C-AACF-97E7E4B9FAA6}" dt="2024-08-11T06:16:36.656" v="361" actId="478"/>
          <ac:picMkLst>
            <pc:docMk/>
            <pc:sldMk cId="3256538018" sldId="259"/>
            <ac:picMk id="7" creationId="{763F4613-1B0F-8B43-1A32-113F3480FFDD}"/>
          </ac:picMkLst>
        </pc:picChg>
        <pc:picChg chg="del">
          <ac:chgData name="Ronnel D. Palenzuela" userId="27216d6f-a712-48da-bcb2-613e4bc945ac" providerId="ADAL" clId="{16736750-74B4-184C-AACF-97E7E4B9FAA6}" dt="2024-08-11T06:16:36.656" v="361" actId="478"/>
          <ac:picMkLst>
            <pc:docMk/>
            <pc:sldMk cId="3256538018" sldId="259"/>
            <ac:picMk id="8" creationId="{3F65A7A7-479E-10AB-F526-C7D8854988BE}"/>
          </ac:picMkLst>
        </pc:picChg>
        <pc:picChg chg="add mod">
          <ac:chgData name="Ronnel D. Palenzuela" userId="27216d6f-a712-48da-bcb2-613e4bc945ac" providerId="ADAL" clId="{16736750-74B4-184C-AACF-97E7E4B9FAA6}" dt="2024-08-11T06:21:54.464" v="404" actId="1076"/>
          <ac:picMkLst>
            <pc:docMk/>
            <pc:sldMk cId="3256538018" sldId="259"/>
            <ac:picMk id="9" creationId="{5039F99A-C68C-0B5B-1A0E-5505DF7E762C}"/>
          </ac:picMkLst>
        </pc:picChg>
      </pc:sldChg>
      <pc:sldChg chg="del modNotesTx">
        <pc:chgData name="Ronnel D. Palenzuela" userId="27216d6f-a712-48da-bcb2-613e4bc945ac" providerId="ADAL" clId="{16736750-74B4-184C-AACF-97E7E4B9FAA6}" dt="2024-08-11T06:22:16.116" v="405" actId="2696"/>
        <pc:sldMkLst>
          <pc:docMk/>
          <pc:sldMk cId="606913761" sldId="260"/>
        </pc:sldMkLst>
      </pc:sldChg>
      <pc:sldChg chg="del">
        <pc:chgData name="Ronnel D. Palenzuela" userId="27216d6f-a712-48da-bcb2-613e4bc945ac" providerId="ADAL" clId="{16736750-74B4-184C-AACF-97E7E4B9FAA6}" dt="2024-08-11T06:22:16.124" v="406" actId="2696"/>
        <pc:sldMkLst>
          <pc:docMk/>
          <pc:sldMk cId="285302475" sldId="261"/>
        </pc:sldMkLst>
      </pc:sldChg>
      <pc:sldChg chg="del modNotesTx">
        <pc:chgData name="Ronnel D. Palenzuela" userId="27216d6f-a712-48da-bcb2-613e4bc945ac" providerId="ADAL" clId="{16736750-74B4-184C-AACF-97E7E4B9FAA6}" dt="2024-08-11T09:23:38.794" v="1383" actId="2696"/>
        <pc:sldMkLst>
          <pc:docMk/>
          <pc:sldMk cId="1633078811" sldId="262"/>
        </pc:sldMkLst>
      </pc:sldChg>
      <pc:sldChg chg="addSp delSp modSp mod ord setBg modNotesTx">
        <pc:chgData name="Ronnel D. Palenzuela" userId="27216d6f-a712-48da-bcb2-613e4bc945ac" providerId="ADAL" clId="{16736750-74B4-184C-AACF-97E7E4B9FAA6}" dt="2024-08-11T07:26:40.554" v="869" actId="20577"/>
        <pc:sldMkLst>
          <pc:docMk/>
          <pc:sldMk cId="3611571112" sldId="263"/>
        </pc:sldMkLst>
        <pc:spChg chg="mod">
          <ac:chgData name="Ronnel D. Palenzuela" userId="27216d6f-a712-48da-bcb2-613e4bc945ac" providerId="ADAL" clId="{16736750-74B4-184C-AACF-97E7E4B9FAA6}" dt="2024-08-11T07:26:40.554" v="869" actId="20577"/>
          <ac:spMkLst>
            <pc:docMk/>
            <pc:sldMk cId="3611571112" sldId="263"/>
            <ac:spMk id="2" creationId="{4B9DC0FD-E73C-26A6-891F-61B461076958}"/>
          </ac:spMkLst>
        </pc:spChg>
        <pc:spChg chg="del mod">
          <ac:chgData name="Ronnel D. Palenzuela" userId="27216d6f-a712-48da-bcb2-613e4bc945ac" providerId="ADAL" clId="{16736750-74B4-184C-AACF-97E7E4B9FAA6}" dt="2024-08-11T05:58:13.516" v="174" actId="478"/>
          <ac:spMkLst>
            <pc:docMk/>
            <pc:sldMk cId="3611571112" sldId="263"/>
            <ac:spMk id="3" creationId="{55CA8846-F5F9-9E2F-7E86-4EDFA1AEFED2}"/>
          </ac:spMkLst>
        </pc:spChg>
        <pc:spChg chg="add del">
          <ac:chgData name="Ronnel D. Palenzuela" userId="27216d6f-a712-48da-bcb2-613e4bc945ac" providerId="ADAL" clId="{16736750-74B4-184C-AACF-97E7E4B9FAA6}" dt="2024-08-11T06:07:07.454" v="259" actId="26606"/>
          <ac:spMkLst>
            <pc:docMk/>
            <pc:sldMk cId="3611571112" sldId="263"/>
            <ac:spMk id="9" creationId="{0DBF1ABE-8590-450D-BB49-BDDCCF3EEA9E}"/>
          </ac:spMkLst>
        </pc:spChg>
        <pc:spChg chg="add del">
          <ac:chgData name="Ronnel D. Palenzuela" userId="27216d6f-a712-48da-bcb2-613e4bc945ac" providerId="ADAL" clId="{16736750-74B4-184C-AACF-97E7E4B9FAA6}" dt="2024-08-11T06:07:07.454" v="259" actId="26606"/>
          <ac:spMkLst>
            <pc:docMk/>
            <pc:sldMk cId="3611571112" sldId="263"/>
            <ac:spMk id="11" creationId="{18D32C3D-8F76-4E99-BE56-0836CC38CC84}"/>
          </ac:spMkLst>
        </pc:spChg>
        <pc:spChg chg="add del">
          <ac:chgData name="Ronnel D. Palenzuela" userId="27216d6f-a712-48da-bcb2-613e4bc945ac" providerId="ADAL" clId="{16736750-74B4-184C-AACF-97E7E4B9FAA6}" dt="2024-08-11T06:07:07.454" v="259" actId="26606"/>
          <ac:spMkLst>
            <pc:docMk/>
            <pc:sldMk cId="3611571112" sldId="263"/>
            <ac:spMk id="13" creationId="{70766076-46F5-42D5-A773-2B3BEF2B8B74}"/>
          </ac:spMkLst>
        </pc:spChg>
        <pc:spChg chg="add del">
          <ac:chgData name="Ronnel D. Palenzuela" userId="27216d6f-a712-48da-bcb2-613e4bc945ac" providerId="ADAL" clId="{16736750-74B4-184C-AACF-97E7E4B9FAA6}" dt="2024-08-11T06:07:07.454" v="259" actId="26606"/>
          <ac:spMkLst>
            <pc:docMk/>
            <pc:sldMk cId="3611571112" sldId="263"/>
            <ac:spMk id="15" creationId="{CB7B90D9-1EC2-4A12-B24A-342C1BCA2FA1}"/>
          </ac:spMkLst>
        </pc:spChg>
        <pc:picChg chg="add del mod">
          <ac:chgData name="Ronnel D. Palenzuela" userId="27216d6f-a712-48da-bcb2-613e4bc945ac" providerId="ADAL" clId="{16736750-74B4-184C-AACF-97E7E4B9FAA6}" dt="2024-08-11T06:09:13.684" v="283" actId="478"/>
          <ac:picMkLst>
            <pc:docMk/>
            <pc:sldMk cId="3611571112" sldId="263"/>
            <ac:picMk id="4" creationId="{C459ACEE-C018-E6AA-F0E7-E4078174E3AF}"/>
          </ac:picMkLst>
        </pc:picChg>
      </pc:sldChg>
      <pc:sldChg chg="modSp mod">
        <pc:chgData name="Ronnel D. Palenzuela" userId="27216d6f-a712-48da-bcb2-613e4bc945ac" providerId="ADAL" clId="{16736750-74B4-184C-AACF-97E7E4B9FAA6}" dt="2024-08-11T05:45:49.289" v="62" actId="207"/>
        <pc:sldMkLst>
          <pc:docMk/>
          <pc:sldMk cId="261940385" sldId="264"/>
        </pc:sldMkLst>
        <pc:spChg chg="mod">
          <ac:chgData name="Ronnel D. Palenzuela" userId="27216d6f-a712-48da-bcb2-613e4bc945ac" providerId="ADAL" clId="{16736750-74B4-184C-AACF-97E7E4B9FAA6}" dt="2024-08-11T05:45:49.289" v="62" actId="207"/>
          <ac:spMkLst>
            <pc:docMk/>
            <pc:sldMk cId="261940385" sldId="264"/>
            <ac:spMk id="3" creationId="{A8B75234-3FB1-B597-DF46-CD5827D3C5AF}"/>
          </ac:spMkLst>
        </pc:spChg>
      </pc:sldChg>
      <pc:sldChg chg="addSp delSp modSp add mod modNotesTx">
        <pc:chgData name="Ronnel D. Palenzuela" userId="27216d6f-a712-48da-bcb2-613e4bc945ac" providerId="ADAL" clId="{16736750-74B4-184C-AACF-97E7E4B9FAA6}" dt="2024-08-11T06:53:23.498" v="651" actId="20577"/>
        <pc:sldMkLst>
          <pc:docMk/>
          <pc:sldMk cId="538568147" sldId="265"/>
        </pc:sldMkLst>
        <pc:spChg chg="mod">
          <ac:chgData name="Ronnel D. Palenzuela" userId="27216d6f-a712-48da-bcb2-613e4bc945ac" providerId="ADAL" clId="{16736750-74B4-184C-AACF-97E7E4B9FAA6}" dt="2024-08-11T06:24:33.995" v="426" actId="20577"/>
          <ac:spMkLst>
            <pc:docMk/>
            <pc:sldMk cId="538568147" sldId="265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6:53:05.724" v="648" actId="207"/>
          <ac:spMkLst>
            <pc:docMk/>
            <pc:sldMk cId="538568147" sldId="265"/>
            <ac:spMk id="3" creationId="{F9E9654B-D8E5-22CA-371A-57FADD13842B}"/>
          </ac:spMkLst>
        </pc:spChg>
        <pc:spChg chg="add del mod">
          <ac:chgData name="Ronnel D. Palenzuela" userId="27216d6f-a712-48da-bcb2-613e4bc945ac" providerId="ADAL" clId="{16736750-74B4-184C-AACF-97E7E4B9FAA6}" dt="2024-08-11T06:53:08.656" v="650" actId="478"/>
          <ac:spMkLst>
            <pc:docMk/>
            <pc:sldMk cId="538568147" sldId="265"/>
            <ac:spMk id="11" creationId="{2E179526-39F5-A7F9-BE56-7FA6A5CD0F1A}"/>
          </ac:spMkLst>
        </pc:spChg>
        <pc:picChg chg="del">
          <ac:chgData name="Ronnel D. Palenzuela" userId="27216d6f-a712-48da-bcb2-613e4bc945ac" providerId="ADAL" clId="{16736750-74B4-184C-AACF-97E7E4B9FAA6}" dt="2024-08-11T06:28:11.603" v="470" actId="478"/>
          <ac:picMkLst>
            <pc:docMk/>
            <pc:sldMk cId="538568147" sldId="265"/>
            <ac:picMk id="4" creationId="{E700435F-1E7A-3EEC-4AA8-86923D600596}"/>
          </ac:picMkLst>
        </pc:picChg>
        <pc:picChg chg="add del mod">
          <ac:chgData name="Ronnel D. Palenzuela" userId="27216d6f-a712-48da-bcb2-613e4bc945ac" providerId="ADAL" clId="{16736750-74B4-184C-AACF-97E7E4B9FAA6}" dt="2024-08-11T06:29:57.039" v="479" actId="478"/>
          <ac:picMkLst>
            <pc:docMk/>
            <pc:sldMk cId="538568147" sldId="265"/>
            <ac:picMk id="5" creationId="{6120C7BE-6D16-542F-8D12-5F374110B259}"/>
          </ac:picMkLst>
        </pc:picChg>
        <pc:picChg chg="add mod">
          <ac:chgData name="Ronnel D. Palenzuela" userId="27216d6f-a712-48da-bcb2-613e4bc945ac" providerId="ADAL" clId="{16736750-74B4-184C-AACF-97E7E4B9FAA6}" dt="2024-08-11T06:37:15.786" v="541" actId="1076"/>
          <ac:picMkLst>
            <pc:docMk/>
            <pc:sldMk cId="538568147" sldId="265"/>
            <ac:picMk id="6" creationId="{E6F66661-8045-D9A5-7A22-9C32CFDC9130}"/>
          </ac:picMkLst>
        </pc:picChg>
        <pc:picChg chg="add mod">
          <ac:chgData name="Ronnel D. Palenzuela" userId="27216d6f-a712-48da-bcb2-613e4bc945ac" providerId="ADAL" clId="{16736750-74B4-184C-AACF-97E7E4B9FAA6}" dt="2024-08-11T06:38:05.418" v="564" actId="1076"/>
          <ac:picMkLst>
            <pc:docMk/>
            <pc:sldMk cId="538568147" sldId="265"/>
            <ac:picMk id="7" creationId="{034B6557-36A5-121F-76C7-3EA4B37D7CFA}"/>
          </ac:picMkLst>
        </pc:picChg>
        <pc:picChg chg="add mod">
          <ac:chgData name="Ronnel D. Palenzuela" userId="27216d6f-a712-48da-bcb2-613e4bc945ac" providerId="ADAL" clId="{16736750-74B4-184C-AACF-97E7E4B9FAA6}" dt="2024-08-11T06:38:07.200" v="565" actId="1076"/>
          <ac:picMkLst>
            <pc:docMk/>
            <pc:sldMk cId="538568147" sldId="265"/>
            <ac:picMk id="8" creationId="{1FB21C6D-D0A1-8AEB-319B-0296807954C0}"/>
          </ac:picMkLst>
        </pc:picChg>
        <pc:picChg chg="del">
          <ac:chgData name="Ronnel D. Palenzuela" userId="27216d6f-a712-48da-bcb2-613e4bc945ac" providerId="ADAL" clId="{16736750-74B4-184C-AACF-97E7E4B9FAA6}" dt="2024-08-11T06:28:10.344" v="469" actId="478"/>
          <ac:picMkLst>
            <pc:docMk/>
            <pc:sldMk cId="538568147" sldId="265"/>
            <ac:picMk id="9" creationId="{5039F99A-C68C-0B5B-1A0E-5505DF7E762C}"/>
          </ac:picMkLst>
        </pc:picChg>
        <pc:picChg chg="add mod">
          <ac:chgData name="Ronnel D. Palenzuela" userId="27216d6f-a712-48da-bcb2-613e4bc945ac" providerId="ADAL" clId="{16736750-74B4-184C-AACF-97E7E4B9FAA6}" dt="2024-08-11T06:38:14.300" v="567" actId="1076"/>
          <ac:picMkLst>
            <pc:docMk/>
            <pc:sldMk cId="538568147" sldId="265"/>
            <ac:picMk id="10" creationId="{DA4EB7EF-513D-C40D-5DC5-6B39809CDC00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7:02:04.499" v="710" actId="207"/>
        <pc:sldMkLst>
          <pc:docMk/>
          <pc:sldMk cId="3029220167" sldId="266"/>
        </pc:sldMkLst>
        <pc:spChg chg="mod">
          <ac:chgData name="Ronnel D. Palenzuela" userId="27216d6f-a712-48da-bcb2-613e4bc945ac" providerId="ADAL" clId="{16736750-74B4-184C-AACF-97E7E4B9FAA6}" dt="2024-08-11T06:42:43.526" v="580"/>
          <ac:spMkLst>
            <pc:docMk/>
            <pc:sldMk cId="3029220167" sldId="266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7:02:04.499" v="710" actId="207"/>
          <ac:spMkLst>
            <pc:docMk/>
            <pc:sldMk cId="3029220167" sldId="266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06:50:04.050" v="627" actId="1076"/>
          <ac:picMkLst>
            <pc:docMk/>
            <pc:sldMk cId="3029220167" sldId="266"/>
            <ac:picMk id="4" creationId="{976997AD-2D0B-ADA0-F7E4-E6B598F2CBB8}"/>
          </ac:picMkLst>
        </pc:picChg>
        <pc:picChg chg="add mod">
          <ac:chgData name="Ronnel D. Palenzuela" userId="27216d6f-a712-48da-bcb2-613e4bc945ac" providerId="ADAL" clId="{16736750-74B4-184C-AACF-97E7E4B9FAA6}" dt="2024-08-11T06:50:05.208" v="628" actId="1076"/>
          <ac:picMkLst>
            <pc:docMk/>
            <pc:sldMk cId="3029220167" sldId="266"/>
            <ac:picMk id="5" creationId="{543B0815-1AAB-9A0C-012F-1501ED91F33D}"/>
          </ac:picMkLst>
        </pc:picChg>
        <pc:picChg chg="del">
          <ac:chgData name="Ronnel D. Palenzuela" userId="27216d6f-a712-48da-bcb2-613e4bc945ac" providerId="ADAL" clId="{16736750-74B4-184C-AACF-97E7E4B9FAA6}" dt="2024-08-11T06:42:45.638" v="581" actId="478"/>
          <ac:picMkLst>
            <pc:docMk/>
            <pc:sldMk cId="3029220167" sldId="266"/>
            <ac:picMk id="6" creationId="{E6F66661-8045-D9A5-7A22-9C32CFDC9130}"/>
          </ac:picMkLst>
        </pc:picChg>
        <pc:picChg chg="del">
          <ac:chgData name="Ronnel D. Palenzuela" userId="27216d6f-a712-48da-bcb2-613e4bc945ac" providerId="ADAL" clId="{16736750-74B4-184C-AACF-97E7E4B9FAA6}" dt="2024-08-11T06:42:46.348" v="583" actId="478"/>
          <ac:picMkLst>
            <pc:docMk/>
            <pc:sldMk cId="3029220167" sldId="266"/>
            <ac:picMk id="7" creationId="{034B6557-36A5-121F-76C7-3EA4B37D7CFA}"/>
          </ac:picMkLst>
        </pc:picChg>
        <pc:picChg chg="del">
          <ac:chgData name="Ronnel D. Palenzuela" userId="27216d6f-a712-48da-bcb2-613e4bc945ac" providerId="ADAL" clId="{16736750-74B4-184C-AACF-97E7E4B9FAA6}" dt="2024-08-11T06:42:46.099" v="582" actId="478"/>
          <ac:picMkLst>
            <pc:docMk/>
            <pc:sldMk cId="3029220167" sldId="266"/>
            <ac:picMk id="8" creationId="{1FB21C6D-D0A1-8AEB-319B-0296807954C0}"/>
          </ac:picMkLst>
        </pc:picChg>
        <pc:picChg chg="del">
          <ac:chgData name="Ronnel D. Palenzuela" userId="27216d6f-a712-48da-bcb2-613e4bc945ac" providerId="ADAL" clId="{16736750-74B4-184C-AACF-97E7E4B9FAA6}" dt="2024-08-11T06:42:47.223" v="584" actId="478"/>
          <ac:picMkLst>
            <pc:docMk/>
            <pc:sldMk cId="3029220167" sldId="266"/>
            <ac:picMk id="10" creationId="{DA4EB7EF-513D-C40D-5DC5-6B39809CDC00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6:58:25.859" v="689" actId="1076"/>
        <pc:sldMkLst>
          <pc:docMk/>
          <pc:sldMk cId="3285671655" sldId="267"/>
        </pc:sldMkLst>
        <pc:spChg chg="mod">
          <ac:chgData name="Ronnel D. Palenzuela" userId="27216d6f-a712-48da-bcb2-613e4bc945ac" providerId="ADAL" clId="{16736750-74B4-184C-AACF-97E7E4B9FAA6}" dt="2024-08-11T06:51:36.841" v="633"/>
          <ac:spMkLst>
            <pc:docMk/>
            <pc:sldMk cId="3285671655" sldId="267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6:55:05.721" v="666" actId="207"/>
          <ac:spMkLst>
            <pc:docMk/>
            <pc:sldMk cId="3285671655" sldId="267"/>
            <ac:spMk id="3" creationId="{F9E9654B-D8E5-22CA-371A-57FADD13842B}"/>
          </ac:spMkLst>
        </pc:spChg>
        <pc:spChg chg="add del">
          <ac:chgData name="Ronnel D. Palenzuela" userId="27216d6f-a712-48da-bcb2-613e4bc945ac" providerId="ADAL" clId="{16736750-74B4-184C-AACF-97E7E4B9FAA6}" dt="2024-08-11T06:56:21.472" v="668" actId="22"/>
          <ac:spMkLst>
            <pc:docMk/>
            <pc:sldMk cId="3285671655" sldId="267"/>
            <ac:spMk id="7" creationId="{596F8A18-C394-6B31-5658-595AADFFEFA2}"/>
          </ac:spMkLst>
        </pc:spChg>
        <pc:picChg chg="del">
          <ac:chgData name="Ronnel D. Palenzuela" userId="27216d6f-a712-48da-bcb2-613e4bc945ac" providerId="ADAL" clId="{16736750-74B4-184C-AACF-97E7E4B9FAA6}" dt="2024-08-11T06:51:38.803" v="634" actId="478"/>
          <ac:picMkLst>
            <pc:docMk/>
            <pc:sldMk cId="3285671655" sldId="267"/>
            <ac:picMk id="4" creationId="{976997AD-2D0B-ADA0-F7E4-E6B598F2CBB8}"/>
          </ac:picMkLst>
        </pc:picChg>
        <pc:picChg chg="del">
          <ac:chgData name="Ronnel D. Palenzuela" userId="27216d6f-a712-48da-bcb2-613e4bc945ac" providerId="ADAL" clId="{16736750-74B4-184C-AACF-97E7E4B9FAA6}" dt="2024-08-11T06:51:39.955" v="635" actId="478"/>
          <ac:picMkLst>
            <pc:docMk/>
            <pc:sldMk cId="3285671655" sldId="267"/>
            <ac:picMk id="5" creationId="{543B0815-1AAB-9A0C-012F-1501ED91F33D}"/>
          </ac:picMkLst>
        </pc:picChg>
        <pc:picChg chg="add mod">
          <ac:chgData name="Ronnel D. Palenzuela" userId="27216d6f-a712-48da-bcb2-613e4bc945ac" providerId="ADAL" clId="{16736750-74B4-184C-AACF-97E7E4B9FAA6}" dt="2024-08-11T06:57:04.182" v="677" actId="1076"/>
          <ac:picMkLst>
            <pc:docMk/>
            <pc:sldMk cId="3285671655" sldId="267"/>
            <ac:picMk id="8" creationId="{35691684-4C7D-7C51-9845-5864FCF62DB6}"/>
          </ac:picMkLst>
        </pc:picChg>
        <pc:picChg chg="add mod">
          <ac:chgData name="Ronnel D. Palenzuela" userId="27216d6f-a712-48da-bcb2-613e4bc945ac" providerId="ADAL" clId="{16736750-74B4-184C-AACF-97E7E4B9FAA6}" dt="2024-08-11T06:58:22.395" v="688" actId="1076"/>
          <ac:picMkLst>
            <pc:docMk/>
            <pc:sldMk cId="3285671655" sldId="267"/>
            <ac:picMk id="9" creationId="{F54E6630-57D0-5DF2-6976-D72FAC436DA6}"/>
          </ac:picMkLst>
        </pc:picChg>
        <pc:picChg chg="add mod">
          <ac:chgData name="Ronnel D. Palenzuela" userId="27216d6f-a712-48da-bcb2-613e4bc945ac" providerId="ADAL" clId="{16736750-74B4-184C-AACF-97E7E4B9FAA6}" dt="2024-08-11T06:58:25.859" v="689" actId="1076"/>
          <ac:picMkLst>
            <pc:docMk/>
            <pc:sldMk cId="3285671655" sldId="267"/>
            <ac:picMk id="10" creationId="{13055B59-E94F-ADE5-68C0-75FBEF4CB412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7:12:26.720" v="817" actId="20577"/>
        <pc:sldMkLst>
          <pc:docMk/>
          <pc:sldMk cId="1637530094" sldId="268"/>
        </pc:sldMkLst>
        <pc:spChg chg="mod">
          <ac:chgData name="Ronnel D. Palenzuela" userId="27216d6f-a712-48da-bcb2-613e4bc945ac" providerId="ADAL" clId="{16736750-74B4-184C-AACF-97E7E4B9FAA6}" dt="2024-08-11T07:00:32.200" v="691"/>
          <ac:spMkLst>
            <pc:docMk/>
            <pc:sldMk cId="1637530094" sldId="268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7:06:36.137" v="780" actId="207"/>
          <ac:spMkLst>
            <pc:docMk/>
            <pc:sldMk cId="1637530094" sldId="268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07:11:16.031" v="804" actId="1076"/>
          <ac:picMkLst>
            <pc:docMk/>
            <pc:sldMk cId="1637530094" sldId="268"/>
            <ac:picMk id="4" creationId="{8DAC9A4B-5053-02D1-90FB-C7079F1A4364}"/>
          </ac:picMkLst>
        </pc:picChg>
        <pc:picChg chg="add mod">
          <ac:chgData name="Ronnel D. Palenzuela" userId="27216d6f-a712-48da-bcb2-613e4bc945ac" providerId="ADAL" clId="{16736750-74B4-184C-AACF-97E7E4B9FAA6}" dt="2024-08-11T07:11:22.625" v="808" actId="1076"/>
          <ac:picMkLst>
            <pc:docMk/>
            <pc:sldMk cId="1637530094" sldId="268"/>
            <ac:picMk id="5" creationId="{BBAB1D32-E234-CA12-BE46-CDECE16B2766}"/>
          </ac:picMkLst>
        </pc:picChg>
        <pc:picChg chg="add mod">
          <ac:chgData name="Ronnel D. Palenzuela" userId="27216d6f-a712-48da-bcb2-613e4bc945ac" providerId="ADAL" clId="{16736750-74B4-184C-AACF-97E7E4B9FAA6}" dt="2024-08-11T07:11:16.947" v="805" actId="1076"/>
          <ac:picMkLst>
            <pc:docMk/>
            <pc:sldMk cId="1637530094" sldId="268"/>
            <ac:picMk id="6" creationId="{A1B4DA84-5E5D-50EE-1E64-F68500316F28}"/>
          </ac:picMkLst>
        </pc:picChg>
        <pc:picChg chg="del">
          <ac:chgData name="Ronnel D. Palenzuela" userId="27216d6f-a712-48da-bcb2-613e4bc945ac" providerId="ADAL" clId="{16736750-74B4-184C-AACF-97E7E4B9FAA6}" dt="2024-08-11T07:00:35.202" v="692" actId="478"/>
          <ac:picMkLst>
            <pc:docMk/>
            <pc:sldMk cId="1637530094" sldId="268"/>
            <ac:picMk id="8" creationId="{35691684-4C7D-7C51-9845-5864FCF62DB6}"/>
          </ac:picMkLst>
        </pc:picChg>
        <pc:picChg chg="del">
          <ac:chgData name="Ronnel D. Palenzuela" userId="27216d6f-a712-48da-bcb2-613e4bc945ac" providerId="ADAL" clId="{16736750-74B4-184C-AACF-97E7E4B9FAA6}" dt="2024-08-11T07:00:35.776" v="694" actId="478"/>
          <ac:picMkLst>
            <pc:docMk/>
            <pc:sldMk cId="1637530094" sldId="268"/>
            <ac:picMk id="9" creationId="{F54E6630-57D0-5DF2-6976-D72FAC436DA6}"/>
          </ac:picMkLst>
        </pc:picChg>
        <pc:picChg chg="del">
          <ac:chgData name="Ronnel D. Palenzuela" userId="27216d6f-a712-48da-bcb2-613e4bc945ac" providerId="ADAL" clId="{16736750-74B4-184C-AACF-97E7E4B9FAA6}" dt="2024-08-11T07:00:35.569" v="693" actId="478"/>
          <ac:picMkLst>
            <pc:docMk/>
            <pc:sldMk cId="1637530094" sldId="268"/>
            <ac:picMk id="10" creationId="{13055B59-E94F-ADE5-68C0-75FBEF4CB412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7:44:59.535" v="983" actId="1076"/>
        <pc:sldMkLst>
          <pc:docMk/>
          <pc:sldMk cId="4018365145" sldId="269"/>
        </pc:sldMkLst>
        <pc:spChg chg="mod">
          <ac:chgData name="Ronnel D. Palenzuela" userId="27216d6f-a712-48da-bcb2-613e4bc945ac" providerId="ADAL" clId="{16736750-74B4-184C-AACF-97E7E4B9FAA6}" dt="2024-08-11T07:16:05.119" v="827"/>
          <ac:spMkLst>
            <pc:docMk/>
            <pc:sldMk cId="4018365145" sldId="269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7:35:30.083" v="915" actId="20577"/>
          <ac:spMkLst>
            <pc:docMk/>
            <pc:sldMk cId="4018365145" sldId="269"/>
            <ac:spMk id="3" creationId="{F9E9654B-D8E5-22CA-371A-57FADD13842B}"/>
          </ac:spMkLst>
        </pc:spChg>
        <pc:spChg chg="add del mod">
          <ac:chgData name="Ronnel D. Palenzuela" userId="27216d6f-a712-48da-bcb2-613e4bc945ac" providerId="ADAL" clId="{16736750-74B4-184C-AACF-97E7E4B9FAA6}" dt="2024-08-11T07:32:02.501" v="903" actId="478"/>
          <ac:spMkLst>
            <pc:docMk/>
            <pc:sldMk cId="4018365145" sldId="269"/>
            <ac:spMk id="10" creationId="{2210EC6B-E565-AE8A-6A22-E5A42BCDC8C6}"/>
          </ac:spMkLst>
        </pc:spChg>
        <pc:picChg chg="add del">
          <ac:chgData name="Ronnel D. Palenzuela" userId="27216d6f-a712-48da-bcb2-613e4bc945ac" providerId="ADAL" clId="{16736750-74B4-184C-AACF-97E7E4B9FAA6}" dt="2024-08-11T07:12:39.765" v="821" actId="478"/>
          <ac:picMkLst>
            <pc:docMk/>
            <pc:sldMk cId="4018365145" sldId="269"/>
            <ac:picMk id="4" creationId="{8DAC9A4B-5053-02D1-90FB-C7079F1A4364}"/>
          </ac:picMkLst>
        </pc:picChg>
        <pc:picChg chg="add del">
          <ac:chgData name="Ronnel D. Palenzuela" userId="27216d6f-a712-48da-bcb2-613e4bc945ac" providerId="ADAL" clId="{16736750-74B4-184C-AACF-97E7E4B9FAA6}" dt="2024-08-11T07:12:39.556" v="820" actId="478"/>
          <ac:picMkLst>
            <pc:docMk/>
            <pc:sldMk cId="4018365145" sldId="269"/>
            <ac:picMk id="5" creationId="{BBAB1D32-E234-CA12-BE46-CDECE16B2766}"/>
          </ac:picMkLst>
        </pc:picChg>
        <pc:picChg chg="add del">
          <ac:chgData name="Ronnel D. Palenzuela" userId="27216d6f-a712-48da-bcb2-613e4bc945ac" providerId="ADAL" clId="{16736750-74B4-184C-AACF-97E7E4B9FAA6}" dt="2024-08-11T07:12:39.082" v="819" actId="478"/>
          <ac:picMkLst>
            <pc:docMk/>
            <pc:sldMk cId="4018365145" sldId="269"/>
            <ac:picMk id="6" creationId="{A1B4DA84-5E5D-50EE-1E64-F68500316F28}"/>
          </ac:picMkLst>
        </pc:picChg>
        <pc:picChg chg="add del mod modCrop">
          <ac:chgData name="Ronnel D. Palenzuela" userId="27216d6f-a712-48da-bcb2-613e4bc945ac" providerId="ADAL" clId="{16736750-74B4-184C-AACF-97E7E4B9FAA6}" dt="2024-08-11T07:25:14.336" v="838" actId="478"/>
          <ac:picMkLst>
            <pc:docMk/>
            <pc:sldMk cId="4018365145" sldId="269"/>
            <ac:picMk id="7" creationId="{24E2E089-CDE5-B152-E63B-AF3B2C77DA83}"/>
          </ac:picMkLst>
        </pc:picChg>
        <pc:picChg chg="add mod">
          <ac:chgData name="Ronnel D. Palenzuela" userId="27216d6f-a712-48da-bcb2-613e4bc945ac" providerId="ADAL" clId="{16736750-74B4-184C-AACF-97E7E4B9FAA6}" dt="2024-08-11T07:44:45.826" v="980" actId="1076"/>
          <ac:picMkLst>
            <pc:docMk/>
            <pc:sldMk cId="4018365145" sldId="269"/>
            <ac:picMk id="8" creationId="{0B4C34F2-2634-FB62-A93A-843DDDFAA85D}"/>
          </ac:picMkLst>
        </pc:picChg>
        <pc:picChg chg="add mod">
          <ac:chgData name="Ronnel D. Palenzuela" userId="27216d6f-a712-48da-bcb2-613e4bc945ac" providerId="ADAL" clId="{16736750-74B4-184C-AACF-97E7E4B9FAA6}" dt="2024-08-11T07:44:44.353" v="979" actId="1076"/>
          <ac:picMkLst>
            <pc:docMk/>
            <pc:sldMk cId="4018365145" sldId="269"/>
            <ac:picMk id="9" creationId="{0A80EF80-4C5E-8CE0-3F3B-ECF4BE782924}"/>
          </ac:picMkLst>
        </pc:picChg>
        <pc:picChg chg="add mod">
          <ac:chgData name="Ronnel D. Palenzuela" userId="27216d6f-a712-48da-bcb2-613e4bc945ac" providerId="ADAL" clId="{16736750-74B4-184C-AACF-97E7E4B9FAA6}" dt="2024-08-11T07:44:59.535" v="983" actId="1076"/>
          <ac:picMkLst>
            <pc:docMk/>
            <pc:sldMk cId="4018365145" sldId="269"/>
            <ac:picMk id="11" creationId="{366A9246-6DE2-2DC2-8255-E647DD2BB3B9}"/>
          </ac:picMkLst>
        </pc:picChg>
        <pc:picChg chg="add mod">
          <ac:chgData name="Ronnel D. Palenzuela" userId="27216d6f-a712-48da-bcb2-613e4bc945ac" providerId="ADAL" clId="{16736750-74B4-184C-AACF-97E7E4B9FAA6}" dt="2024-08-11T07:44:56.447" v="982" actId="1076"/>
          <ac:picMkLst>
            <pc:docMk/>
            <pc:sldMk cId="4018365145" sldId="269"/>
            <ac:picMk id="12" creationId="{26BABAC0-44F4-586F-DED0-718E3F89CC72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8:05:47.119" v="1143" actId="20577"/>
        <pc:sldMkLst>
          <pc:docMk/>
          <pc:sldMk cId="1107698705" sldId="270"/>
        </pc:sldMkLst>
        <pc:spChg chg="mod">
          <ac:chgData name="Ronnel D. Palenzuela" userId="27216d6f-a712-48da-bcb2-613e4bc945ac" providerId="ADAL" clId="{16736750-74B4-184C-AACF-97E7E4B9FAA6}" dt="2024-08-11T07:46:29.276" v="985"/>
          <ac:spMkLst>
            <pc:docMk/>
            <pc:sldMk cId="1107698705" sldId="270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8:05:47.119" v="1143" actId="20577"/>
          <ac:spMkLst>
            <pc:docMk/>
            <pc:sldMk cId="1107698705" sldId="270"/>
            <ac:spMk id="3" creationId="{F9E9654B-D8E5-22CA-371A-57FADD13842B}"/>
          </ac:spMkLst>
        </pc:spChg>
        <pc:spChg chg="add del">
          <ac:chgData name="Ronnel D. Palenzuela" userId="27216d6f-a712-48da-bcb2-613e4bc945ac" providerId="ADAL" clId="{16736750-74B4-184C-AACF-97E7E4B9FAA6}" dt="2024-08-11T07:47:33" v="994" actId="22"/>
          <ac:spMkLst>
            <pc:docMk/>
            <pc:sldMk cId="1107698705" sldId="270"/>
            <ac:spMk id="5" creationId="{0260329E-59D7-30D5-FD3B-CA26C6DA4CC2}"/>
          </ac:spMkLst>
        </pc:spChg>
        <pc:picChg chg="add del mod">
          <ac:chgData name="Ronnel D. Palenzuela" userId="27216d6f-a712-48da-bcb2-613e4bc945ac" providerId="ADAL" clId="{16736750-74B4-184C-AACF-97E7E4B9FAA6}" dt="2024-08-11T08:04:21.279" v="1113" actId="478"/>
          <ac:picMkLst>
            <pc:docMk/>
            <pc:sldMk cId="1107698705" sldId="270"/>
            <ac:picMk id="6" creationId="{F6F0913D-5280-6557-E0D6-37177696C3FE}"/>
          </ac:picMkLst>
        </pc:picChg>
        <pc:picChg chg="add del mod">
          <ac:chgData name="Ronnel D. Palenzuela" userId="27216d6f-a712-48da-bcb2-613e4bc945ac" providerId="ADAL" clId="{16736750-74B4-184C-AACF-97E7E4B9FAA6}" dt="2024-08-11T08:04:30.393" v="1121" actId="478"/>
          <ac:picMkLst>
            <pc:docMk/>
            <pc:sldMk cId="1107698705" sldId="270"/>
            <ac:picMk id="7" creationId="{73AC98AD-0135-55B1-7582-41B411BF169A}"/>
          </ac:picMkLst>
        </pc:picChg>
        <pc:picChg chg="del">
          <ac:chgData name="Ronnel D. Palenzuela" userId="27216d6f-a712-48da-bcb2-613e4bc945ac" providerId="ADAL" clId="{16736750-74B4-184C-AACF-97E7E4B9FAA6}" dt="2024-08-11T07:46:30.576" v="986" actId="478"/>
          <ac:picMkLst>
            <pc:docMk/>
            <pc:sldMk cId="1107698705" sldId="270"/>
            <ac:picMk id="8" creationId="{0B4C34F2-2634-FB62-A93A-843DDDFAA85D}"/>
          </ac:picMkLst>
        </pc:picChg>
        <pc:picChg chg="del">
          <ac:chgData name="Ronnel D. Palenzuela" userId="27216d6f-a712-48da-bcb2-613e4bc945ac" providerId="ADAL" clId="{16736750-74B4-184C-AACF-97E7E4B9FAA6}" dt="2024-08-11T07:46:30.931" v="987" actId="478"/>
          <ac:picMkLst>
            <pc:docMk/>
            <pc:sldMk cId="1107698705" sldId="270"/>
            <ac:picMk id="9" creationId="{0A80EF80-4C5E-8CE0-3F3B-ECF4BE782924}"/>
          </ac:picMkLst>
        </pc:picChg>
        <pc:picChg chg="add del mod">
          <ac:chgData name="Ronnel D. Palenzuela" userId="27216d6f-a712-48da-bcb2-613e4bc945ac" providerId="ADAL" clId="{16736750-74B4-184C-AACF-97E7E4B9FAA6}" dt="2024-08-11T08:04:21.761" v="1114" actId="478"/>
          <ac:picMkLst>
            <pc:docMk/>
            <pc:sldMk cId="1107698705" sldId="270"/>
            <ac:picMk id="10" creationId="{FB900905-76C3-10D6-5718-53388A3313CC}"/>
          </ac:picMkLst>
        </pc:picChg>
        <pc:picChg chg="del">
          <ac:chgData name="Ronnel D. Palenzuela" userId="27216d6f-a712-48da-bcb2-613e4bc945ac" providerId="ADAL" clId="{16736750-74B4-184C-AACF-97E7E4B9FAA6}" dt="2024-08-11T07:46:31.747" v="989" actId="478"/>
          <ac:picMkLst>
            <pc:docMk/>
            <pc:sldMk cId="1107698705" sldId="270"/>
            <ac:picMk id="11" creationId="{366A9246-6DE2-2DC2-8255-E647DD2BB3B9}"/>
          </ac:picMkLst>
        </pc:picChg>
        <pc:picChg chg="del">
          <ac:chgData name="Ronnel D. Palenzuela" userId="27216d6f-a712-48da-bcb2-613e4bc945ac" providerId="ADAL" clId="{16736750-74B4-184C-AACF-97E7E4B9FAA6}" dt="2024-08-11T07:46:31.281" v="988" actId="478"/>
          <ac:picMkLst>
            <pc:docMk/>
            <pc:sldMk cId="1107698705" sldId="270"/>
            <ac:picMk id="12" creationId="{26BABAC0-44F4-586F-DED0-718E3F89CC72}"/>
          </ac:picMkLst>
        </pc:picChg>
        <pc:picChg chg="add del mod">
          <ac:chgData name="Ronnel D. Palenzuela" userId="27216d6f-a712-48da-bcb2-613e4bc945ac" providerId="ADAL" clId="{16736750-74B4-184C-AACF-97E7E4B9FAA6}" dt="2024-08-11T08:04:34.244" v="1123" actId="478"/>
          <ac:picMkLst>
            <pc:docMk/>
            <pc:sldMk cId="1107698705" sldId="270"/>
            <ac:picMk id="13" creationId="{40D2E8AD-13B2-4451-835B-FE5BF5DE9D4C}"/>
          </ac:picMkLst>
        </pc:picChg>
        <pc:picChg chg="add mod">
          <ac:chgData name="Ronnel D. Palenzuela" userId="27216d6f-a712-48da-bcb2-613e4bc945ac" providerId="ADAL" clId="{16736750-74B4-184C-AACF-97E7E4B9FAA6}" dt="2024-08-11T08:04:58.108" v="1137" actId="1076"/>
          <ac:picMkLst>
            <pc:docMk/>
            <pc:sldMk cId="1107698705" sldId="270"/>
            <ac:picMk id="14" creationId="{DEEFCEAC-1237-459D-26DA-27A3A5A33B86}"/>
          </ac:picMkLst>
        </pc:picChg>
        <pc:picChg chg="add mod">
          <ac:chgData name="Ronnel D. Palenzuela" userId="27216d6f-a712-48da-bcb2-613e4bc945ac" providerId="ADAL" clId="{16736750-74B4-184C-AACF-97E7E4B9FAA6}" dt="2024-08-11T08:04:59.410" v="1138" actId="1076"/>
          <ac:picMkLst>
            <pc:docMk/>
            <pc:sldMk cId="1107698705" sldId="270"/>
            <ac:picMk id="15" creationId="{A5B516AB-1652-AF5A-4C75-50F95BAF6284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8:30:17.053" v="1250" actId="20577"/>
        <pc:sldMkLst>
          <pc:docMk/>
          <pc:sldMk cId="4120804606" sldId="271"/>
        </pc:sldMkLst>
        <pc:spChg chg="mod">
          <ac:chgData name="Ronnel D. Palenzuela" userId="27216d6f-a712-48da-bcb2-613e4bc945ac" providerId="ADAL" clId="{16736750-74B4-184C-AACF-97E7E4B9FAA6}" dt="2024-08-11T08:08:21.681" v="1145"/>
          <ac:spMkLst>
            <pc:docMk/>
            <pc:sldMk cId="4120804606" sldId="271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8:30:17.053" v="1250" actId="20577"/>
          <ac:spMkLst>
            <pc:docMk/>
            <pc:sldMk cId="4120804606" sldId="271"/>
            <ac:spMk id="3" creationId="{F9E9654B-D8E5-22CA-371A-57FADD13842B}"/>
          </ac:spMkLst>
        </pc:spChg>
        <pc:picChg chg="add del mod">
          <ac:chgData name="Ronnel D. Palenzuela" userId="27216d6f-a712-48da-bcb2-613e4bc945ac" providerId="ADAL" clId="{16736750-74B4-184C-AACF-97E7E4B9FAA6}" dt="2024-08-11T08:09:48.461" v="1154" actId="478"/>
          <ac:picMkLst>
            <pc:docMk/>
            <pc:sldMk cId="4120804606" sldId="271"/>
            <ac:picMk id="4" creationId="{05CF3097-3CF3-75ED-05FC-9536932B2EE9}"/>
          </ac:picMkLst>
        </pc:picChg>
        <pc:picChg chg="add del mod">
          <ac:chgData name="Ronnel D. Palenzuela" userId="27216d6f-a712-48da-bcb2-613e4bc945ac" providerId="ADAL" clId="{16736750-74B4-184C-AACF-97E7E4B9FAA6}" dt="2024-08-11T08:18:17.760" v="1203" actId="478"/>
          <ac:picMkLst>
            <pc:docMk/>
            <pc:sldMk cId="4120804606" sldId="271"/>
            <ac:picMk id="5" creationId="{665C9A19-3821-78C6-FC0A-487058CA88E4}"/>
          </ac:picMkLst>
        </pc:picChg>
        <pc:picChg chg="add del mod">
          <ac:chgData name="Ronnel D. Palenzuela" userId="27216d6f-a712-48da-bcb2-613e4bc945ac" providerId="ADAL" clId="{16736750-74B4-184C-AACF-97E7E4B9FAA6}" dt="2024-08-11T08:18:10.881" v="1199" actId="478"/>
          <ac:picMkLst>
            <pc:docMk/>
            <pc:sldMk cId="4120804606" sldId="271"/>
            <ac:picMk id="6" creationId="{571E8300-9783-5EBD-3CC8-5324DBDFD52C}"/>
          </ac:picMkLst>
        </pc:picChg>
        <pc:picChg chg="add del mod">
          <ac:chgData name="Ronnel D. Palenzuela" userId="27216d6f-a712-48da-bcb2-613e4bc945ac" providerId="ADAL" clId="{16736750-74B4-184C-AACF-97E7E4B9FAA6}" dt="2024-08-11T08:19:22.200" v="1207" actId="478"/>
          <ac:picMkLst>
            <pc:docMk/>
            <pc:sldMk cId="4120804606" sldId="271"/>
            <ac:picMk id="7" creationId="{28745F73-0D36-24F7-98C0-E083AC4F1A88}"/>
          </ac:picMkLst>
        </pc:picChg>
        <pc:picChg chg="add mod">
          <ac:chgData name="Ronnel D. Palenzuela" userId="27216d6f-a712-48da-bcb2-613e4bc945ac" providerId="ADAL" clId="{16736750-74B4-184C-AACF-97E7E4B9FAA6}" dt="2024-08-11T08:28:37.501" v="1248" actId="1076"/>
          <ac:picMkLst>
            <pc:docMk/>
            <pc:sldMk cId="4120804606" sldId="271"/>
            <ac:picMk id="8" creationId="{762CEDE9-A9D3-C688-E605-DC73BE380267}"/>
          </ac:picMkLst>
        </pc:picChg>
        <pc:picChg chg="add del mod">
          <ac:chgData name="Ronnel D. Palenzuela" userId="27216d6f-a712-48da-bcb2-613e4bc945ac" providerId="ADAL" clId="{16736750-74B4-184C-AACF-97E7E4B9FAA6}" dt="2024-08-11T08:21:51.715" v="1233" actId="478"/>
          <ac:picMkLst>
            <pc:docMk/>
            <pc:sldMk cId="4120804606" sldId="271"/>
            <ac:picMk id="9" creationId="{B6DAC2B0-EC1A-2208-6BFC-EAB9EA85DF1C}"/>
          </ac:picMkLst>
        </pc:picChg>
        <pc:picChg chg="add mod">
          <ac:chgData name="Ronnel D. Palenzuela" userId="27216d6f-a712-48da-bcb2-613e4bc945ac" providerId="ADAL" clId="{16736750-74B4-184C-AACF-97E7E4B9FAA6}" dt="2024-08-11T08:28:33.027" v="1244" actId="1076"/>
          <ac:picMkLst>
            <pc:docMk/>
            <pc:sldMk cId="4120804606" sldId="271"/>
            <ac:picMk id="11" creationId="{14161C46-4147-A2BC-6E6B-03C93F3A5393}"/>
          </ac:picMkLst>
        </pc:picChg>
        <pc:picChg chg="del">
          <ac:chgData name="Ronnel D. Palenzuela" userId="27216d6f-a712-48da-bcb2-613e4bc945ac" providerId="ADAL" clId="{16736750-74B4-184C-AACF-97E7E4B9FAA6}" dt="2024-08-11T08:08:26.254" v="1146" actId="478"/>
          <ac:picMkLst>
            <pc:docMk/>
            <pc:sldMk cId="4120804606" sldId="271"/>
            <ac:picMk id="14" creationId="{DEEFCEAC-1237-459D-26DA-27A3A5A33B86}"/>
          </ac:picMkLst>
        </pc:picChg>
        <pc:picChg chg="del">
          <ac:chgData name="Ronnel D. Palenzuela" userId="27216d6f-a712-48da-bcb2-613e4bc945ac" providerId="ADAL" clId="{16736750-74B4-184C-AACF-97E7E4B9FAA6}" dt="2024-08-11T08:08:26.809" v="1147" actId="478"/>
          <ac:picMkLst>
            <pc:docMk/>
            <pc:sldMk cId="4120804606" sldId="271"/>
            <ac:picMk id="15" creationId="{A5B516AB-1652-AF5A-4C75-50F95BAF6284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8:38:43.052" v="1339" actId="20577"/>
        <pc:sldMkLst>
          <pc:docMk/>
          <pc:sldMk cId="2005021045" sldId="272"/>
        </pc:sldMkLst>
        <pc:spChg chg="mod">
          <ac:chgData name="Ronnel D. Palenzuela" userId="27216d6f-a712-48da-bcb2-613e4bc945ac" providerId="ADAL" clId="{16736750-74B4-184C-AACF-97E7E4B9FAA6}" dt="2024-08-11T08:33:35.166" v="1280" actId="20577"/>
          <ac:spMkLst>
            <pc:docMk/>
            <pc:sldMk cId="2005021045" sldId="272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8:38:43.052" v="1339" actId="20577"/>
          <ac:spMkLst>
            <pc:docMk/>
            <pc:sldMk cId="2005021045" sldId="272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08:38:33.161" v="1335" actId="1076"/>
          <ac:picMkLst>
            <pc:docMk/>
            <pc:sldMk cId="2005021045" sldId="272"/>
            <ac:picMk id="4" creationId="{C58E0955-A6E5-3DF9-60B5-434CA13B5223}"/>
          </ac:picMkLst>
        </pc:picChg>
        <pc:picChg chg="add mod">
          <ac:chgData name="Ronnel D. Palenzuela" userId="27216d6f-a712-48da-bcb2-613e4bc945ac" providerId="ADAL" clId="{16736750-74B4-184C-AACF-97E7E4B9FAA6}" dt="2024-08-11T08:38:22.972" v="1329" actId="1076"/>
          <ac:picMkLst>
            <pc:docMk/>
            <pc:sldMk cId="2005021045" sldId="272"/>
            <ac:picMk id="5" creationId="{011B8271-BC30-5D9C-4A14-C6A2BD722232}"/>
          </ac:picMkLst>
        </pc:picChg>
        <pc:picChg chg="add mod">
          <ac:chgData name="Ronnel D. Palenzuela" userId="27216d6f-a712-48da-bcb2-613e4bc945ac" providerId="ADAL" clId="{16736750-74B4-184C-AACF-97E7E4B9FAA6}" dt="2024-08-11T08:38:30.888" v="1333" actId="1076"/>
          <ac:picMkLst>
            <pc:docMk/>
            <pc:sldMk cId="2005021045" sldId="272"/>
            <ac:picMk id="6" creationId="{7318861F-9B77-C07E-C1CE-32F286B82B60}"/>
          </ac:picMkLst>
        </pc:picChg>
        <pc:picChg chg="add mod">
          <ac:chgData name="Ronnel D. Palenzuela" userId="27216d6f-a712-48da-bcb2-613e4bc945ac" providerId="ADAL" clId="{16736750-74B4-184C-AACF-97E7E4B9FAA6}" dt="2024-08-11T08:38:32.013" v="1334" actId="1076"/>
          <ac:picMkLst>
            <pc:docMk/>
            <pc:sldMk cId="2005021045" sldId="272"/>
            <ac:picMk id="7" creationId="{C8697425-57CC-FF65-50F6-27D241D928DA}"/>
          </ac:picMkLst>
        </pc:picChg>
        <pc:picChg chg="del">
          <ac:chgData name="Ronnel D. Palenzuela" userId="27216d6f-a712-48da-bcb2-613e4bc945ac" providerId="ADAL" clId="{16736750-74B4-184C-AACF-97E7E4B9FAA6}" dt="2024-08-11T08:30:57.107" v="1253" actId="478"/>
          <ac:picMkLst>
            <pc:docMk/>
            <pc:sldMk cId="2005021045" sldId="272"/>
            <ac:picMk id="8" creationId="{762CEDE9-A9D3-C688-E605-DC73BE380267}"/>
          </ac:picMkLst>
        </pc:picChg>
        <pc:picChg chg="del">
          <ac:chgData name="Ronnel D. Palenzuela" userId="27216d6f-a712-48da-bcb2-613e4bc945ac" providerId="ADAL" clId="{16736750-74B4-184C-AACF-97E7E4B9FAA6}" dt="2024-08-11T08:30:57.503" v="1254" actId="478"/>
          <ac:picMkLst>
            <pc:docMk/>
            <pc:sldMk cId="2005021045" sldId="272"/>
            <ac:picMk id="11" creationId="{14161C46-4147-A2BC-6E6B-03C93F3A5393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9:34:36.582" v="1494" actId="207"/>
        <pc:sldMkLst>
          <pc:docMk/>
          <pc:sldMk cId="716507679" sldId="273"/>
        </pc:sldMkLst>
        <pc:spChg chg="mod">
          <ac:chgData name="Ronnel D. Palenzuela" userId="27216d6f-a712-48da-bcb2-613e4bc945ac" providerId="ADAL" clId="{16736750-74B4-184C-AACF-97E7E4B9FAA6}" dt="2024-08-11T09:27:17.626" v="1447"/>
          <ac:spMkLst>
            <pc:docMk/>
            <pc:sldMk cId="716507679" sldId="273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9:34:36.582" v="1494" actId="207"/>
          <ac:spMkLst>
            <pc:docMk/>
            <pc:sldMk cId="716507679" sldId="273"/>
            <ac:spMk id="3" creationId="{F9E9654B-D8E5-22CA-371A-57FADD13842B}"/>
          </ac:spMkLst>
        </pc:spChg>
        <pc:picChg chg="del">
          <ac:chgData name="Ronnel D. Palenzuela" userId="27216d6f-a712-48da-bcb2-613e4bc945ac" providerId="ADAL" clId="{16736750-74B4-184C-AACF-97E7E4B9FAA6}" dt="2024-08-11T08:41:45.309" v="1346" actId="478"/>
          <ac:picMkLst>
            <pc:docMk/>
            <pc:sldMk cId="716507679" sldId="273"/>
            <ac:picMk id="4" creationId="{C58E0955-A6E5-3DF9-60B5-434CA13B5223}"/>
          </ac:picMkLst>
        </pc:picChg>
        <pc:picChg chg="del">
          <ac:chgData name="Ronnel D. Palenzuela" userId="27216d6f-a712-48da-bcb2-613e4bc945ac" providerId="ADAL" clId="{16736750-74B4-184C-AACF-97E7E4B9FAA6}" dt="2024-08-11T08:41:44.959" v="1345" actId="478"/>
          <ac:picMkLst>
            <pc:docMk/>
            <pc:sldMk cId="716507679" sldId="273"/>
            <ac:picMk id="5" creationId="{011B8271-BC30-5D9C-4A14-C6A2BD722232}"/>
          </ac:picMkLst>
        </pc:picChg>
        <pc:picChg chg="del">
          <ac:chgData name="Ronnel D. Palenzuela" userId="27216d6f-a712-48da-bcb2-613e4bc945ac" providerId="ADAL" clId="{16736750-74B4-184C-AACF-97E7E4B9FAA6}" dt="2024-08-11T08:41:44.691" v="1344" actId="478"/>
          <ac:picMkLst>
            <pc:docMk/>
            <pc:sldMk cId="716507679" sldId="273"/>
            <ac:picMk id="6" creationId="{7318861F-9B77-C07E-C1CE-32F286B82B60}"/>
          </ac:picMkLst>
        </pc:picChg>
        <pc:picChg chg="del">
          <ac:chgData name="Ronnel D. Palenzuela" userId="27216d6f-a712-48da-bcb2-613e4bc945ac" providerId="ADAL" clId="{16736750-74B4-184C-AACF-97E7E4B9FAA6}" dt="2024-08-11T08:41:44.331" v="1343" actId="478"/>
          <ac:picMkLst>
            <pc:docMk/>
            <pc:sldMk cId="716507679" sldId="273"/>
            <ac:picMk id="7" creationId="{C8697425-57CC-FF65-50F6-27D241D928DA}"/>
          </ac:picMkLst>
        </pc:picChg>
        <pc:picChg chg="add mod">
          <ac:chgData name="Ronnel D. Palenzuela" userId="27216d6f-a712-48da-bcb2-613e4bc945ac" providerId="ADAL" clId="{16736750-74B4-184C-AACF-97E7E4B9FAA6}" dt="2024-08-11T09:33:19.257" v="1478" actId="1076"/>
          <ac:picMkLst>
            <pc:docMk/>
            <pc:sldMk cId="716507679" sldId="273"/>
            <ac:picMk id="8" creationId="{6A41232A-1391-85E0-E984-111E1B99BCB9}"/>
          </ac:picMkLst>
        </pc:picChg>
        <pc:picChg chg="add mod">
          <ac:chgData name="Ronnel D. Palenzuela" userId="27216d6f-a712-48da-bcb2-613e4bc945ac" providerId="ADAL" clId="{16736750-74B4-184C-AACF-97E7E4B9FAA6}" dt="2024-08-11T09:33:17.730" v="1477" actId="1076"/>
          <ac:picMkLst>
            <pc:docMk/>
            <pc:sldMk cId="716507679" sldId="273"/>
            <ac:picMk id="9" creationId="{EC279DBC-B987-F36B-2CF3-861842904062}"/>
          </ac:picMkLst>
        </pc:picChg>
      </pc:sldChg>
      <pc:sldChg chg="modSp add del mod">
        <pc:chgData name="Ronnel D. Palenzuela" userId="27216d6f-a712-48da-bcb2-613e4bc945ac" providerId="ADAL" clId="{16736750-74B4-184C-AACF-97E7E4B9FAA6}" dt="2024-08-11T09:23:48.477" v="1385" actId="2696"/>
        <pc:sldMkLst>
          <pc:docMk/>
          <pc:sldMk cId="1830806133" sldId="274"/>
        </pc:sldMkLst>
        <pc:spChg chg="mod">
          <ac:chgData name="Ronnel D. Palenzuela" userId="27216d6f-a712-48da-bcb2-613e4bc945ac" providerId="ADAL" clId="{16736750-74B4-184C-AACF-97E7E4B9FAA6}" dt="2024-08-11T09:23:37.355" v="1382" actId="1076"/>
          <ac:spMkLst>
            <pc:docMk/>
            <pc:sldMk cId="1830806133" sldId="274"/>
            <ac:spMk id="2" creationId="{1FD87645-D8E6-23DE-A822-448BF1054783}"/>
          </ac:spMkLst>
        </pc:spChg>
      </pc:sldChg>
      <pc:sldChg chg="addSp delSp modSp new add del mod modShow">
        <pc:chgData name="Ronnel D. Palenzuela" userId="27216d6f-a712-48da-bcb2-613e4bc945ac" providerId="ADAL" clId="{16736750-74B4-184C-AACF-97E7E4B9FAA6}" dt="2024-08-12T01:08:08.349" v="2627" actId="478"/>
        <pc:sldMkLst>
          <pc:docMk/>
          <pc:sldMk cId="4070147815" sldId="275"/>
        </pc:sldMkLst>
        <pc:spChg chg="mod">
          <ac:chgData name="Ronnel D. Palenzuela" userId="27216d6f-a712-48da-bcb2-613e4bc945ac" providerId="ADAL" clId="{16736750-74B4-184C-AACF-97E7E4B9FAA6}" dt="2024-08-11T09:23:54.422" v="1398" actId="207"/>
          <ac:spMkLst>
            <pc:docMk/>
            <pc:sldMk cId="4070147815" sldId="275"/>
            <ac:spMk id="2" creationId="{72D16057-EC3B-FB8F-5DA4-3B5CAD5F2095}"/>
          </ac:spMkLst>
        </pc:spChg>
        <pc:spChg chg="del">
          <ac:chgData name="Ronnel D. Palenzuela" userId="27216d6f-a712-48da-bcb2-613e4bc945ac" providerId="ADAL" clId="{16736750-74B4-184C-AACF-97E7E4B9FAA6}" dt="2024-08-11T09:25:00.857" v="1434" actId="478"/>
          <ac:spMkLst>
            <pc:docMk/>
            <pc:sldMk cId="4070147815" sldId="275"/>
            <ac:spMk id="3" creationId="{61C2E07B-D7DC-27D2-F796-78B79090AD46}"/>
          </ac:spMkLst>
        </pc:spChg>
        <pc:spChg chg="del mod">
          <ac:chgData name="Ronnel D. Palenzuela" userId="27216d6f-a712-48da-bcb2-613e4bc945ac" providerId="ADAL" clId="{16736750-74B4-184C-AACF-97E7E4B9FAA6}" dt="2024-08-11T09:25:04.168" v="1436" actId="478"/>
          <ac:spMkLst>
            <pc:docMk/>
            <pc:sldMk cId="4070147815" sldId="275"/>
            <ac:spMk id="4" creationId="{BFAA05E5-3AFA-16A4-35BE-E3698034E94A}"/>
          </ac:spMkLst>
        </pc:spChg>
        <pc:spChg chg="del">
          <ac:chgData name="Ronnel D. Palenzuela" userId="27216d6f-a712-48da-bcb2-613e4bc945ac" providerId="ADAL" clId="{16736750-74B4-184C-AACF-97E7E4B9FAA6}" dt="2024-08-11T09:25:02.528" v="1435" actId="478"/>
          <ac:spMkLst>
            <pc:docMk/>
            <pc:sldMk cId="4070147815" sldId="275"/>
            <ac:spMk id="5" creationId="{9090BE7E-E541-40F4-CAB7-4ED9ED41B3E7}"/>
          </ac:spMkLst>
        </pc:spChg>
        <pc:spChg chg="del">
          <ac:chgData name="Ronnel D. Palenzuela" userId="27216d6f-a712-48da-bcb2-613e4bc945ac" providerId="ADAL" clId="{16736750-74B4-184C-AACF-97E7E4B9FAA6}" dt="2024-08-11T09:25:06.438" v="1437" actId="478"/>
          <ac:spMkLst>
            <pc:docMk/>
            <pc:sldMk cId="4070147815" sldId="275"/>
            <ac:spMk id="6" creationId="{AAD5694D-5962-5E7B-910A-644A4450844C}"/>
          </ac:spMkLst>
        </pc:spChg>
        <pc:picChg chg="add mod">
          <ac:chgData name="Ronnel D. Palenzuela" userId="27216d6f-a712-48da-bcb2-613e4bc945ac" providerId="ADAL" clId="{16736750-74B4-184C-AACF-97E7E4B9FAA6}" dt="2024-08-11T09:25:08.382" v="1439" actId="1076"/>
          <ac:picMkLst>
            <pc:docMk/>
            <pc:sldMk cId="4070147815" sldId="275"/>
            <ac:picMk id="7" creationId="{99864649-FA50-6FFA-B187-2476F03C0B8A}"/>
          </ac:picMkLst>
        </pc:picChg>
        <pc:picChg chg="add mod">
          <ac:chgData name="Ronnel D. Palenzuela" userId="27216d6f-a712-48da-bcb2-613e4bc945ac" providerId="ADAL" clId="{16736750-74B4-184C-AACF-97E7E4B9FAA6}" dt="2024-08-11T09:25:23.798" v="1441" actId="1076"/>
          <ac:picMkLst>
            <pc:docMk/>
            <pc:sldMk cId="4070147815" sldId="275"/>
            <ac:picMk id="8" creationId="{D3D96A7B-3E18-8096-4822-82F2190AA200}"/>
          </ac:picMkLst>
        </pc:picChg>
        <pc:picChg chg="add mod">
          <ac:chgData name="Ronnel D. Palenzuela" userId="27216d6f-a712-48da-bcb2-613e4bc945ac" providerId="ADAL" clId="{16736750-74B4-184C-AACF-97E7E4B9FAA6}" dt="2024-08-11T09:26:15.599" v="1444" actId="1076"/>
          <ac:picMkLst>
            <pc:docMk/>
            <pc:sldMk cId="4070147815" sldId="275"/>
            <ac:picMk id="9" creationId="{DC8ADF69-4686-1FA6-97CE-7E914C4105AC}"/>
          </ac:picMkLst>
        </pc:picChg>
        <pc:picChg chg="add del mod">
          <ac:chgData name="Ronnel D. Palenzuela" userId="27216d6f-a712-48da-bcb2-613e4bc945ac" providerId="ADAL" clId="{16736750-74B4-184C-AACF-97E7E4B9FAA6}" dt="2024-08-12T01:08:08.349" v="2627" actId="478"/>
          <ac:picMkLst>
            <pc:docMk/>
            <pc:sldMk cId="4070147815" sldId="275"/>
            <ac:picMk id="10" creationId="{D6F205F6-07AF-131A-C9BC-55B5083256ED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9:37:58.074" v="1526" actId="20577"/>
        <pc:sldMkLst>
          <pc:docMk/>
          <pc:sldMk cId="3621742425" sldId="276"/>
        </pc:sldMkLst>
        <pc:spChg chg="mod">
          <ac:chgData name="Ronnel D. Palenzuela" userId="27216d6f-a712-48da-bcb2-613e4bc945ac" providerId="ADAL" clId="{16736750-74B4-184C-AACF-97E7E4B9FAA6}" dt="2024-08-11T09:36:08.788" v="1507"/>
          <ac:spMkLst>
            <pc:docMk/>
            <pc:sldMk cId="3621742425" sldId="276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9:37:58.074" v="1526" actId="20577"/>
          <ac:spMkLst>
            <pc:docMk/>
            <pc:sldMk cId="3621742425" sldId="276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09:36:18.848" v="1513" actId="1076"/>
          <ac:picMkLst>
            <pc:docMk/>
            <pc:sldMk cId="3621742425" sldId="276"/>
            <ac:picMk id="4" creationId="{7D236930-8DEA-71E6-6EFE-32878ED88FCB}"/>
          </ac:picMkLst>
        </pc:picChg>
        <pc:picChg chg="add mod">
          <ac:chgData name="Ronnel D. Palenzuela" userId="27216d6f-a712-48da-bcb2-613e4bc945ac" providerId="ADAL" clId="{16736750-74B4-184C-AACF-97E7E4B9FAA6}" dt="2024-08-11T09:36:21.005" v="1514" actId="1076"/>
          <ac:picMkLst>
            <pc:docMk/>
            <pc:sldMk cId="3621742425" sldId="276"/>
            <ac:picMk id="5" creationId="{48A92B06-E8F1-465B-BA38-C701071C2CB0}"/>
          </ac:picMkLst>
        </pc:picChg>
        <pc:picChg chg="del">
          <ac:chgData name="Ronnel D. Palenzuela" userId="27216d6f-a712-48da-bcb2-613e4bc945ac" providerId="ADAL" clId="{16736750-74B4-184C-AACF-97E7E4B9FAA6}" dt="2024-08-11T09:35:36.078" v="1496" actId="478"/>
          <ac:picMkLst>
            <pc:docMk/>
            <pc:sldMk cId="3621742425" sldId="276"/>
            <ac:picMk id="8" creationId="{6A41232A-1391-85E0-E984-111E1B99BCB9}"/>
          </ac:picMkLst>
        </pc:picChg>
        <pc:picChg chg="del">
          <ac:chgData name="Ronnel D. Palenzuela" userId="27216d6f-a712-48da-bcb2-613e4bc945ac" providerId="ADAL" clId="{16736750-74B4-184C-AACF-97E7E4B9FAA6}" dt="2024-08-11T09:35:36.389" v="1497" actId="478"/>
          <ac:picMkLst>
            <pc:docMk/>
            <pc:sldMk cId="3621742425" sldId="276"/>
            <ac:picMk id="9" creationId="{EC279DBC-B987-F36B-2CF3-861842904062}"/>
          </ac:picMkLst>
        </pc:picChg>
      </pc:sldChg>
      <pc:sldChg chg="addSp delSp modSp add del mod modNotesTx">
        <pc:chgData name="Ronnel D. Palenzuela" userId="27216d6f-a712-48da-bcb2-613e4bc945ac" providerId="ADAL" clId="{16736750-74B4-184C-AACF-97E7E4B9FAA6}" dt="2024-08-11T10:21:41.293" v="1630"/>
        <pc:sldMkLst>
          <pc:docMk/>
          <pc:sldMk cId="908275361" sldId="277"/>
        </pc:sldMkLst>
        <pc:spChg chg="mod">
          <ac:chgData name="Ronnel D. Palenzuela" userId="27216d6f-a712-48da-bcb2-613e4bc945ac" providerId="ADAL" clId="{16736750-74B4-184C-AACF-97E7E4B9FAA6}" dt="2024-08-11T10:17:35.535" v="1565" actId="20577"/>
          <ac:spMkLst>
            <pc:docMk/>
            <pc:sldMk cId="908275361" sldId="277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0:19:03.303" v="1605" actId="207"/>
          <ac:spMkLst>
            <pc:docMk/>
            <pc:sldMk cId="908275361" sldId="277"/>
            <ac:spMk id="3" creationId="{F9E9654B-D8E5-22CA-371A-57FADD13842B}"/>
          </ac:spMkLst>
        </pc:spChg>
        <pc:picChg chg="del">
          <ac:chgData name="Ronnel D. Palenzuela" userId="27216d6f-a712-48da-bcb2-613e4bc945ac" providerId="ADAL" clId="{16736750-74B4-184C-AACF-97E7E4B9FAA6}" dt="2024-08-11T10:12:20.490" v="1529" actId="478"/>
          <ac:picMkLst>
            <pc:docMk/>
            <pc:sldMk cId="908275361" sldId="277"/>
            <ac:picMk id="4" creationId="{7D236930-8DEA-71E6-6EFE-32878ED88FCB}"/>
          </ac:picMkLst>
        </pc:picChg>
        <pc:picChg chg="del">
          <ac:chgData name="Ronnel D. Palenzuela" userId="27216d6f-a712-48da-bcb2-613e4bc945ac" providerId="ADAL" clId="{16736750-74B4-184C-AACF-97E7E4B9FAA6}" dt="2024-08-11T10:12:20.868" v="1530" actId="478"/>
          <ac:picMkLst>
            <pc:docMk/>
            <pc:sldMk cId="908275361" sldId="277"/>
            <ac:picMk id="5" creationId="{48A92B06-E8F1-465B-BA38-C701071C2CB0}"/>
          </ac:picMkLst>
        </pc:picChg>
        <pc:picChg chg="add del mod">
          <ac:chgData name="Ronnel D. Palenzuela" userId="27216d6f-a712-48da-bcb2-613e4bc945ac" providerId="ADAL" clId="{16736750-74B4-184C-AACF-97E7E4B9FAA6}" dt="2024-08-11T10:17:55.266" v="1566" actId="478"/>
          <ac:picMkLst>
            <pc:docMk/>
            <pc:sldMk cId="908275361" sldId="277"/>
            <ac:picMk id="6" creationId="{95424F7C-61E3-7971-3ED3-0E45DFC06ACC}"/>
          </ac:picMkLst>
        </pc:picChg>
        <pc:picChg chg="add mod">
          <ac:chgData name="Ronnel D. Palenzuela" userId="27216d6f-a712-48da-bcb2-613e4bc945ac" providerId="ADAL" clId="{16736750-74B4-184C-AACF-97E7E4B9FAA6}" dt="2024-08-11T10:18:17.368" v="1576" actId="1076"/>
          <ac:picMkLst>
            <pc:docMk/>
            <pc:sldMk cId="908275361" sldId="277"/>
            <ac:picMk id="7" creationId="{9516A05D-894B-7EC0-51E9-33F7A244CA5D}"/>
          </ac:picMkLst>
        </pc:picChg>
        <pc:picChg chg="add mod">
          <ac:chgData name="Ronnel D. Palenzuela" userId="27216d6f-a712-48da-bcb2-613e4bc945ac" providerId="ADAL" clId="{16736750-74B4-184C-AACF-97E7E4B9FAA6}" dt="2024-08-11T10:18:22.970" v="1580" actId="14100"/>
          <ac:picMkLst>
            <pc:docMk/>
            <pc:sldMk cId="908275361" sldId="277"/>
            <ac:picMk id="8" creationId="{597AEF6E-CBAA-343D-A111-EC13F3B7896F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0:29:24.402" v="1741" actId="1076"/>
        <pc:sldMkLst>
          <pc:docMk/>
          <pc:sldMk cId="928633288" sldId="278"/>
        </pc:sldMkLst>
        <pc:spChg chg="mod">
          <ac:chgData name="Ronnel D. Palenzuela" userId="27216d6f-a712-48da-bcb2-613e4bc945ac" providerId="ADAL" clId="{16736750-74B4-184C-AACF-97E7E4B9FAA6}" dt="2024-08-11T10:22:14.060" v="1661" actId="20577"/>
          <ac:spMkLst>
            <pc:docMk/>
            <pc:sldMk cId="928633288" sldId="278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0:28:32.158" v="1730" actId="207"/>
          <ac:spMkLst>
            <pc:docMk/>
            <pc:sldMk cId="928633288" sldId="278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10:29:23.562" v="1740" actId="1076"/>
          <ac:picMkLst>
            <pc:docMk/>
            <pc:sldMk cId="928633288" sldId="278"/>
            <ac:picMk id="4" creationId="{52F48CE9-2A4C-9BB0-0621-C561F6B91A33}"/>
          </ac:picMkLst>
        </pc:picChg>
        <pc:picChg chg="add mod">
          <ac:chgData name="Ronnel D. Palenzuela" userId="27216d6f-a712-48da-bcb2-613e4bc945ac" providerId="ADAL" clId="{16736750-74B4-184C-AACF-97E7E4B9FAA6}" dt="2024-08-11T10:29:24.402" v="1741" actId="1076"/>
          <ac:picMkLst>
            <pc:docMk/>
            <pc:sldMk cId="928633288" sldId="278"/>
            <ac:picMk id="5" creationId="{59B35BCD-7340-3A02-2CB8-2FBE0A617B62}"/>
          </ac:picMkLst>
        </pc:picChg>
        <pc:picChg chg="del">
          <ac:chgData name="Ronnel D. Palenzuela" userId="27216d6f-a712-48da-bcb2-613e4bc945ac" providerId="ADAL" clId="{16736750-74B4-184C-AACF-97E7E4B9FAA6}" dt="2024-08-11T10:22:22.851" v="1662" actId="478"/>
          <ac:picMkLst>
            <pc:docMk/>
            <pc:sldMk cId="928633288" sldId="278"/>
            <ac:picMk id="7" creationId="{9516A05D-894B-7EC0-51E9-33F7A244CA5D}"/>
          </ac:picMkLst>
        </pc:picChg>
        <pc:picChg chg="del">
          <ac:chgData name="Ronnel D. Palenzuela" userId="27216d6f-a712-48da-bcb2-613e4bc945ac" providerId="ADAL" clId="{16736750-74B4-184C-AACF-97E7E4B9FAA6}" dt="2024-08-11T10:22:24.031" v="1663" actId="478"/>
          <ac:picMkLst>
            <pc:docMk/>
            <pc:sldMk cId="928633288" sldId="278"/>
            <ac:picMk id="8" creationId="{597AEF6E-CBAA-343D-A111-EC13F3B7896F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0:50:20.515" v="1826" actId="1076"/>
        <pc:sldMkLst>
          <pc:docMk/>
          <pc:sldMk cId="2220697961" sldId="279"/>
        </pc:sldMkLst>
        <pc:spChg chg="mod">
          <ac:chgData name="Ronnel D. Palenzuela" userId="27216d6f-a712-48da-bcb2-613e4bc945ac" providerId="ADAL" clId="{16736750-74B4-184C-AACF-97E7E4B9FAA6}" dt="2024-08-11T10:33:50.865" v="1743"/>
          <ac:spMkLst>
            <pc:docMk/>
            <pc:sldMk cId="2220697961" sldId="279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0:36:20.786" v="1790"/>
          <ac:spMkLst>
            <pc:docMk/>
            <pc:sldMk cId="2220697961" sldId="279"/>
            <ac:spMk id="3" creationId="{F9E9654B-D8E5-22CA-371A-57FADD13842B}"/>
          </ac:spMkLst>
        </pc:spChg>
        <pc:picChg chg="del">
          <ac:chgData name="Ronnel D. Palenzuela" userId="27216d6f-a712-48da-bcb2-613e4bc945ac" providerId="ADAL" clId="{16736750-74B4-184C-AACF-97E7E4B9FAA6}" dt="2024-08-11T10:33:52.820" v="1744" actId="478"/>
          <ac:picMkLst>
            <pc:docMk/>
            <pc:sldMk cId="2220697961" sldId="279"/>
            <ac:picMk id="4" creationId="{52F48CE9-2A4C-9BB0-0621-C561F6B91A33}"/>
          </ac:picMkLst>
        </pc:picChg>
        <pc:picChg chg="del">
          <ac:chgData name="Ronnel D. Palenzuela" userId="27216d6f-a712-48da-bcb2-613e4bc945ac" providerId="ADAL" clId="{16736750-74B4-184C-AACF-97E7E4B9FAA6}" dt="2024-08-11T10:33:53.161" v="1745" actId="478"/>
          <ac:picMkLst>
            <pc:docMk/>
            <pc:sldMk cId="2220697961" sldId="279"/>
            <ac:picMk id="5" creationId="{59B35BCD-7340-3A02-2CB8-2FBE0A617B62}"/>
          </ac:picMkLst>
        </pc:picChg>
        <pc:picChg chg="add del mod">
          <ac:chgData name="Ronnel D. Palenzuela" userId="27216d6f-a712-48da-bcb2-613e4bc945ac" providerId="ADAL" clId="{16736750-74B4-184C-AACF-97E7E4B9FAA6}" dt="2024-08-11T10:35:17.454" v="1755" actId="478"/>
          <ac:picMkLst>
            <pc:docMk/>
            <pc:sldMk cId="2220697961" sldId="279"/>
            <ac:picMk id="6" creationId="{444F1BE0-3550-1DD3-6280-D3193130D524}"/>
          </ac:picMkLst>
        </pc:picChg>
        <pc:picChg chg="add mod">
          <ac:chgData name="Ronnel D. Palenzuela" userId="27216d6f-a712-48da-bcb2-613e4bc945ac" providerId="ADAL" clId="{16736750-74B4-184C-AACF-97E7E4B9FAA6}" dt="2024-08-11T10:50:20.515" v="1826" actId="1076"/>
          <ac:picMkLst>
            <pc:docMk/>
            <pc:sldMk cId="2220697961" sldId="279"/>
            <ac:picMk id="7" creationId="{BFD45AA0-5DC9-0774-19EF-195C6A1F5405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1:02:07.030" v="1881"/>
        <pc:sldMkLst>
          <pc:docMk/>
          <pc:sldMk cId="2456681114" sldId="280"/>
        </pc:sldMkLst>
        <pc:spChg chg="mod">
          <ac:chgData name="Ronnel D. Palenzuela" userId="27216d6f-a712-48da-bcb2-613e4bc945ac" providerId="ADAL" clId="{16736750-74B4-184C-AACF-97E7E4B9FAA6}" dt="2024-08-11T10:50:13.888" v="1824" actId="20577"/>
          <ac:spMkLst>
            <pc:docMk/>
            <pc:sldMk cId="2456681114" sldId="280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1:01:42.294" v="1880" actId="27636"/>
          <ac:spMkLst>
            <pc:docMk/>
            <pc:sldMk cId="2456681114" sldId="280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10:52:05.480" v="1866" actId="1076"/>
          <ac:picMkLst>
            <pc:docMk/>
            <pc:sldMk cId="2456681114" sldId="280"/>
            <ac:picMk id="4" creationId="{73833336-6A94-55AD-10D0-0089D9921599}"/>
          </ac:picMkLst>
        </pc:picChg>
        <pc:picChg chg="add mod">
          <ac:chgData name="Ronnel D. Palenzuela" userId="27216d6f-a712-48da-bcb2-613e4bc945ac" providerId="ADAL" clId="{16736750-74B4-184C-AACF-97E7E4B9FAA6}" dt="2024-08-11T10:52:07.011" v="1867" actId="1076"/>
          <ac:picMkLst>
            <pc:docMk/>
            <pc:sldMk cId="2456681114" sldId="280"/>
            <ac:picMk id="5" creationId="{A413D30E-4FEC-659F-7A93-6D8C19127C82}"/>
          </ac:picMkLst>
        </pc:picChg>
        <pc:picChg chg="del">
          <ac:chgData name="Ronnel D. Palenzuela" userId="27216d6f-a712-48da-bcb2-613e4bc945ac" providerId="ADAL" clId="{16736750-74B4-184C-AACF-97E7E4B9FAA6}" dt="2024-08-11T10:50:15.693" v="1825" actId="478"/>
          <ac:picMkLst>
            <pc:docMk/>
            <pc:sldMk cId="2456681114" sldId="280"/>
            <ac:picMk id="7" creationId="{BFD45AA0-5DC9-0774-19EF-195C6A1F5405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1:25:32.352" v="2048" actId="1076"/>
        <pc:sldMkLst>
          <pc:docMk/>
          <pc:sldMk cId="1557213172" sldId="281"/>
        </pc:sldMkLst>
        <pc:spChg chg="mod">
          <ac:chgData name="Ronnel D. Palenzuela" userId="27216d6f-a712-48da-bcb2-613e4bc945ac" providerId="ADAL" clId="{16736750-74B4-184C-AACF-97E7E4B9FAA6}" dt="2024-08-11T11:15:51.541" v="1975" actId="20577"/>
          <ac:spMkLst>
            <pc:docMk/>
            <pc:sldMk cId="1557213172" sldId="281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1:16:45.122" v="2003" actId="207"/>
          <ac:spMkLst>
            <pc:docMk/>
            <pc:sldMk cId="1557213172" sldId="281"/>
            <ac:spMk id="3" creationId="{F9E9654B-D8E5-22CA-371A-57FADD13842B}"/>
          </ac:spMkLst>
        </pc:spChg>
        <pc:picChg chg="del">
          <ac:chgData name="Ronnel D. Palenzuela" userId="27216d6f-a712-48da-bcb2-613e4bc945ac" providerId="ADAL" clId="{16736750-74B4-184C-AACF-97E7E4B9FAA6}" dt="2024-08-11T10:58:22.444" v="1871" actId="478"/>
          <ac:picMkLst>
            <pc:docMk/>
            <pc:sldMk cId="1557213172" sldId="281"/>
            <ac:picMk id="4" creationId="{73833336-6A94-55AD-10D0-0089D9921599}"/>
          </ac:picMkLst>
        </pc:picChg>
        <pc:picChg chg="del">
          <ac:chgData name="Ronnel D. Palenzuela" userId="27216d6f-a712-48da-bcb2-613e4bc945ac" providerId="ADAL" clId="{16736750-74B4-184C-AACF-97E7E4B9FAA6}" dt="2024-08-11T10:58:21.160" v="1870" actId="478"/>
          <ac:picMkLst>
            <pc:docMk/>
            <pc:sldMk cId="1557213172" sldId="281"/>
            <ac:picMk id="5" creationId="{A413D30E-4FEC-659F-7A93-6D8C19127C82}"/>
          </ac:picMkLst>
        </pc:picChg>
        <pc:picChg chg="add del mod">
          <ac:chgData name="Ronnel D. Palenzuela" userId="27216d6f-a712-48da-bcb2-613e4bc945ac" providerId="ADAL" clId="{16736750-74B4-184C-AACF-97E7E4B9FAA6}" dt="2024-08-11T11:23:21.071" v="2009" actId="478"/>
          <ac:picMkLst>
            <pc:docMk/>
            <pc:sldMk cId="1557213172" sldId="281"/>
            <ac:picMk id="6" creationId="{852FA35F-6B76-3ACC-4F39-F65EF2740076}"/>
          </ac:picMkLst>
        </pc:picChg>
        <pc:picChg chg="add mod">
          <ac:chgData name="Ronnel D. Palenzuela" userId="27216d6f-a712-48da-bcb2-613e4bc945ac" providerId="ADAL" clId="{16736750-74B4-184C-AACF-97E7E4B9FAA6}" dt="2024-08-11T11:25:32.352" v="2048" actId="1076"/>
          <ac:picMkLst>
            <pc:docMk/>
            <pc:sldMk cId="1557213172" sldId="281"/>
            <ac:picMk id="7" creationId="{C0442B70-B5E1-0D06-9A6B-2C529318C43C}"/>
          </ac:picMkLst>
        </pc:picChg>
        <pc:picChg chg="add mod">
          <ac:chgData name="Ronnel D. Palenzuela" userId="27216d6f-a712-48da-bcb2-613e4bc945ac" providerId="ADAL" clId="{16736750-74B4-184C-AACF-97E7E4B9FAA6}" dt="2024-08-11T11:25:25.205" v="2043" actId="1076"/>
          <ac:picMkLst>
            <pc:docMk/>
            <pc:sldMk cId="1557213172" sldId="281"/>
            <ac:picMk id="8" creationId="{2E2C6D27-AF3A-A4C2-F435-87D1586FAACA}"/>
          </ac:picMkLst>
        </pc:picChg>
        <pc:picChg chg="add mod">
          <ac:chgData name="Ronnel D. Palenzuela" userId="27216d6f-a712-48da-bcb2-613e4bc945ac" providerId="ADAL" clId="{16736750-74B4-184C-AACF-97E7E4B9FAA6}" dt="2024-08-11T11:25:26.120" v="2044" actId="1076"/>
          <ac:picMkLst>
            <pc:docMk/>
            <pc:sldMk cId="1557213172" sldId="281"/>
            <ac:picMk id="9" creationId="{18FD6C3D-98D6-CC9C-69FF-706FEBC56D5E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1:38:34.643" v="2166" actId="1076"/>
        <pc:sldMkLst>
          <pc:docMk/>
          <pc:sldMk cId="296683317" sldId="282"/>
        </pc:sldMkLst>
        <pc:spChg chg="mod">
          <ac:chgData name="Ronnel D. Palenzuela" userId="27216d6f-a712-48da-bcb2-613e4bc945ac" providerId="ADAL" clId="{16736750-74B4-184C-AACF-97E7E4B9FAA6}" dt="2024-08-11T11:36:00.243" v="2116"/>
          <ac:spMkLst>
            <pc:docMk/>
            <pc:sldMk cId="296683317" sldId="282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1:36:43.156" v="2154" actId="33524"/>
          <ac:spMkLst>
            <pc:docMk/>
            <pc:sldMk cId="296683317" sldId="282"/>
            <ac:spMk id="3" creationId="{F9E9654B-D8E5-22CA-371A-57FADD13842B}"/>
          </ac:spMkLst>
        </pc:spChg>
        <pc:spChg chg="add del">
          <ac:chgData name="Ronnel D. Palenzuela" userId="27216d6f-a712-48da-bcb2-613e4bc945ac" providerId="ADAL" clId="{16736750-74B4-184C-AACF-97E7E4B9FAA6}" dt="2024-08-11T11:37:17.460" v="2156" actId="22"/>
          <ac:spMkLst>
            <pc:docMk/>
            <pc:sldMk cId="296683317" sldId="282"/>
            <ac:spMk id="5" creationId="{01186E94-225A-646B-6BE7-DE3170C2B523}"/>
          </ac:spMkLst>
        </pc:spChg>
        <pc:picChg chg="add mod">
          <ac:chgData name="Ronnel D. Palenzuela" userId="27216d6f-a712-48da-bcb2-613e4bc945ac" providerId="ADAL" clId="{16736750-74B4-184C-AACF-97E7E4B9FAA6}" dt="2024-08-11T11:38:34.643" v="2166" actId="1076"/>
          <ac:picMkLst>
            <pc:docMk/>
            <pc:sldMk cId="296683317" sldId="282"/>
            <ac:picMk id="6" creationId="{C94A0A88-9294-A7B5-558E-0329F8DF2C01}"/>
          </ac:picMkLst>
        </pc:picChg>
        <pc:picChg chg="del">
          <ac:chgData name="Ronnel D. Palenzuela" userId="27216d6f-a712-48da-bcb2-613e4bc945ac" providerId="ADAL" clId="{16736750-74B4-184C-AACF-97E7E4B9FAA6}" dt="2024-08-11T11:35:26.093" v="2099" actId="478"/>
          <ac:picMkLst>
            <pc:docMk/>
            <pc:sldMk cId="296683317" sldId="282"/>
            <ac:picMk id="7" creationId="{C0442B70-B5E1-0D06-9A6B-2C529318C43C}"/>
          </ac:picMkLst>
        </pc:picChg>
        <pc:picChg chg="del">
          <ac:chgData name="Ronnel D. Palenzuela" userId="27216d6f-a712-48da-bcb2-613e4bc945ac" providerId="ADAL" clId="{16736750-74B4-184C-AACF-97E7E4B9FAA6}" dt="2024-08-11T11:35:26.422" v="2100" actId="478"/>
          <ac:picMkLst>
            <pc:docMk/>
            <pc:sldMk cId="296683317" sldId="282"/>
            <ac:picMk id="8" creationId="{2E2C6D27-AF3A-A4C2-F435-87D1586FAACA}"/>
          </ac:picMkLst>
        </pc:picChg>
        <pc:picChg chg="del">
          <ac:chgData name="Ronnel D. Palenzuela" userId="27216d6f-a712-48da-bcb2-613e4bc945ac" providerId="ADAL" clId="{16736750-74B4-184C-AACF-97E7E4B9FAA6}" dt="2024-08-11T11:35:26.655" v="2101" actId="478"/>
          <ac:picMkLst>
            <pc:docMk/>
            <pc:sldMk cId="296683317" sldId="282"/>
            <ac:picMk id="9" creationId="{18FD6C3D-98D6-CC9C-69FF-706FEBC56D5E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1:44:29.650" v="2204" actId="20577"/>
        <pc:sldMkLst>
          <pc:docMk/>
          <pc:sldMk cId="993575964" sldId="283"/>
        </pc:sldMkLst>
        <pc:spChg chg="mod">
          <ac:chgData name="Ronnel D. Palenzuela" userId="27216d6f-a712-48da-bcb2-613e4bc945ac" providerId="ADAL" clId="{16736750-74B4-184C-AACF-97E7E4B9FAA6}" dt="2024-08-11T11:39:12.084" v="2168"/>
          <ac:spMkLst>
            <pc:docMk/>
            <pc:sldMk cId="993575964" sldId="283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1:40:34.052" v="2197" actId="207"/>
          <ac:spMkLst>
            <pc:docMk/>
            <pc:sldMk cId="993575964" sldId="283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11:43:38.835" v="2202" actId="1076"/>
          <ac:picMkLst>
            <pc:docMk/>
            <pc:sldMk cId="993575964" sldId="283"/>
            <ac:picMk id="4" creationId="{B7960360-83A2-6270-EECE-30A36048B200}"/>
          </ac:picMkLst>
        </pc:picChg>
        <pc:picChg chg="del">
          <ac:chgData name="Ronnel D. Palenzuela" userId="27216d6f-a712-48da-bcb2-613e4bc945ac" providerId="ADAL" clId="{16736750-74B4-184C-AACF-97E7E4B9FAA6}" dt="2024-08-11T11:39:13.621" v="2169" actId="478"/>
          <ac:picMkLst>
            <pc:docMk/>
            <pc:sldMk cId="993575964" sldId="283"/>
            <ac:picMk id="6" creationId="{C94A0A88-9294-A7B5-558E-0329F8DF2C01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1:50:32.912" v="2231" actId="1076"/>
        <pc:sldMkLst>
          <pc:docMk/>
          <pc:sldMk cId="1253337562" sldId="284"/>
        </pc:sldMkLst>
        <pc:spChg chg="mod">
          <ac:chgData name="Ronnel D. Palenzuela" userId="27216d6f-a712-48da-bcb2-613e4bc945ac" providerId="ADAL" clId="{16736750-74B4-184C-AACF-97E7E4B9FAA6}" dt="2024-08-11T11:45:06.797" v="2206"/>
          <ac:spMkLst>
            <pc:docMk/>
            <pc:sldMk cId="1253337562" sldId="284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1:48:12.471" v="2222"/>
          <ac:spMkLst>
            <pc:docMk/>
            <pc:sldMk cId="1253337562" sldId="284"/>
            <ac:spMk id="3" creationId="{F9E9654B-D8E5-22CA-371A-57FADD13842B}"/>
          </ac:spMkLst>
        </pc:spChg>
        <pc:picChg chg="del">
          <ac:chgData name="Ronnel D. Palenzuela" userId="27216d6f-a712-48da-bcb2-613e4bc945ac" providerId="ADAL" clId="{16736750-74B4-184C-AACF-97E7E4B9FAA6}" dt="2024-08-11T11:48:48.651" v="2224" actId="478"/>
          <ac:picMkLst>
            <pc:docMk/>
            <pc:sldMk cId="1253337562" sldId="284"/>
            <ac:picMk id="4" creationId="{B7960360-83A2-6270-EECE-30A36048B200}"/>
          </ac:picMkLst>
        </pc:picChg>
        <pc:picChg chg="add mod">
          <ac:chgData name="Ronnel D. Palenzuela" userId="27216d6f-a712-48da-bcb2-613e4bc945ac" providerId="ADAL" clId="{16736750-74B4-184C-AACF-97E7E4B9FAA6}" dt="2024-08-11T11:50:17.104" v="2227" actId="1076"/>
          <ac:picMkLst>
            <pc:docMk/>
            <pc:sldMk cId="1253337562" sldId="284"/>
            <ac:picMk id="5" creationId="{9D0F0297-4AB5-4797-A885-928619C7A572}"/>
          </ac:picMkLst>
        </pc:picChg>
        <pc:picChg chg="add mod">
          <ac:chgData name="Ronnel D. Palenzuela" userId="27216d6f-a712-48da-bcb2-613e4bc945ac" providerId="ADAL" clId="{16736750-74B4-184C-AACF-97E7E4B9FAA6}" dt="2024-08-11T11:50:32.912" v="2231" actId="1076"/>
          <ac:picMkLst>
            <pc:docMk/>
            <pc:sldMk cId="1253337562" sldId="284"/>
            <ac:picMk id="6" creationId="{F1C8719A-AF10-CA25-32B8-5B12B63B6F48}"/>
          </ac:picMkLst>
        </pc:picChg>
      </pc:sldChg>
      <pc:sldChg chg="addSp delSp modSp add mod">
        <pc:chgData name="Ronnel D. Palenzuela" userId="27216d6f-a712-48da-bcb2-613e4bc945ac" providerId="ADAL" clId="{16736750-74B4-184C-AACF-97E7E4B9FAA6}" dt="2024-08-11T12:26:02.933" v="2546" actId="20577"/>
        <pc:sldMkLst>
          <pc:docMk/>
          <pc:sldMk cId="2980579114" sldId="285"/>
        </pc:sldMkLst>
        <pc:spChg chg="mod">
          <ac:chgData name="Ronnel D. Palenzuela" userId="27216d6f-a712-48da-bcb2-613e4bc945ac" providerId="ADAL" clId="{16736750-74B4-184C-AACF-97E7E4B9FAA6}" dt="2024-08-11T12:25:58.060" v="2543" actId="20577"/>
          <ac:spMkLst>
            <pc:docMk/>
            <pc:sldMk cId="2980579114" sldId="285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2:26:02.933" v="2546" actId="20577"/>
          <ac:spMkLst>
            <pc:docMk/>
            <pc:sldMk cId="2980579114" sldId="285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12:11:35.139" v="2251" actId="1076"/>
          <ac:picMkLst>
            <pc:docMk/>
            <pc:sldMk cId="2980579114" sldId="285"/>
            <ac:picMk id="4" creationId="{74248AEE-FABF-0F2A-B1B2-1777799F48BD}"/>
          </ac:picMkLst>
        </pc:picChg>
        <pc:picChg chg="del">
          <ac:chgData name="Ronnel D. Palenzuela" userId="27216d6f-a712-48da-bcb2-613e4bc945ac" providerId="ADAL" clId="{16736750-74B4-184C-AACF-97E7E4B9FAA6}" dt="2024-08-11T12:09:33.931" v="2234" actId="478"/>
          <ac:picMkLst>
            <pc:docMk/>
            <pc:sldMk cId="2980579114" sldId="285"/>
            <ac:picMk id="5" creationId="{9D0F0297-4AB5-4797-A885-928619C7A572}"/>
          </ac:picMkLst>
        </pc:picChg>
        <pc:picChg chg="del">
          <ac:chgData name="Ronnel D. Palenzuela" userId="27216d6f-a712-48da-bcb2-613e4bc945ac" providerId="ADAL" clId="{16736750-74B4-184C-AACF-97E7E4B9FAA6}" dt="2024-08-11T12:09:35.158" v="2235" actId="478"/>
          <ac:picMkLst>
            <pc:docMk/>
            <pc:sldMk cId="2980579114" sldId="285"/>
            <ac:picMk id="6" creationId="{F1C8719A-AF10-CA25-32B8-5B12B63B6F48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2:25:18.008" v="2520" actId="1076"/>
        <pc:sldMkLst>
          <pc:docMk/>
          <pc:sldMk cId="1581186720" sldId="286"/>
        </pc:sldMkLst>
        <pc:spChg chg="mod">
          <ac:chgData name="Ronnel D. Palenzuela" userId="27216d6f-a712-48da-bcb2-613e4bc945ac" providerId="ADAL" clId="{16736750-74B4-184C-AACF-97E7E4B9FAA6}" dt="2024-08-11T12:25:16.630" v="2519" actId="1076"/>
          <ac:spMkLst>
            <pc:docMk/>
            <pc:sldMk cId="1581186720" sldId="286"/>
            <ac:spMk id="3" creationId="{F9E9654B-D8E5-22CA-371A-57FADD13842B}"/>
          </ac:spMkLst>
        </pc:spChg>
        <pc:spChg chg="add mod">
          <ac:chgData name="Ronnel D. Palenzuela" userId="27216d6f-a712-48da-bcb2-613e4bc945ac" providerId="ADAL" clId="{16736750-74B4-184C-AACF-97E7E4B9FAA6}" dt="2024-08-11T12:25:18.008" v="2520" actId="1076"/>
          <ac:spMkLst>
            <pc:docMk/>
            <pc:sldMk cId="1581186720" sldId="286"/>
            <ac:spMk id="5" creationId="{63E79591-2F27-370E-329D-A0B622A8CFA5}"/>
          </ac:spMkLst>
        </pc:spChg>
        <pc:spChg chg="add mod">
          <ac:chgData name="Ronnel D. Palenzuela" userId="27216d6f-a712-48da-bcb2-613e4bc945ac" providerId="ADAL" clId="{16736750-74B4-184C-AACF-97E7E4B9FAA6}" dt="2024-08-11T12:22:19.024" v="2454"/>
          <ac:spMkLst>
            <pc:docMk/>
            <pc:sldMk cId="1581186720" sldId="286"/>
            <ac:spMk id="6" creationId="{8E044E04-0B5A-32C0-8EEE-D905F6C6381E}"/>
          </ac:spMkLst>
        </pc:spChg>
        <pc:spChg chg="add mod">
          <ac:chgData name="Ronnel D. Palenzuela" userId="27216d6f-a712-48da-bcb2-613e4bc945ac" providerId="ADAL" clId="{16736750-74B4-184C-AACF-97E7E4B9FAA6}" dt="2024-08-11T12:22:33.783" v="2457" actId="767"/>
          <ac:spMkLst>
            <pc:docMk/>
            <pc:sldMk cId="1581186720" sldId="286"/>
            <ac:spMk id="7" creationId="{75AD83E7-4E98-C144-0CA8-1D34A9078DFC}"/>
          </ac:spMkLst>
        </pc:spChg>
        <pc:spChg chg="add del">
          <ac:chgData name="Ronnel D. Palenzuela" userId="27216d6f-a712-48da-bcb2-613e4bc945ac" providerId="ADAL" clId="{16736750-74B4-184C-AACF-97E7E4B9FAA6}" dt="2024-08-11T12:24:47.787" v="2511" actId="22"/>
          <ac:spMkLst>
            <pc:docMk/>
            <pc:sldMk cId="1581186720" sldId="286"/>
            <ac:spMk id="9" creationId="{5AFEA3DF-0E3B-7218-22F8-B412FEC8C03F}"/>
          </ac:spMkLst>
        </pc:spChg>
        <pc:picChg chg="del">
          <ac:chgData name="Ronnel D. Palenzuela" userId="27216d6f-a712-48da-bcb2-613e4bc945ac" providerId="ADAL" clId="{16736750-74B4-184C-AACF-97E7E4B9FAA6}" dt="2024-08-11T12:15:21.761" v="2282" actId="478"/>
          <ac:picMkLst>
            <pc:docMk/>
            <pc:sldMk cId="1581186720" sldId="286"/>
            <ac:picMk id="4" creationId="{74248AEE-FABF-0F2A-B1B2-1777799F48BD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2:32:58.139" v="2586"/>
        <pc:sldMkLst>
          <pc:docMk/>
          <pc:sldMk cId="4278137860" sldId="287"/>
        </pc:sldMkLst>
        <pc:spChg chg="mod">
          <ac:chgData name="Ronnel D. Palenzuela" userId="27216d6f-a712-48da-bcb2-613e4bc945ac" providerId="ADAL" clId="{16736750-74B4-184C-AACF-97E7E4B9FAA6}" dt="2024-08-11T12:26:17.544" v="2548"/>
          <ac:spMkLst>
            <pc:docMk/>
            <pc:sldMk cId="4278137860" sldId="287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2:27:02.548" v="2568"/>
          <ac:spMkLst>
            <pc:docMk/>
            <pc:sldMk cId="4278137860" sldId="287"/>
            <ac:spMk id="3" creationId="{F9E9654B-D8E5-22CA-371A-57FADD13842B}"/>
          </ac:spMkLst>
        </pc:spChg>
        <pc:spChg chg="del">
          <ac:chgData name="Ronnel D. Palenzuela" userId="27216d6f-a712-48da-bcb2-613e4bc945ac" providerId="ADAL" clId="{16736750-74B4-184C-AACF-97E7E4B9FAA6}" dt="2024-08-11T12:26:19.941" v="2549" actId="478"/>
          <ac:spMkLst>
            <pc:docMk/>
            <pc:sldMk cId="4278137860" sldId="287"/>
            <ac:spMk id="5" creationId="{63E79591-2F27-370E-329D-A0B622A8CFA5}"/>
          </ac:spMkLst>
        </pc:spChg>
        <pc:picChg chg="add mod">
          <ac:chgData name="Ronnel D. Palenzuela" userId="27216d6f-a712-48da-bcb2-613e4bc945ac" providerId="ADAL" clId="{16736750-74B4-184C-AACF-97E7E4B9FAA6}" dt="2024-08-11T12:30:03.374" v="2578" actId="1076"/>
          <ac:picMkLst>
            <pc:docMk/>
            <pc:sldMk cId="4278137860" sldId="287"/>
            <ac:picMk id="4" creationId="{C94F73C7-EE3C-5039-6716-AA5F092B56AC}"/>
          </ac:picMkLst>
        </pc:picChg>
        <pc:picChg chg="add mod">
          <ac:chgData name="Ronnel D. Palenzuela" userId="27216d6f-a712-48da-bcb2-613e4bc945ac" providerId="ADAL" clId="{16736750-74B4-184C-AACF-97E7E4B9FAA6}" dt="2024-08-11T12:30:04.674" v="2579" actId="1076"/>
          <ac:picMkLst>
            <pc:docMk/>
            <pc:sldMk cId="4278137860" sldId="287"/>
            <ac:picMk id="6" creationId="{7982849D-C7FF-134E-B589-F96BF9176D03}"/>
          </ac:picMkLst>
        </pc:picChg>
      </pc:sldChg>
      <pc:sldChg chg="delSp modSp add mod">
        <pc:chgData name="Ronnel D. Palenzuela" userId="27216d6f-a712-48da-bcb2-613e4bc945ac" providerId="ADAL" clId="{16736750-74B4-184C-AACF-97E7E4B9FAA6}" dt="2024-08-12T02:16:02.449" v="3153" actId="20577"/>
        <pc:sldMkLst>
          <pc:docMk/>
          <pc:sldMk cId="3972629357" sldId="288"/>
        </pc:sldMkLst>
        <pc:spChg chg="mod">
          <ac:chgData name="Ronnel D. Palenzuela" userId="27216d6f-a712-48da-bcb2-613e4bc945ac" providerId="ADAL" clId="{16736750-74B4-184C-AACF-97E7E4B9FAA6}" dt="2024-08-12T02:16:02.449" v="3153" actId="20577"/>
          <ac:spMkLst>
            <pc:docMk/>
            <pc:sldMk cId="3972629357" sldId="288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2T02:11:51.983" v="3029" actId="207"/>
          <ac:spMkLst>
            <pc:docMk/>
            <pc:sldMk cId="3972629357" sldId="288"/>
            <ac:spMk id="3" creationId="{F9E9654B-D8E5-22CA-371A-57FADD13842B}"/>
          </ac:spMkLst>
        </pc:spChg>
        <pc:picChg chg="del">
          <ac:chgData name="Ronnel D. Palenzuela" userId="27216d6f-a712-48da-bcb2-613e4bc945ac" providerId="ADAL" clId="{16736750-74B4-184C-AACF-97E7E4B9FAA6}" dt="2024-08-12T01:08:18.288" v="2654" actId="478"/>
          <ac:picMkLst>
            <pc:docMk/>
            <pc:sldMk cId="3972629357" sldId="288"/>
            <ac:picMk id="4" creationId="{C94F73C7-EE3C-5039-6716-AA5F092B56AC}"/>
          </ac:picMkLst>
        </pc:picChg>
        <pc:picChg chg="del">
          <ac:chgData name="Ronnel D. Palenzuela" userId="27216d6f-a712-48da-bcb2-613e4bc945ac" providerId="ADAL" clId="{16736750-74B4-184C-AACF-97E7E4B9FAA6}" dt="2024-08-12T01:08:18.480" v="2655" actId="478"/>
          <ac:picMkLst>
            <pc:docMk/>
            <pc:sldMk cId="3972629357" sldId="288"/>
            <ac:picMk id="6" creationId="{7982849D-C7FF-134E-B589-F96BF9176D03}"/>
          </ac:picMkLst>
        </pc:picChg>
      </pc:sldChg>
      <pc:sldChg chg="modSp add mod">
        <pc:chgData name="Ronnel D. Palenzuela" userId="27216d6f-a712-48da-bcb2-613e4bc945ac" providerId="ADAL" clId="{16736750-74B4-184C-AACF-97E7E4B9FAA6}" dt="2024-08-12T02:22:03.220" v="3182" actId="11"/>
        <pc:sldMkLst>
          <pc:docMk/>
          <pc:sldMk cId="2990164252" sldId="289"/>
        </pc:sldMkLst>
        <pc:spChg chg="mod">
          <ac:chgData name="Ronnel D. Palenzuela" userId="27216d6f-a712-48da-bcb2-613e4bc945ac" providerId="ADAL" clId="{16736750-74B4-184C-AACF-97E7E4B9FAA6}" dt="2024-08-12T02:16:06.498" v="3154" actId="20577"/>
          <ac:spMkLst>
            <pc:docMk/>
            <pc:sldMk cId="2990164252" sldId="289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2T02:22:03.220" v="3182" actId="11"/>
          <ac:spMkLst>
            <pc:docMk/>
            <pc:sldMk cId="2990164252" sldId="289"/>
            <ac:spMk id="3" creationId="{F9E9654B-D8E5-22CA-371A-57FADD13842B}"/>
          </ac:spMkLst>
        </pc:spChg>
      </pc:sldChg>
      <pc:sldChg chg="modSp add mod">
        <pc:chgData name="Ronnel D. Palenzuela" userId="27216d6f-a712-48da-bcb2-613e4bc945ac" providerId="ADAL" clId="{16736750-74B4-184C-AACF-97E7E4B9FAA6}" dt="2024-08-13T03:37:12.131" v="3508" actId="207"/>
        <pc:sldMkLst>
          <pc:docMk/>
          <pc:sldMk cId="1111498698" sldId="290"/>
        </pc:sldMkLst>
        <pc:spChg chg="mod">
          <ac:chgData name="Ronnel D. Palenzuela" userId="27216d6f-a712-48da-bcb2-613e4bc945ac" providerId="ADAL" clId="{16736750-74B4-184C-AACF-97E7E4B9FAA6}" dt="2024-08-13T03:27:17.210" v="3359" actId="20577"/>
          <ac:spMkLst>
            <pc:docMk/>
            <pc:sldMk cId="1111498698" sldId="290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3T03:37:12.131" v="3508" actId="207"/>
          <ac:spMkLst>
            <pc:docMk/>
            <pc:sldMk cId="1111498698" sldId="290"/>
            <ac:spMk id="3" creationId="{F9E9654B-D8E5-22CA-371A-57FADD13842B}"/>
          </ac:spMkLst>
        </pc:spChg>
      </pc:sldChg>
      <pc:sldChg chg="modSp add del mod">
        <pc:chgData name="Ronnel D. Palenzuela" userId="27216d6f-a712-48da-bcb2-613e4bc945ac" providerId="ADAL" clId="{16736750-74B4-184C-AACF-97E7E4B9FAA6}" dt="2024-08-12T02:54:12.156" v="3325" actId="2696"/>
        <pc:sldMkLst>
          <pc:docMk/>
          <pc:sldMk cId="1927110459" sldId="290"/>
        </pc:sldMkLst>
        <pc:spChg chg="mod">
          <ac:chgData name="Ronnel D. Palenzuela" userId="27216d6f-a712-48da-bcb2-613e4bc945ac" providerId="ADAL" clId="{16736750-74B4-184C-AACF-97E7E4B9FAA6}" dt="2024-08-12T02:17:40.195" v="3179" actId="20577"/>
          <ac:spMkLst>
            <pc:docMk/>
            <pc:sldMk cId="1927110459" sldId="290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2T02:25:46.161" v="3276" actId="20577"/>
          <ac:spMkLst>
            <pc:docMk/>
            <pc:sldMk cId="1927110459" sldId="290"/>
            <ac:spMk id="3" creationId="{F9E9654B-D8E5-22CA-371A-57FADD13842B}"/>
          </ac:spMkLst>
        </pc:spChg>
      </pc:sldChg>
      <pc:sldChg chg="modSp add mod ord">
        <pc:chgData name="Ronnel D. Palenzuela" userId="27216d6f-a712-48da-bcb2-613e4bc945ac" providerId="ADAL" clId="{16736750-74B4-184C-AACF-97E7E4B9FAA6}" dt="2024-08-13T03:34:24.591" v="3466" actId="207"/>
        <pc:sldMkLst>
          <pc:docMk/>
          <pc:sldMk cId="815011119" sldId="291"/>
        </pc:sldMkLst>
        <pc:spChg chg="mod">
          <ac:chgData name="Ronnel D. Palenzuela" userId="27216d6f-a712-48da-bcb2-613e4bc945ac" providerId="ADAL" clId="{16736750-74B4-184C-AACF-97E7E4B9FAA6}" dt="2024-08-13T03:34:24.591" v="3466" actId="207"/>
          <ac:spMkLst>
            <pc:docMk/>
            <pc:sldMk cId="815011119" sldId="291"/>
            <ac:spMk id="3" creationId="{F9E9654B-D8E5-22CA-371A-57FADD13842B}"/>
          </ac:spMkLst>
        </pc:spChg>
      </pc:sldChg>
      <pc:sldChg chg="modSp add del mod">
        <pc:chgData name="Ronnel D. Palenzuela" userId="27216d6f-a712-48da-bcb2-613e4bc945ac" providerId="ADAL" clId="{16736750-74B4-184C-AACF-97E7E4B9FAA6}" dt="2024-08-12T02:54:12.156" v="3325" actId="2696"/>
        <pc:sldMkLst>
          <pc:docMk/>
          <pc:sldMk cId="1781441069" sldId="291"/>
        </pc:sldMkLst>
        <pc:spChg chg="mod">
          <ac:chgData name="Ronnel D. Palenzuela" userId="27216d6f-a712-48da-bcb2-613e4bc945ac" providerId="ADAL" clId="{16736750-74B4-184C-AACF-97E7E4B9FAA6}" dt="2024-08-12T02:28:06.903" v="3321" actId="11"/>
          <ac:spMkLst>
            <pc:docMk/>
            <pc:sldMk cId="1781441069" sldId="291"/>
            <ac:spMk id="3" creationId="{F9E9654B-D8E5-22CA-371A-57FADD13842B}"/>
          </ac:spMkLst>
        </pc:spChg>
      </pc:sldChg>
      <pc:sldChg chg="modSp add del mod">
        <pc:chgData name="Ronnel D. Palenzuela" userId="27216d6f-a712-48da-bcb2-613e4bc945ac" providerId="ADAL" clId="{16736750-74B4-184C-AACF-97E7E4B9FAA6}" dt="2024-08-12T02:54:12.156" v="3325" actId="2696"/>
        <pc:sldMkLst>
          <pc:docMk/>
          <pc:sldMk cId="1765234647" sldId="292"/>
        </pc:sldMkLst>
        <pc:spChg chg="mod">
          <ac:chgData name="Ronnel D. Palenzuela" userId="27216d6f-a712-48da-bcb2-613e4bc945ac" providerId="ADAL" clId="{16736750-74B4-184C-AACF-97E7E4B9FAA6}" dt="2024-08-12T02:28:26.710" v="3324" actId="403"/>
          <ac:spMkLst>
            <pc:docMk/>
            <pc:sldMk cId="1765234647" sldId="292"/>
            <ac:spMk id="3" creationId="{F9E9654B-D8E5-22CA-371A-57FADD13842B}"/>
          </ac:spMkLst>
        </pc:spChg>
      </pc:sldChg>
      <pc:sldMasterChg chg="modSldLayout">
        <pc:chgData name="Ronnel D. Palenzuela" userId="27216d6f-a712-48da-bcb2-613e4bc945ac" providerId="ADAL" clId="{16736750-74B4-184C-AACF-97E7E4B9FAA6}" dt="2024-08-11T07:03:06.010" v="731" actId="20577"/>
        <pc:sldMasterMkLst>
          <pc:docMk/>
          <pc:sldMasterMk cId="651270159" sldId="2147483648"/>
        </pc:sldMasterMkLst>
        <pc:sldLayoutChg chg="modSp mod">
          <pc:chgData name="Ronnel D. Palenzuela" userId="27216d6f-a712-48da-bcb2-613e4bc945ac" providerId="ADAL" clId="{16736750-74B4-184C-AACF-97E7E4B9FAA6}" dt="2024-08-11T07:03:06.010" v="731" actId="20577"/>
          <pc:sldLayoutMkLst>
            <pc:docMk/>
            <pc:sldMasterMk cId="651270159" sldId="2147483648"/>
            <pc:sldLayoutMk cId="2921653432" sldId="2147483649"/>
          </pc:sldLayoutMkLst>
          <pc:spChg chg="mod">
            <ac:chgData name="Ronnel D. Palenzuela" userId="27216d6f-a712-48da-bcb2-613e4bc945ac" providerId="ADAL" clId="{16736750-74B4-184C-AACF-97E7E4B9FAA6}" dt="2024-08-11T07:03:06.010" v="731" actId="20577"/>
            <ac:spMkLst>
              <pc:docMk/>
              <pc:sldMasterMk cId="651270159" sldId="2147483648"/>
              <pc:sldLayoutMk cId="2921653432" sldId="2147483649"/>
              <ac:spMk id="5" creationId="{3794B7A0-4232-A0AC-7E3A-3BF632F0C83D}"/>
            </ac:spMkLst>
          </pc:spChg>
        </pc:sldLayoutChg>
      </pc:sldMasterChg>
    </pc:docChg>
  </pc:docChgLst>
  <pc:docChgLst>
    <pc:chgData name="Ronnel D. Palenzuela" userId="27216d6f-a712-48da-bcb2-613e4bc945ac" providerId="ADAL" clId="{16FF8E01-DE24-0F4F-A559-943D670B7764}"/>
    <pc:docChg chg="undo custSel addSld delSld modSld sldOrd modMainMaster">
      <pc:chgData name="Ronnel D. Palenzuela" userId="27216d6f-a712-48da-bcb2-613e4bc945ac" providerId="ADAL" clId="{16FF8E01-DE24-0F4F-A559-943D670B7764}" dt="2024-08-15T06:12:31.924" v="2533" actId="729"/>
      <pc:docMkLst>
        <pc:docMk/>
      </pc:docMkLst>
      <pc:sldChg chg="modSp mod">
        <pc:chgData name="Ronnel D. Palenzuela" userId="27216d6f-a712-48da-bcb2-613e4bc945ac" providerId="ADAL" clId="{16FF8E01-DE24-0F4F-A559-943D670B7764}" dt="2024-08-14T16:09:01.930" v="1419" actId="20577"/>
        <pc:sldMkLst>
          <pc:docMk/>
          <pc:sldMk cId="3455369248" sldId="257"/>
        </pc:sldMkLst>
        <pc:spChg chg="mod">
          <ac:chgData name="Ronnel D. Palenzuela" userId="27216d6f-a712-48da-bcb2-613e4bc945ac" providerId="ADAL" clId="{16FF8E01-DE24-0F4F-A559-943D670B7764}" dt="2024-08-14T16:08:42.416" v="1364" actId="14100"/>
          <ac:spMkLst>
            <pc:docMk/>
            <pc:sldMk cId="3455369248" sldId="257"/>
            <ac:spMk id="2" creationId="{4B9DC0FD-E73C-26A6-891F-61B461076958}"/>
          </ac:spMkLst>
        </pc:spChg>
        <pc:spChg chg="mod">
          <ac:chgData name="Ronnel D. Palenzuela" userId="27216d6f-a712-48da-bcb2-613e4bc945ac" providerId="ADAL" clId="{16FF8E01-DE24-0F4F-A559-943D670B7764}" dt="2024-08-14T16:09:01.930" v="1419" actId="20577"/>
          <ac:spMkLst>
            <pc:docMk/>
            <pc:sldMk cId="3455369248" sldId="257"/>
            <ac:spMk id="3" creationId="{55CA8846-F5F9-9E2F-7E86-4EDFA1AEFED2}"/>
          </ac:spMkLst>
        </pc:sp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3256538018" sldId="259"/>
        </pc:sldMkLst>
      </pc:sldChg>
      <pc:sldChg chg="modSp mod modNotesTx">
        <pc:chgData name="Ronnel D. Palenzuela" userId="27216d6f-a712-48da-bcb2-613e4bc945ac" providerId="ADAL" clId="{16FF8E01-DE24-0F4F-A559-943D670B7764}" dt="2024-08-14T16:25:10.072" v="1665" actId="20577"/>
        <pc:sldMkLst>
          <pc:docMk/>
          <pc:sldMk cId="3611571112" sldId="263"/>
        </pc:sldMkLst>
        <pc:spChg chg="mod">
          <ac:chgData name="Ronnel D. Palenzuela" userId="27216d6f-a712-48da-bcb2-613e4bc945ac" providerId="ADAL" clId="{16FF8E01-DE24-0F4F-A559-943D670B7764}" dt="2024-08-14T16:09:37.186" v="1435" actId="1076"/>
          <ac:spMkLst>
            <pc:docMk/>
            <pc:sldMk cId="3611571112" sldId="263"/>
            <ac:spMk id="2" creationId="{4B9DC0FD-E73C-26A6-891F-61B461076958}"/>
          </ac:spMkLst>
        </pc:spChg>
      </pc:sldChg>
      <pc:sldChg chg="modSp mod">
        <pc:chgData name="Ronnel D. Palenzuela" userId="27216d6f-a712-48da-bcb2-613e4bc945ac" providerId="ADAL" clId="{16FF8E01-DE24-0F4F-A559-943D670B7764}" dt="2024-08-14T15:58:28.162" v="1311" actId="207"/>
        <pc:sldMkLst>
          <pc:docMk/>
          <pc:sldMk cId="261940385" sldId="264"/>
        </pc:sldMkLst>
        <pc:spChg chg="mod">
          <ac:chgData name="Ronnel D. Palenzuela" userId="27216d6f-a712-48da-bcb2-613e4bc945ac" providerId="ADAL" clId="{16FF8E01-DE24-0F4F-A559-943D670B7764}" dt="2024-08-14T15:58:28.162" v="1311" actId="207"/>
          <ac:spMkLst>
            <pc:docMk/>
            <pc:sldMk cId="261940385" sldId="264"/>
            <ac:spMk id="3" creationId="{A8B75234-3FB1-B597-DF46-CD5827D3C5AF}"/>
          </ac:spMkLst>
        </pc:spChg>
      </pc:sldChg>
      <pc:sldChg chg="add del">
        <pc:chgData name="Ronnel D. Palenzuela" userId="27216d6f-a712-48da-bcb2-613e4bc945ac" providerId="ADAL" clId="{16FF8E01-DE24-0F4F-A559-943D670B7764}" dt="2024-08-14T04:37:31.309" v="136" actId="2890"/>
        <pc:sldMkLst>
          <pc:docMk/>
          <pc:sldMk cId="393610469" sldId="265"/>
        </pc:sldMkLst>
      </pc:sldChg>
      <pc:sldChg chg="addSp delSp modSp add del mod or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538568147" sldId="265"/>
        </pc:sldMkLst>
        <pc:spChg chg="mod">
          <ac:chgData name="Ronnel D. Palenzuela" userId="27216d6f-a712-48da-bcb2-613e4bc945ac" providerId="ADAL" clId="{16FF8E01-DE24-0F4F-A559-943D670B7764}" dt="2024-08-14T14:55:35.293" v="832" actId="20577"/>
          <ac:spMkLst>
            <pc:docMk/>
            <pc:sldMk cId="538568147" sldId="265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3:46:58.170" v="402" actId="113"/>
          <ac:spMkLst>
            <pc:docMk/>
            <pc:sldMk cId="538568147" sldId="265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FF8E01-DE24-0F4F-A559-943D670B7764}" dt="2024-08-14T14:08:52.904" v="652" actId="1076"/>
          <ac:picMkLst>
            <pc:docMk/>
            <pc:sldMk cId="538568147" sldId="265"/>
            <ac:picMk id="5" creationId="{70008023-F501-145C-0B44-5194C048510F}"/>
          </ac:picMkLst>
        </pc:picChg>
        <pc:picChg chg="add mod">
          <ac:chgData name="Ronnel D. Palenzuela" userId="27216d6f-a712-48da-bcb2-613e4bc945ac" providerId="ADAL" clId="{16FF8E01-DE24-0F4F-A559-943D670B7764}" dt="2024-08-14T14:08:59.711" v="656" actId="1076"/>
          <ac:picMkLst>
            <pc:docMk/>
            <pc:sldMk cId="538568147" sldId="265"/>
            <ac:picMk id="6" creationId="{24353777-D960-C968-46B2-C9D39EBD397E}"/>
          </ac:picMkLst>
        </pc:picChg>
        <pc:picChg chg="del">
          <ac:chgData name="Ronnel D. Palenzuela" userId="27216d6f-a712-48da-bcb2-613e4bc945ac" providerId="ADAL" clId="{16FF8E01-DE24-0F4F-A559-943D670B7764}" dt="2024-08-14T13:36:35.785" v="186" actId="478"/>
          <ac:picMkLst>
            <pc:docMk/>
            <pc:sldMk cId="538568147" sldId="265"/>
            <ac:picMk id="6" creationId="{E6F66661-8045-D9A5-7A22-9C32CFDC9130}"/>
          </ac:picMkLst>
        </pc:picChg>
        <pc:picChg chg="del">
          <ac:chgData name="Ronnel D. Palenzuela" userId="27216d6f-a712-48da-bcb2-613e4bc945ac" providerId="ADAL" clId="{16FF8E01-DE24-0F4F-A559-943D670B7764}" dt="2024-08-14T13:36:36.302" v="188" actId="478"/>
          <ac:picMkLst>
            <pc:docMk/>
            <pc:sldMk cId="538568147" sldId="265"/>
            <ac:picMk id="7" creationId="{034B6557-36A5-121F-76C7-3EA4B37D7CFA}"/>
          </ac:picMkLst>
        </pc:picChg>
        <pc:picChg chg="del">
          <ac:chgData name="Ronnel D. Palenzuela" userId="27216d6f-a712-48da-bcb2-613e4bc945ac" providerId="ADAL" clId="{16FF8E01-DE24-0F4F-A559-943D670B7764}" dt="2024-08-14T13:36:36.076" v="187" actId="478"/>
          <ac:picMkLst>
            <pc:docMk/>
            <pc:sldMk cId="538568147" sldId="265"/>
            <ac:picMk id="8" creationId="{1FB21C6D-D0A1-8AEB-319B-0296807954C0}"/>
          </ac:picMkLst>
        </pc:picChg>
        <pc:picChg chg="del">
          <ac:chgData name="Ronnel D. Palenzuela" userId="27216d6f-a712-48da-bcb2-613e4bc945ac" providerId="ADAL" clId="{16FF8E01-DE24-0F4F-A559-943D670B7764}" dt="2024-08-14T13:36:36.597" v="189" actId="478"/>
          <ac:picMkLst>
            <pc:docMk/>
            <pc:sldMk cId="538568147" sldId="265"/>
            <ac:picMk id="10" creationId="{DA4EB7EF-513D-C40D-5DC5-6B39809CDC00}"/>
          </ac:picMkLst>
        </pc:picChg>
      </pc:sldChg>
      <pc:sldChg chg="addSp delSp modSp add mo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1782960047" sldId="266"/>
        </pc:sldMkLst>
        <pc:spChg chg="mod">
          <ac:chgData name="Ronnel D. Palenzuela" userId="27216d6f-a712-48da-bcb2-613e4bc945ac" providerId="ADAL" clId="{16FF8E01-DE24-0F4F-A559-943D670B7764}" dt="2024-08-14T13:45:50.997" v="383" actId="20577"/>
          <ac:spMkLst>
            <pc:docMk/>
            <pc:sldMk cId="1782960047" sldId="266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3:52:01.538" v="473" actId="207"/>
          <ac:spMkLst>
            <pc:docMk/>
            <pc:sldMk cId="1782960047" sldId="266"/>
            <ac:spMk id="3" creationId="{F9E9654B-D8E5-22CA-371A-57FADD13842B}"/>
          </ac:spMkLst>
        </pc:spChg>
        <pc:spChg chg="add mod">
          <ac:chgData name="Ronnel D. Palenzuela" userId="27216d6f-a712-48da-bcb2-613e4bc945ac" providerId="ADAL" clId="{16FF8E01-DE24-0F4F-A559-943D670B7764}" dt="2024-08-14T13:54:36.838" v="483" actId="1076"/>
          <ac:spMkLst>
            <pc:docMk/>
            <pc:sldMk cId="1782960047" sldId="266"/>
            <ac:spMk id="6" creationId="{D96DF1EF-8473-896F-2BBC-6D1558971D10}"/>
          </ac:spMkLst>
        </pc:spChg>
        <pc:picChg chg="del">
          <ac:chgData name="Ronnel D. Palenzuela" userId="27216d6f-a712-48da-bcb2-613e4bc945ac" providerId="ADAL" clId="{16FF8E01-DE24-0F4F-A559-943D670B7764}" dt="2024-08-14T13:45:55.174" v="384" actId="478"/>
          <ac:picMkLst>
            <pc:docMk/>
            <pc:sldMk cId="1782960047" sldId="266"/>
            <ac:picMk id="5" creationId="{70008023-F501-145C-0B44-5194C048510F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3029220167" sldId="266"/>
        </pc:sldMkLst>
      </pc:sldChg>
      <pc:sldChg chg="modSp add mo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2149631211" sldId="267"/>
        </pc:sldMkLst>
        <pc:spChg chg="mod">
          <ac:chgData name="Ronnel D. Palenzuela" userId="27216d6f-a712-48da-bcb2-613e4bc945ac" providerId="ADAL" clId="{16FF8E01-DE24-0F4F-A559-943D670B7764}" dt="2024-08-14T15:58:59.103" v="1314" actId="11"/>
          <ac:spMkLst>
            <pc:docMk/>
            <pc:sldMk cId="2149631211" sldId="267"/>
            <ac:spMk id="3" creationId="{F9E9654B-D8E5-22CA-371A-57FADD13842B}"/>
          </ac:spMkLst>
        </pc:spChg>
      </pc:sldChg>
      <pc:sldChg chg="add del">
        <pc:chgData name="Ronnel D. Palenzuela" userId="27216d6f-a712-48da-bcb2-613e4bc945ac" providerId="ADAL" clId="{16FF8E01-DE24-0F4F-A559-943D670B7764}" dt="2024-08-14T13:54:04.562" v="479" actId="2696"/>
        <pc:sldMkLst>
          <pc:docMk/>
          <pc:sldMk cId="2717857131" sldId="267"/>
        </pc:sldMkLst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3285671655" sldId="267"/>
        </pc:sldMkLst>
      </pc:sldChg>
      <pc:sldChg chg="add del">
        <pc:chgData name="Ronnel D. Palenzuela" userId="27216d6f-a712-48da-bcb2-613e4bc945ac" providerId="ADAL" clId="{16FF8E01-DE24-0F4F-A559-943D670B7764}" dt="2024-08-14T13:54:30.391" v="482" actId="2696"/>
        <pc:sldMkLst>
          <pc:docMk/>
          <pc:sldMk cId="3367849497" sldId="267"/>
        </pc:sldMkLst>
      </pc:sldChg>
      <pc:sldChg chg="modSp add mo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155138258" sldId="268"/>
        </pc:sldMkLst>
        <pc:spChg chg="mod">
          <ac:chgData name="Ronnel D. Palenzuela" userId="27216d6f-a712-48da-bcb2-613e4bc945ac" providerId="ADAL" clId="{16FF8E01-DE24-0F4F-A559-943D670B7764}" dt="2024-08-14T15:59:15.816" v="1315" actId="11"/>
          <ac:spMkLst>
            <pc:docMk/>
            <pc:sldMk cId="155138258" sldId="268"/>
            <ac:spMk id="3" creationId="{F9E9654B-D8E5-22CA-371A-57FADD13842B}"/>
          </ac:spMkLst>
        </pc:sp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1637530094" sldId="268"/>
        </pc:sldMkLst>
      </pc:sldChg>
      <pc:sldChg chg="addSp modSp add mod or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2831007090" sldId="269"/>
        </pc:sldMkLst>
        <pc:spChg chg="mod">
          <ac:chgData name="Ronnel D. Palenzuela" userId="27216d6f-a712-48da-bcb2-613e4bc945ac" providerId="ADAL" clId="{16FF8E01-DE24-0F4F-A559-943D670B7764}" dt="2024-08-14T14:10:47.606" v="696" actId="20577"/>
          <ac:spMkLst>
            <pc:docMk/>
            <pc:sldMk cId="2831007090" sldId="269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4:16:06.339" v="778" actId="1076"/>
          <ac:spMkLst>
            <pc:docMk/>
            <pc:sldMk cId="2831007090" sldId="269"/>
            <ac:spMk id="3" creationId="{F9E9654B-D8E5-22CA-371A-57FADD13842B}"/>
          </ac:spMkLst>
        </pc:spChg>
        <pc:spChg chg="add mod">
          <ac:chgData name="Ronnel D. Palenzuela" userId="27216d6f-a712-48da-bcb2-613e4bc945ac" providerId="ADAL" clId="{16FF8E01-DE24-0F4F-A559-943D670B7764}" dt="2024-08-14T14:15:42.779" v="771" actId="113"/>
          <ac:spMkLst>
            <pc:docMk/>
            <pc:sldMk cId="2831007090" sldId="269"/>
            <ac:spMk id="4" creationId="{CB6DD4F9-08BE-3AF6-FDDC-AB693A0D38F1}"/>
          </ac:spMkLst>
        </pc:sp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4018365145" sldId="269"/>
        </pc:sldMkLst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1107698705" sldId="270"/>
        </pc:sldMkLst>
      </pc:sldChg>
      <pc:sldChg chg="addSp delSp modSp add mod or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2073403413" sldId="270"/>
        </pc:sldMkLst>
        <pc:spChg chg="mod">
          <ac:chgData name="Ronnel D. Palenzuela" userId="27216d6f-a712-48da-bcb2-613e4bc945ac" providerId="ADAL" clId="{16FF8E01-DE24-0F4F-A559-943D670B7764}" dt="2024-08-14T14:55:39.952" v="834" actId="20577"/>
          <ac:spMkLst>
            <pc:docMk/>
            <pc:sldMk cId="2073403413" sldId="270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5:31:54.057" v="880" actId="207"/>
          <ac:spMkLst>
            <pc:docMk/>
            <pc:sldMk cId="2073403413" sldId="270"/>
            <ac:spMk id="3" creationId="{F9E9654B-D8E5-22CA-371A-57FADD13842B}"/>
          </ac:spMkLst>
        </pc:spChg>
        <pc:picChg chg="add del mod">
          <ac:chgData name="Ronnel D. Palenzuela" userId="27216d6f-a712-48da-bcb2-613e4bc945ac" providerId="ADAL" clId="{16FF8E01-DE24-0F4F-A559-943D670B7764}" dt="2024-08-14T15:09:23.422" v="836" actId="478"/>
          <ac:picMkLst>
            <pc:docMk/>
            <pc:sldMk cId="2073403413" sldId="270"/>
            <ac:picMk id="4" creationId="{369191B6-2A1C-3113-9BFD-747A4657F8D7}"/>
          </ac:picMkLst>
        </pc:picChg>
        <pc:picChg chg="del">
          <ac:chgData name="Ronnel D. Palenzuela" userId="27216d6f-a712-48da-bcb2-613e4bc945ac" providerId="ADAL" clId="{16FF8E01-DE24-0F4F-A559-943D670B7764}" dt="2024-08-14T14:53:40.293" v="791" actId="478"/>
          <ac:picMkLst>
            <pc:docMk/>
            <pc:sldMk cId="2073403413" sldId="270"/>
            <ac:picMk id="5" creationId="{70008023-F501-145C-0B44-5194C048510F}"/>
          </ac:picMkLst>
        </pc:picChg>
        <pc:picChg chg="del">
          <ac:chgData name="Ronnel D. Palenzuela" userId="27216d6f-a712-48da-bcb2-613e4bc945ac" providerId="ADAL" clId="{16FF8E01-DE24-0F4F-A559-943D670B7764}" dt="2024-08-14T14:53:41.454" v="792" actId="478"/>
          <ac:picMkLst>
            <pc:docMk/>
            <pc:sldMk cId="2073403413" sldId="270"/>
            <ac:picMk id="6" creationId="{24353777-D960-C968-46B2-C9D39EBD397E}"/>
          </ac:picMkLst>
        </pc:picChg>
        <pc:picChg chg="add del mod">
          <ac:chgData name="Ronnel D. Palenzuela" userId="27216d6f-a712-48da-bcb2-613e4bc945ac" providerId="ADAL" clId="{16FF8E01-DE24-0F4F-A559-943D670B7764}" dt="2024-08-14T15:09:24.556" v="837" actId="478"/>
          <ac:picMkLst>
            <pc:docMk/>
            <pc:sldMk cId="2073403413" sldId="270"/>
            <ac:picMk id="7" creationId="{CFF5A6F2-A391-E973-A9F9-EEAEDEBC41C8}"/>
          </ac:picMkLst>
        </pc:picChg>
        <pc:picChg chg="add del mod">
          <ac:chgData name="Ronnel D. Palenzuela" userId="27216d6f-a712-48da-bcb2-613e4bc945ac" providerId="ADAL" clId="{16FF8E01-DE24-0F4F-A559-943D670B7764}" dt="2024-08-14T15:38:21.939" v="921"/>
          <ac:picMkLst>
            <pc:docMk/>
            <pc:sldMk cId="2073403413" sldId="270"/>
            <ac:picMk id="8" creationId="{7628CA4E-3E92-F09C-D2FD-C46202C5E649}"/>
          </ac:picMkLst>
        </pc:picChg>
        <pc:picChg chg="add mod">
          <ac:chgData name="Ronnel D. Palenzuela" userId="27216d6f-a712-48da-bcb2-613e4bc945ac" providerId="ADAL" clId="{16FF8E01-DE24-0F4F-A559-943D670B7764}" dt="2024-08-14T15:34:34.583" v="908" actId="1076"/>
          <ac:picMkLst>
            <pc:docMk/>
            <pc:sldMk cId="2073403413" sldId="270"/>
            <ac:picMk id="9" creationId="{FFA2BE38-0E04-5FB6-310F-C9B71C57486B}"/>
          </ac:picMkLst>
        </pc:picChg>
        <pc:picChg chg="add mod">
          <ac:chgData name="Ronnel D. Palenzuela" userId="27216d6f-a712-48da-bcb2-613e4bc945ac" providerId="ADAL" clId="{16FF8E01-DE24-0F4F-A559-943D670B7764}" dt="2024-08-14T15:34:23.881" v="905" actId="1076"/>
          <ac:picMkLst>
            <pc:docMk/>
            <pc:sldMk cId="2073403413" sldId="270"/>
            <ac:picMk id="10" creationId="{667804E6-901E-3F8A-8E71-F3840CE73713}"/>
          </ac:picMkLst>
        </pc:picChg>
      </pc:sldChg>
      <pc:sldChg chg="addSp delSp modSp add mo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2406508294" sldId="271"/>
        </pc:sldMkLst>
        <pc:spChg chg="mod">
          <ac:chgData name="Ronnel D. Palenzuela" userId="27216d6f-a712-48da-bcb2-613e4bc945ac" providerId="ADAL" clId="{16FF8E01-DE24-0F4F-A559-943D670B7764}" dt="2024-08-14T15:45:04.117" v="1046" actId="20577"/>
          <ac:spMkLst>
            <pc:docMk/>
            <pc:sldMk cId="2406508294" sldId="271"/>
            <ac:spMk id="3" creationId="{F9E9654B-D8E5-22CA-371A-57FADD13842B}"/>
          </ac:spMkLst>
        </pc:spChg>
        <pc:spChg chg="add del">
          <ac:chgData name="Ronnel D. Palenzuela" userId="27216d6f-a712-48da-bcb2-613e4bc945ac" providerId="ADAL" clId="{16FF8E01-DE24-0F4F-A559-943D670B7764}" dt="2024-08-14T15:35:02.613" v="915" actId="22"/>
          <ac:spMkLst>
            <pc:docMk/>
            <pc:sldMk cId="2406508294" sldId="271"/>
            <ac:spMk id="5" creationId="{4142F3C9-0F99-D487-F109-5D1080BCD242}"/>
          </ac:spMkLst>
        </pc:spChg>
        <pc:spChg chg="add mod">
          <ac:chgData name="Ronnel D. Palenzuela" userId="27216d6f-a712-48da-bcb2-613e4bc945ac" providerId="ADAL" clId="{16FF8E01-DE24-0F4F-A559-943D670B7764}" dt="2024-08-14T15:35:21.596" v="919" actId="1076"/>
          <ac:spMkLst>
            <pc:docMk/>
            <pc:sldMk cId="2406508294" sldId="271"/>
            <ac:spMk id="7" creationId="{59101826-B0CF-114B-0320-F5905D2B047C}"/>
          </ac:spMkLst>
        </pc:spChg>
        <pc:picChg chg="del">
          <ac:chgData name="Ronnel D. Palenzuela" userId="27216d6f-a712-48da-bcb2-613e4bc945ac" providerId="ADAL" clId="{16FF8E01-DE24-0F4F-A559-943D670B7764}" dt="2024-08-14T15:34:53.519" v="911" actId="478"/>
          <ac:picMkLst>
            <pc:docMk/>
            <pc:sldMk cId="2406508294" sldId="271"/>
            <ac:picMk id="8" creationId="{7628CA4E-3E92-F09C-D2FD-C46202C5E649}"/>
          </ac:picMkLst>
        </pc:picChg>
        <pc:picChg chg="del">
          <ac:chgData name="Ronnel D. Palenzuela" userId="27216d6f-a712-48da-bcb2-613e4bc945ac" providerId="ADAL" clId="{16FF8E01-DE24-0F4F-A559-943D670B7764}" dt="2024-08-14T15:34:52.857" v="910" actId="478"/>
          <ac:picMkLst>
            <pc:docMk/>
            <pc:sldMk cId="2406508294" sldId="271"/>
            <ac:picMk id="9" creationId="{FFA2BE38-0E04-5FB6-310F-C9B71C57486B}"/>
          </ac:picMkLst>
        </pc:picChg>
        <pc:picChg chg="del">
          <ac:chgData name="Ronnel D. Palenzuela" userId="27216d6f-a712-48da-bcb2-613e4bc945ac" providerId="ADAL" clId="{16FF8E01-DE24-0F4F-A559-943D670B7764}" dt="2024-08-14T15:34:53.775" v="912" actId="478"/>
          <ac:picMkLst>
            <pc:docMk/>
            <pc:sldMk cId="2406508294" sldId="271"/>
            <ac:picMk id="10" creationId="{667804E6-901E-3F8A-8E71-F3840CE73713}"/>
          </ac:picMkLst>
        </pc:picChg>
        <pc:picChg chg="add del mod">
          <ac:chgData name="Ronnel D. Palenzuela" userId="27216d6f-a712-48da-bcb2-613e4bc945ac" providerId="ADAL" clId="{16FF8E01-DE24-0F4F-A559-943D670B7764}" dt="2024-08-14T15:40:56.703" v="965" actId="478"/>
          <ac:picMkLst>
            <pc:docMk/>
            <pc:sldMk cId="2406508294" sldId="271"/>
            <ac:picMk id="11" creationId="{7451C57A-98EA-DF71-2373-89D7F90904CF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4120804606" sldId="271"/>
        </pc:sldMkLst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2005021045" sldId="272"/>
        </pc:sldMkLst>
      </pc:sldChg>
      <pc:sldChg chg="modSp add mo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2217730064" sldId="272"/>
        </pc:sldMkLst>
        <pc:spChg chg="mod">
          <ac:chgData name="Ronnel D. Palenzuela" userId="27216d6f-a712-48da-bcb2-613e4bc945ac" providerId="ADAL" clId="{16FF8E01-DE24-0F4F-A559-943D670B7764}" dt="2024-08-14T15:59:35.416" v="1316" actId="11"/>
          <ac:spMkLst>
            <pc:docMk/>
            <pc:sldMk cId="2217730064" sldId="272"/>
            <ac:spMk id="3" creationId="{F9E9654B-D8E5-22CA-371A-57FADD13842B}"/>
          </ac:spMkLst>
        </pc:sp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716507679" sldId="273"/>
        </pc:sldMkLst>
      </pc:sldChg>
      <pc:sldChg chg="modSp add mod or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1773650369" sldId="273"/>
        </pc:sldMkLst>
        <pc:spChg chg="mod">
          <ac:chgData name="Ronnel D. Palenzuela" userId="27216d6f-a712-48da-bcb2-613e4bc945ac" providerId="ADAL" clId="{16FF8E01-DE24-0F4F-A559-943D670B7764}" dt="2024-08-14T15:59:48.974" v="1318" actId="11"/>
          <ac:spMkLst>
            <pc:docMk/>
            <pc:sldMk cId="1773650369" sldId="273"/>
            <ac:spMk id="3" creationId="{F9E9654B-D8E5-22CA-371A-57FADD13842B}"/>
          </ac:spMkLst>
        </pc:spChg>
      </pc:sldChg>
      <pc:sldChg chg="add del ord">
        <pc:chgData name="Ronnel D. Palenzuela" userId="27216d6f-a712-48da-bcb2-613e4bc945ac" providerId="ADAL" clId="{16FF8E01-DE24-0F4F-A559-943D670B7764}" dt="2024-08-14T16:09:44.931" v="1436" actId="2696"/>
        <pc:sldMkLst>
          <pc:docMk/>
          <pc:sldMk cId="415108391" sldId="274"/>
        </pc:sldMkLst>
      </pc:sldChg>
      <pc:sldChg chg="addSp modSp add mod modNotesTx">
        <pc:chgData name="Ronnel D. Palenzuela" userId="27216d6f-a712-48da-bcb2-613e4bc945ac" providerId="ADAL" clId="{16FF8E01-DE24-0F4F-A559-943D670B7764}" dt="2024-08-14T17:35:56.996" v="2348" actId="207"/>
        <pc:sldMkLst>
          <pc:docMk/>
          <pc:sldMk cId="3520817057" sldId="274"/>
        </pc:sldMkLst>
        <pc:spChg chg="mod">
          <ac:chgData name="Ronnel D. Palenzuela" userId="27216d6f-a712-48da-bcb2-613e4bc945ac" providerId="ADAL" clId="{16FF8E01-DE24-0F4F-A559-943D670B7764}" dt="2024-08-14T16:34:48.838" v="1740" actId="1076"/>
          <ac:spMkLst>
            <pc:docMk/>
            <pc:sldMk cId="3520817057" sldId="274"/>
            <ac:spMk id="2" creationId="{4B9DC0FD-E73C-26A6-891F-61B461076958}"/>
          </ac:spMkLst>
        </pc:spChg>
        <pc:spChg chg="add mod">
          <ac:chgData name="Ronnel D. Palenzuela" userId="27216d6f-a712-48da-bcb2-613e4bc945ac" providerId="ADAL" clId="{16FF8E01-DE24-0F4F-A559-943D670B7764}" dt="2024-08-14T17:35:56.996" v="2348" actId="207"/>
          <ac:spMkLst>
            <pc:docMk/>
            <pc:sldMk cId="3520817057" sldId="274"/>
            <ac:spMk id="4" creationId="{02334A40-A4A9-25FE-DC7A-9B1C1C6A0886}"/>
          </ac:spMkLst>
        </pc:spChg>
      </pc:sldChg>
      <pc:sldChg chg="addSp delSp modSp add del mod">
        <pc:chgData name="Ronnel D. Palenzuela" userId="27216d6f-a712-48da-bcb2-613e4bc945ac" providerId="ADAL" clId="{16FF8E01-DE24-0F4F-A559-943D670B7764}" dt="2024-08-14T16:15:45.956" v="1532" actId="2696"/>
        <pc:sldMkLst>
          <pc:docMk/>
          <pc:sldMk cId="2172138736" sldId="275"/>
        </pc:sldMkLst>
        <pc:spChg chg="mod">
          <ac:chgData name="Ronnel D. Palenzuela" userId="27216d6f-a712-48da-bcb2-613e4bc945ac" providerId="ADAL" clId="{16FF8E01-DE24-0F4F-A559-943D670B7764}" dt="2024-08-14T16:15:14.648" v="1524" actId="20577"/>
          <ac:spMkLst>
            <pc:docMk/>
            <pc:sldMk cId="2172138736" sldId="275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15:40.915" v="1531"/>
          <ac:spMkLst>
            <pc:docMk/>
            <pc:sldMk cId="2172138736" sldId="275"/>
            <ac:spMk id="3" creationId="{F9E9654B-D8E5-22CA-371A-57FADD13842B}"/>
          </ac:spMkLst>
        </pc:spChg>
        <pc:picChg chg="add del mod">
          <ac:chgData name="Ronnel D. Palenzuela" userId="27216d6f-a712-48da-bcb2-613e4bc945ac" providerId="ADAL" clId="{16FF8E01-DE24-0F4F-A559-943D670B7764}" dt="2024-08-14T16:15:16.283" v="1525" actId="478"/>
          <ac:picMkLst>
            <pc:docMk/>
            <pc:sldMk cId="2172138736" sldId="275"/>
            <ac:picMk id="4" creationId="{3DD2775A-1217-7607-D818-9986C2B95701}"/>
          </ac:picMkLst>
        </pc:picChg>
        <pc:picChg chg="del">
          <ac:chgData name="Ronnel D. Palenzuela" userId="27216d6f-a712-48da-bcb2-613e4bc945ac" providerId="ADAL" clId="{16FF8E01-DE24-0F4F-A559-943D670B7764}" dt="2024-08-14T16:10:15.858" v="1472" actId="478"/>
          <ac:picMkLst>
            <pc:docMk/>
            <pc:sldMk cId="2172138736" sldId="275"/>
            <ac:picMk id="8" creationId="{7628CA4E-3E92-F09C-D2FD-C46202C5E649}"/>
          </ac:picMkLst>
        </pc:picChg>
        <pc:picChg chg="del">
          <ac:chgData name="Ronnel D. Palenzuela" userId="27216d6f-a712-48da-bcb2-613e4bc945ac" providerId="ADAL" clId="{16FF8E01-DE24-0F4F-A559-943D670B7764}" dt="2024-08-14T16:10:15.605" v="1471" actId="478"/>
          <ac:picMkLst>
            <pc:docMk/>
            <pc:sldMk cId="2172138736" sldId="275"/>
            <ac:picMk id="9" creationId="{FFA2BE38-0E04-5FB6-310F-C9B71C57486B}"/>
          </ac:picMkLst>
        </pc:picChg>
        <pc:picChg chg="del">
          <ac:chgData name="Ronnel D. Palenzuela" userId="27216d6f-a712-48da-bcb2-613e4bc945ac" providerId="ADAL" clId="{16FF8E01-DE24-0F4F-A559-943D670B7764}" dt="2024-08-14T16:10:16.066" v="1473" actId="478"/>
          <ac:picMkLst>
            <pc:docMk/>
            <pc:sldMk cId="2172138736" sldId="275"/>
            <ac:picMk id="10" creationId="{667804E6-901E-3F8A-8E71-F3840CE73713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4070147815" sldId="275"/>
        </pc:sldMkLst>
      </pc:sldChg>
      <pc:sldChg chg="modSp add mod ord modNotesTx">
        <pc:chgData name="Ronnel D. Palenzuela" userId="27216d6f-a712-48da-bcb2-613e4bc945ac" providerId="ADAL" clId="{16FF8E01-DE24-0F4F-A559-943D670B7764}" dt="2024-08-14T16:34:54.089" v="1743" actId="20577"/>
        <pc:sldMkLst>
          <pc:docMk/>
          <pc:sldMk cId="2154677164" sldId="276"/>
        </pc:sldMkLst>
        <pc:spChg chg="mod">
          <ac:chgData name="Ronnel D. Palenzuela" userId="27216d6f-a712-48da-bcb2-613e4bc945ac" providerId="ADAL" clId="{16FF8E01-DE24-0F4F-A559-943D670B7764}" dt="2024-08-14T16:34:54.089" v="1743" actId="20577"/>
          <ac:spMkLst>
            <pc:docMk/>
            <pc:sldMk cId="2154677164" sldId="276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15:04.817" v="1513" actId="207"/>
          <ac:spMkLst>
            <pc:docMk/>
            <pc:sldMk cId="2154677164" sldId="276"/>
            <ac:spMk id="3" creationId="{F9E9654B-D8E5-22CA-371A-57FADD13842B}"/>
          </ac:spMkLst>
        </pc:sp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3621742425" sldId="276"/>
        </pc:sldMkLst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908275361" sldId="277"/>
        </pc:sldMkLst>
      </pc:sldChg>
      <pc:sldChg chg="addSp delSp modSp add mod modNotesTx">
        <pc:chgData name="Ronnel D. Palenzuela" userId="27216d6f-a712-48da-bcb2-613e4bc945ac" providerId="ADAL" clId="{16FF8E01-DE24-0F4F-A559-943D670B7764}" dt="2024-08-14T16:24:40.231" v="1652"/>
        <pc:sldMkLst>
          <pc:docMk/>
          <pc:sldMk cId="1655093992" sldId="277"/>
        </pc:sldMkLst>
        <pc:spChg chg="mod">
          <ac:chgData name="Ronnel D. Palenzuela" userId="27216d6f-a712-48da-bcb2-613e4bc945ac" providerId="ADAL" clId="{16FF8E01-DE24-0F4F-A559-943D670B7764}" dt="2024-08-14T16:15:53.933" v="1548" actId="20577"/>
          <ac:spMkLst>
            <pc:docMk/>
            <pc:sldMk cId="1655093992" sldId="277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16:03.761" v="1554" actId="207"/>
          <ac:spMkLst>
            <pc:docMk/>
            <pc:sldMk cId="1655093992" sldId="277"/>
            <ac:spMk id="3" creationId="{F9E9654B-D8E5-22CA-371A-57FADD13842B}"/>
          </ac:spMkLst>
        </pc:spChg>
        <pc:picChg chg="del">
          <ac:chgData name="Ronnel D. Palenzuela" userId="27216d6f-a712-48da-bcb2-613e4bc945ac" providerId="ADAL" clId="{16FF8E01-DE24-0F4F-A559-943D670B7764}" dt="2024-08-14T16:15:49.738" v="1534" actId="478"/>
          <ac:picMkLst>
            <pc:docMk/>
            <pc:sldMk cId="1655093992" sldId="277"/>
            <ac:picMk id="4" creationId="{3DD2775A-1217-7607-D818-9986C2B95701}"/>
          </ac:picMkLst>
        </pc:picChg>
        <pc:picChg chg="add mod">
          <ac:chgData name="Ronnel D. Palenzuela" userId="27216d6f-a712-48da-bcb2-613e4bc945ac" providerId="ADAL" clId="{16FF8E01-DE24-0F4F-A559-943D670B7764}" dt="2024-08-14T16:22:20.410" v="1645" actId="1076"/>
          <ac:picMkLst>
            <pc:docMk/>
            <pc:sldMk cId="1655093992" sldId="277"/>
            <ac:picMk id="5" creationId="{21F98874-7EDA-6F8F-7A52-E913F2501EF4}"/>
          </ac:picMkLst>
        </pc:picChg>
        <pc:picChg chg="add mod">
          <ac:chgData name="Ronnel D. Palenzuela" userId="27216d6f-a712-48da-bcb2-613e4bc945ac" providerId="ADAL" clId="{16FF8E01-DE24-0F4F-A559-943D670B7764}" dt="2024-08-14T16:22:19.327" v="1644" actId="1076"/>
          <ac:picMkLst>
            <pc:docMk/>
            <pc:sldMk cId="1655093992" sldId="277"/>
            <ac:picMk id="6" creationId="{AB87846A-7FEB-769F-7BA7-C9DDDB124761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928633288" sldId="278"/>
        </pc:sldMkLst>
      </pc:sldChg>
      <pc:sldChg chg="addSp delSp modSp add mod modNotesTx">
        <pc:chgData name="Ronnel D. Palenzuela" userId="27216d6f-a712-48da-bcb2-613e4bc945ac" providerId="ADAL" clId="{16FF8E01-DE24-0F4F-A559-943D670B7764}" dt="2024-08-14T16:25:33.500" v="1670"/>
        <pc:sldMkLst>
          <pc:docMk/>
          <pc:sldMk cId="1084106175" sldId="278"/>
        </pc:sldMkLst>
        <pc:spChg chg="mod">
          <ac:chgData name="Ronnel D. Palenzuela" userId="27216d6f-a712-48da-bcb2-613e4bc945ac" providerId="ADAL" clId="{16FF8E01-DE24-0F4F-A559-943D670B7764}" dt="2024-08-14T16:16:15.683" v="1568" actId="20577"/>
          <ac:spMkLst>
            <pc:docMk/>
            <pc:sldMk cId="1084106175" sldId="278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18:13.356" v="1628" actId="207"/>
          <ac:spMkLst>
            <pc:docMk/>
            <pc:sldMk cId="1084106175" sldId="278"/>
            <ac:spMk id="3" creationId="{F9E9654B-D8E5-22CA-371A-57FADD13842B}"/>
          </ac:spMkLst>
        </pc:spChg>
        <pc:spChg chg="add del">
          <ac:chgData name="Ronnel D. Palenzuela" userId="27216d6f-a712-48da-bcb2-613e4bc945ac" providerId="ADAL" clId="{16FF8E01-DE24-0F4F-A559-943D670B7764}" dt="2024-08-14T16:17:30.269" v="1608" actId="22"/>
          <ac:spMkLst>
            <pc:docMk/>
            <pc:sldMk cId="1084106175" sldId="278"/>
            <ac:spMk id="5" creationId="{161974CA-D17A-C7C9-D387-4B786DACE39F}"/>
          </ac:spMkLst>
        </pc:spChg>
        <pc:picChg chg="add mod">
          <ac:chgData name="Ronnel D. Palenzuela" userId="27216d6f-a712-48da-bcb2-613e4bc945ac" providerId="ADAL" clId="{16FF8E01-DE24-0F4F-A559-943D670B7764}" dt="2024-08-14T16:24:18.313" v="1650" actId="1076"/>
          <ac:picMkLst>
            <pc:docMk/>
            <pc:sldMk cId="1084106175" sldId="278"/>
            <ac:picMk id="6" creationId="{1DBAEE34-611C-C72E-D674-1D598742FCFC}"/>
          </ac:picMkLst>
        </pc:picChg>
      </pc:sldChg>
      <pc:sldChg chg="addSp delSp modSp add mod modNotesTx">
        <pc:chgData name="Ronnel D. Palenzuela" userId="27216d6f-a712-48da-bcb2-613e4bc945ac" providerId="ADAL" clId="{16FF8E01-DE24-0F4F-A559-943D670B7764}" dt="2024-08-14T16:28:49.228" v="1688" actId="1076"/>
        <pc:sldMkLst>
          <pc:docMk/>
          <pc:sldMk cId="562485659" sldId="279"/>
        </pc:sldMkLst>
        <pc:spChg chg="mod">
          <ac:chgData name="Ronnel D. Palenzuela" userId="27216d6f-a712-48da-bcb2-613e4bc945ac" providerId="ADAL" clId="{16FF8E01-DE24-0F4F-A559-943D670B7764}" dt="2024-08-14T16:16:20.804" v="1575" actId="20577"/>
          <ac:spMkLst>
            <pc:docMk/>
            <pc:sldMk cId="562485659" sldId="279"/>
            <ac:spMk id="2" creationId="{1FD87645-D8E6-23DE-A822-448BF1054783}"/>
          </ac:spMkLst>
        </pc:spChg>
        <pc:spChg chg="add del mod">
          <ac:chgData name="Ronnel D. Palenzuela" userId="27216d6f-a712-48da-bcb2-613e4bc945ac" providerId="ADAL" clId="{16FF8E01-DE24-0F4F-A559-943D670B7764}" dt="2024-08-14T16:18:17.416" v="1630" actId="207"/>
          <ac:spMkLst>
            <pc:docMk/>
            <pc:sldMk cId="562485659" sldId="279"/>
            <ac:spMk id="3" creationId="{F9E9654B-D8E5-22CA-371A-57FADD13842B}"/>
          </ac:spMkLst>
        </pc:spChg>
        <pc:spChg chg="add del mod">
          <ac:chgData name="Ronnel D. Palenzuela" userId="27216d6f-a712-48da-bcb2-613e4bc945ac" providerId="ADAL" clId="{16FF8E01-DE24-0F4F-A559-943D670B7764}" dt="2024-08-14T16:17:08.500" v="1600" actId="478"/>
          <ac:spMkLst>
            <pc:docMk/>
            <pc:sldMk cId="562485659" sldId="279"/>
            <ac:spMk id="5" creationId="{C512883A-C3F1-9C1D-1BC0-B118C33FB485}"/>
          </ac:spMkLst>
        </pc:spChg>
        <pc:picChg chg="add mod">
          <ac:chgData name="Ronnel D. Palenzuela" userId="27216d6f-a712-48da-bcb2-613e4bc945ac" providerId="ADAL" clId="{16FF8E01-DE24-0F4F-A559-943D670B7764}" dt="2024-08-14T16:28:47.407" v="1687" actId="1076"/>
          <ac:picMkLst>
            <pc:docMk/>
            <pc:sldMk cId="562485659" sldId="279"/>
            <ac:picMk id="6" creationId="{25F73CC1-53BA-4567-E3BA-1C63F2D9CE93}"/>
          </ac:picMkLst>
        </pc:picChg>
        <pc:picChg chg="add mod">
          <ac:chgData name="Ronnel D. Palenzuela" userId="27216d6f-a712-48da-bcb2-613e4bc945ac" providerId="ADAL" clId="{16FF8E01-DE24-0F4F-A559-943D670B7764}" dt="2024-08-14T16:28:49.228" v="1688" actId="1076"/>
          <ac:picMkLst>
            <pc:docMk/>
            <pc:sldMk cId="562485659" sldId="279"/>
            <ac:picMk id="7" creationId="{3FAF6F31-D00C-5848-28EC-E4192A65B293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2220697961" sldId="279"/>
        </pc:sldMkLst>
      </pc:sldChg>
      <pc:sldChg chg="addSp modSp add mod modNotesTx">
        <pc:chgData name="Ronnel D. Palenzuela" userId="27216d6f-a712-48da-bcb2-613e4bc945ac" providerId="ADAL" clId="{16FF8E01-DE24-0F4F-A559-943D670B7764}" dt="2024-08-14T17:09:09.590" v="2182"/>
        <pc:sldMkLst>
          <pc:docMk/>
          <pc:sldMk cId="2101055377" sldId="280"/>
        </pc:sldMkLst>
        <pc:spChg chg="mod">
          <ac:chgData name="Ronnel D. Palenzuela" userId="27216d6f-a712-48da-bcb2-613e4bc945ac" providerId="ADAL" clId="{16FF8E01-DE24-0F4F-A559-943D670B7764}" dt="2024-08-14T16:16:29.753" v="1592" actId="20577"/>
          <ac:spMkLst>
            <pc:docMk/>
            <pc:sldMk cId="2101055377" sldId="280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18:21.161" v="1632" actId="207"/>
          <ac:spMkLst>
            <pc:docMk/>
            <pc:sldMk cId="2101055377" sldId="280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FF8E01-DE24-0F4F-A559-943D670B7764}" dt="2024-08-14T16:30:09.396" v="1697" actId="1076"/>
          <ac:picMkLst>
            <pc:docMk/>
            <pc:sldMk cId="2101055377" sldId="280"/>
            <ac:picMk id="4" creationId="{B5ABF6ED-2604-A356-F8D2-8A031F072FC1}"/>
          </ac:picMkLst>
        </pc:picChg>
        <pc:picChg chg="add mod">
          <ac:chgData name="Ronnel D. Palenzuela" userId="27216d6f-a712-48da-bcb2-613e4bc945ac" providerId="ADAL" clId="{16FF8E01-DE24-0F4F-A559-943D670B7764}" dt="2024-08-14T16:30:09.396" v="1697" actId="1076"/>
          <ac:picMkLst>
            <pc:docMk/>
            <pc:sldMk cId="2101055377" sldId="280"/>
            <ac:picMk id="5" creationId="{EE318E40-1124-8135-1738-B9359FE81254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2456681114" sldId="280"/>
        </pc:sldMkLst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1557213172" sldId="281"/>
        </pc:sldMkLst>
      </pc:sldChg>
      <pc:sldChg chg="addSp modSp add mod ord modNotesTx">
        <pc:chgData name="Ronnel D. Palenzuela" userId="27216d6f-a712-48da-bcb2-613e4bc945ac" providerId="ADAL" clId="{16FF8E01-DE24-0F4F-A559-943D670B7764}" dt="2024-08-14T17:09:31.130" v="2186"/>
        <pc:sldMkLst>
          <pc:docMk/>
          <pc:sldMk cId="4052999246" sldId="281"/>
        </pc:sldMkLst>
        <pc:spChg chg="mod">
          <ac:chgData name="Ronnel D. Palenzuela" userId="27216d6f-a712-48da-bcb2-613e4bc945ac" providerId="ADAL" clId="{16FF8E01-DE24-0F4F-A559-943D670B7764}" dt="2024-08-14T16:16:42.177" v="1594"/>
          <ac:spMkLst>
            <pc:docMk/>
            <pc:sldMk cId="4052999246" sldId="281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18:25.511" v="1634" actId="207"/>
          <ac:spMkLst>
            <pc:docMk/>
            <pc:sldMk cId="4052999246" sldId="281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FF8E01-DE24-0F4F-A559-943D670B7764}" dt="2024-08-14T16:31:29.020" v="1716" actId="1076"/>
          <ac:picMkLst>
            <pc:docMk/>
            <pc:sldMk cId="4052999246" sldId="281"/>
            <ac:picMk id="4" creationId="{5548C54F-301E-DCA9-21D7-E0AD96A9FA43}"/>
          </ac:picMkLst>
        </pc:picChg>
        <pc:picChg chg="add mod">
          <ac:chgData name="Ronnel D. Palenzuela" userId="27216d6f-a712-48da-bcb2-613e4bc945ac" providerId="ADAL" clId="{16FF8E01-DE24-0F4F-A559-943D670B7764}" dt="2024-08-14T16:31:30.328" v="1717" actId="1076"/>
          <ac:picMkLst>
            <pc:docMk/>
            <pc:sldMk cId="4052999246" sldId="281"/>
            <ac:picMk id="5" creationId="{89C006CD-3837-CB39-23CD-A101C01CDA91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296683317" sldId="282"/>
        </pc:sldMkLst>
      </pc:sldChg>
      <pc:sldChg chg="addSp delSp modSp add mod ord">
        <pc:chgData name="Ronnel D. Palenzuela" userId="27216d6f-a712-48da-bcb2-613e4bc945ac" providerId="ADAL" clId="{16FF8E01-DE24-0F4F-A559-943D670B7764}" dt="2024-08-14T16:58:26.475" v="2121" actId="20577"/>
        <pc:sldMkLst>
          <pc:docMk/>
          <pc:sldMk cId="3651396270" sldId="282"/>
        </pc:sldMkLst>
        <pc:spChg chg="mod">
          <ac:chgData name="Ronnel D. Palenzuela" userId="27216d6f-a712-48da-bcb2-613e4bc945ac" providerId="ADAL" clId="{16FF8E01-DE24-0F4F-A559-943D670B7764}" dt="2024-08-14T16:38:16.616" v="1763" actId="20577"/>
          <ac:spMkLst>
            <pc:docMk/>
            <pc:sldMk cId="3651396270" sldId="282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58:26.475" v="2121" actId="20577"/>
          <ac:spMkLst>
            <pc:docMk/>
            <pc:sldMk cId="3651396270" sldId="282"/>
            <ac:spMk id="3" creationId="{F9E9654B-D8E5-22CA-371A-57FADD13842B}"/>
          </ac:spMkLst>
        </pc:spChg>
        <pc:picChg chg="del">
          <ac:chgData name="Ronnel D. Palenzuela" userId="27216d6f-a712-48da-bcb2-613e4bc945ac" providerId="ADAL" clId="{16FF8E01-DE24-0F4F-A559-943D670B7764}" dt="2024-08-14T16:33:50.779" v="1722" actId="478"/>
          <ac:picMkLst>
            <pc:docMk/>
            <pc:sldMk cId="3651396270" sldId="282"/>
            <ac:picMk id="4" creationId="{3DD2775A-1217-7607-D818-9986C2B95701}"/>
          </ac:picMkLst>
        </pc:picChg>
        <pc:picChg chg="add del mod">
          <ac:chgData name="Ronnel D. Palenzuela" userId="27216d6f-a712-48da-bcb2-613e4bc945ac" providerId="ADAL" clId="{16FF8E01-DE24-0F4F-A559-943D670B7764}" dt="2024-08-14T16:33:57.413" v="1726" actId="478"/>
          <ac:picMkLst>
            <pc:docMk/>
            <pc:sldMk cId="3651396270" sldId="282"/>
            <ac:picMk id="5" creationId="{5C4865FA-8A85-CD96-7E00-91EA3C1322EA}"/>
          </ac:picMkLst>
        </pc:picChg>
        <pc:picChg chg="add mod">
          <ac:chgData name="Ronnel D. Palenzuela" userId="27216d6f-a712-48da-bcb2-613e4bc945ac" providerId="ADAL" clId="{16FF8E01-DE24-0F4F-A559-943D670B7764}" dt="2024-08-14T16:37:32.689" v="1754" actId="1076"/>
          <ac:picMkLst>
            <pc:docMk/>
            <pc:sldMk cId="3651396270" sldId="282"/>
            <ac:picMk id="6" creationId="{FB4307CA-B2C0-91D7-AC3C-D22C8F2AE28E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993575964" sldId="283"/>
        </pc:sldMkLst>
      </pc:sldChg>
      <pc:sldChg chg="addSp delSp modSp add mod modNotesTx">
        <pc:chgData name="Ronnel D. Palenzuela" userId="27216d6f-a712-48da-bcb2-613e4bc945ac" providerId="ADAL" clId="{16FF8E01-DE24-0F4F-A559-943D670B7764}" dt="2024-08-14T17:02:26.342" v="2138"/>
        <pc:sldMkLst>
          <pc:docMk/>
          <pc:sldMk cId="3162599194" sldId="283"/>
        </pc:sldMkLst>
        <pc:spChg chg="mod">
          <ac:chgData name="Ronnel D. Palenzuela" userId="27216d6f-a712-48da-bcb2-613e4bc945ac" providerId="ADAL" clId="{16FF8E01-DE24-0F4F-A559-943D670B7764}" dt="2024-08-14T16:47:28.766" v="1822"/>
          <ac:spMkLst>
            <pc:docMk/>
            <pc:sldMk cId="3162599194" sldId="283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52:16.070" v="1994" actId="207"/>
          <ac:spMkLst>
            <pc:docMk/>
            <pc:sldMk cId="3162599194" sldId="283"/>
            <ac:spMk id="3" creationId="{F9E9654B-D8E5-22CA-371A-57FADD13842B}"/>
          </ac:spMkLst>
        </pc:spChg>
        <pc:spChg chg="add mod">
          <ac:chgData name="Ronnel D. Palenzuela" userId="27216d6f-a712-48da-bcb2-613e4bc945ac" providerId="ADAL" clId="{16FF8E01-DE24-0F4F-A559-943D670B7764}" dt="2024-08-14T16:57:40.683" v="2117" actId="1076"/>
          <ac:spMkLst>
            <pc:docMk/>
            <pc:sldMk cId="3162599194" sldId="283"/>
            <ac:spMk id="4" creationId="{B086C906-76C1-C80B-2402-3CD150AED030}"/>
          </ac:spMkLst>
        </pc:spChg>
        <pc:spChg chg="add mod">
          <ac:chgData name="Ronnel D. Palenzuela" userId="27216d6f-a712-48da-bcb2-613e4bc945ac" providerId="ADAL" clId="{16FF8E01-DE24-0F4F-A559-943D670B7764}" dt="2024-08-14T16:52:23.273" v="2000" actId="113"/>
          <ac:spMkLst>
            <pc:docMk/>
            <pc:sldMk cId="3162599194" sldId="283"/>
            <ac:spMk id="5" creationId="{374C59D7-230E-26A4-3307-5D188332993A}"/>
          </ac:spMkLst>
        </pc:spChg>
        <pc:picChg chg="del">
          <ac:chgData name="Ronnel D. Palenzuela" userId="27216d6f-a712-48da-bcb2-613e4bc945ac" providerId="ADAL" clId="{16FF8E01-DE24-0F4F-A559-943D670B7764}" dt="2024-08-14T16:39:23.886" v="1788" actId="478"/>
          <ac:picMkLst>
            <pc:docMk/>
            <pc:sldMk cId="3162599194" sldId="283"/>
            <ac:picMk id="6" creationId="{FB4307CA-B2C0-91D7-AC3C-D22C8F2AE28E}"/>
          </ac:picMkLst>
        </pc:picChg>
      </pc:sldChg>
      <pc:sldChg chg="delSp modSp add del mod">
        <pc:chgData name="Ronnel D. Palenzuela" userId="27216d6f-a712-48da-bcb2-613e4bc945ac" providerId="ADAL" clId="{16FF8E01-DE24-0F4F-A559-943D670B7764}" dt="2024-08-14T16:52:56.130" v="2002" actId="2696"/>
        <pc:sldMkLst>
          <pc:docMk/>
          <pc:sldMk cId="476145324" sldId="284"/>
        </pc:sldMkLst>
        <pc:spChg chg="mod">
          <ac:chgData name="Ronnel D. Palenzuela" userId="27216d6f-a712-48da-bcb2-613e4bc945ac" providerId="ADAL" clId="{16FF8E01-DE24-0F4F-A559-943D670B7764}" dt="2024-08-14T16:39:28.295" v="1798" actId="20577"/>
          <ac:spMkLst>
            <pc:docMk/>
            <pc:sldMk cId="476145324" sldId="284"/>
            <ac:spMk id="2" creationId="{1FD87645-D8E6-23DE-A822-448BF1054783}"/>
          </ac:spMkLst>
        </pc:spChg>
        <pc:picChg chg="del">
          <ac:chgData name="Ronnel D. Palenzuela" userId="27216d6f-a712-48da-bcb2-613e4bc945ac" providerId="ADAL" clId="{16FF8E01-DE24-0F4F-A559-943D670B7764}" dt="2024-08-14T16:39:22.241" v="1787" actId="478"/>
          <ac:picMkLst>
            <pc:docMk/>
            <pc:sldMk cId="476145324" sldId="284"/>
            <ac:picMk id="6" creationId="{FB4307CA-B2C0-91D7-AC3C-D22C8F2AE28E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1253337562" sldId="284"/>
        </pc:sldMkLst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2980579114" sldId="285"/>
        </pc:sldMkLst>
      </pc:sldChg>
      <pc:sldChg chg="modSp add del mod">
        <pc:chgData name="Ronnel D. Palenzuela" userId="27216d6f-a712-48da-bcb2-613e4bc945ac" providerId="ADAL" clId="{16FF8E01-DE24-0F4F-A559-943D670B7764}" dt="2024-08-14T16:55:44.538" v="2067" actId="2696"/>
        <pc:sldMkLst>
          <pc:docMk/>
          <pc:sldMk cId="3500652590" sldId="285"/>
        </pc:sldMkLst>
        <pc:spChg chg="mod">
          <ac:chgData name="Ronnel D. Palenzuela" userId="27216d6f-a712-48da-bcb2-613e4bc945ac" providerId="ADAL" clId="{16FF8E01-DE24-0F4F-A559-943D670B7764}" dt="2024-08-14T16:39:32.355" v="1805" actId="20577"/>
          <ac:spMkLst>
            <pc:docMk/>
            <pc:sldMk cId="3500652590" sldId="285"/>
            <ac:spMk id="2" creationId="{1FD87645-D8E6-23DE-A822-448BF1054783}"/>
          </ac:spMkLst>
        </pc:sp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1581186720" sldId="286"/>
        </pc:sldMkLst>
      </pc:sldChg>
      <pc:sldChg chg="addSp delSp modSp add mod modNotesTx">
        <pc:chgData name="Ronnel D. Palenzuela" userId="27216d6f-a712-48da-bcb2-613e4bc945ac" providerId="ADAL" clId="{16FF8E01-DE24-0F4F-A559-943D670B7764}" dt="2024-08-14T17:04:33.737" v="2156" actId="1076"/>
        <pc:sldMkLst>
          <pc:docMk/>
          <pc:sldMk cId="1740139509" sldId="286"/>
        </pc:sldMkLst>
        <pc:spChg chg="mod">
          <ac:chgData name="Ronnel D. Palenzuela" userId="27216d6f-a712-48da-bcb2-613e4bc945ac" providerId="ADAL" clId="{16FF8E01-DE24-0F4F-A559-943D670B7764}" dt="2024-08-14T16:53:39.266" v="2019" actId="20577"/>
          <ac:spMkLst>
            <pc:docMk/>
            <pc:sldMk cId="1740139509" sldId="286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54:54.289" v="2059" actId="27636"/>
          <ac:spMkLst>
            <pc:docMk/>
            <pc:sldMk cId="1740139509" sldId="286"/>
            <ac:spMk id="3" creationId="{F9E9654B-D8E5-22CA-371A-57FADD13842B}"/>
          </ac:spMkLst>
        </pc:spChg>
        <pc:spChg chg="mod">
          <ac:chgData name="Ronnel D. Palenzuela" userId="27216d6f-a712-48da-bcb2-613e4bc945ac" providerId="ADAL" clId="{16FF8E01-DE24-0F4F-A559-943D670B7764}" dt="2024-08-14T16:57:02.572" v="2104" actId="1076"/>
          <ac:spMkLst>
            <pc:docMk/>
            <pc:sldMk cId="1740139509" sldId="286"/>
            <ac:spMk id="4" creationId="{B086C906-76C1-C80B-2402-3CD150AED030}"/>
          </ac:spMkLst>
        </pc:spChg>
        <pc:spChg chg="del mod">
          <ac:chgData name="Ronnel D. Palenzuela" userId="27216d6f-a712-48da-bcb2-613e4bc945ac" providerId="ADAL" clId="{16FF8E01-DE24-0F4F-A559-943D670B7764}" dt="2024-08-14T16:54:29.712" v="2047" actId="478"/>
          <ac:spMkLst>
            <pc:docMk/>
            <pc:sldMk cId="1740139509" sldId="286"/>
            <ac:spMk id="5" creationId="{374C59D7-230E-26A4-3307-5D188332993A}"/>
          </ac:spMkLst>
        </pc:spChg>
        <pc:picChg chg="add mod">
          <ac:chgData name="Ronnel D. Palenzuela" userId="27216d6f-a712-48da-bcb2-613e4bc945ac" providerId="ADAL" clId="{16FF8E01-DE24-0F4F-A559-943D670B7764}" dt="2024-08-14T17:04:33.737" v="2156" actId="1076"/>
          <ac:picMkLst>
            <pc:docMk/>
            <pc:sldMk cId="1740139509" sldId="286"/>
            <ac:picMk id="6" creationId="{7355D678-29E7-A4B1-013E-B622157A0CE9}"/>
          </ac:picMkLst>
        </pc:picChg>
      </pc:sldChg>
      <pc:sldChg chg="addSp delSp modSp add mod ord modNotesTx">
        <pc:chgData name="Ronnel D. Palenzuela" userId="27216d6f-a712-48da-bcb2-613e4bc945ac" providerId="ADAL" clId="{16FF8E01-DE24-0F4F-A559-943D670B7764}" dt="2024-08-14T17:09:41.649" v="2189" actId="20578"/>
        <pc:sldMkLst>
          <pc:docMk/>
          <pc:sldMk cId="2244338286" sldId="287"/>
        </pc:sldMkLst>
        <pc:spChg chg="mod">
          <ac:chgData name="Ronnel D. Palenzuela" userId="27216d6f-a712-48da-bcb2-613e4bc945ac" providerId="ADAL" clId="{16FF8E01-DE24-0F4F-A559-943D670B7764}" dt="2024-08-14T16:55:51.174" v="2074" actId="20577"/>
          <ac:spMkLst>
            <pc:docMk/>
            <pc:sldMk cId="2244338286" sldId="287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56:49.755" v="2102" actId="27636"/>
          <ac:spMkLst>
            <pc:docMk/>
            <pc:sldMk cId="2244338286" sldId="287"/>
            <ac:spMk id="3" creationId="{F9E9654B-D8E5-22CA-371A-57FADD13842B}"/>
          </ac:spMkLst>
        </pc:spChg>
        <pc:spChg chg="mod">
          <ac:chgData name="Ronnel D. Palenzuela" userId="27216d6f-a712-48da-bcb2-613e4bc945ac" providerId="ADAL" clId="{16FF8E01-DE24-0F4F-A559-943D670B7764}" dt="2024-08-14T16:57:17.574" v="2108" actId="1076"/>
          <ac:spMkLst>
            <pc:docMk/>
            <pc:sldMk cId="2244338286" sldId="287"/>
            <ac:spMk id="4" creationId="{B086C906-76C1-C80B-2402-3CD150AED030}"/>
          </ac:spMkLst>
        </pc:spChg>
        <pc:picChg chg="add del mod">
          <ac:chgData name="Ronnel D. Palenzuela" userId="27216d6f-a712-48da-bcb2-613e4bc945ac" providerId="ADAL" clId="{16FF8E01-DE24-0F4F-A559-943D670B7764}" dt="2024-08-14T17:06:20.306" v="2162" actId="478"/>
          <ac:picMkLst>
            <pc:docMk/>
            <pc:sldMk cId="2244338286" sldId="287"/>
            <ac:picMk id="5" creationId="{C84F9925-8BF0-7942-2733-4A5D508AEA7C}"/>
          </ac:picMkLst>
        </pc:picChg>
        <pc:picChg chg="add mod">
          <ac:chgData name="Ronnel D. Palenzuela" userId="27216d6f-a712-48da-bcb2-613e4bc945ac" providerId="ADAL" clId="{16FF8E01-DE24-0F4F-A559-943D670B7764}" dt="2024-08-14T17:07:53.726" v="2172" actId="1076"/>
          <ac:picMkLst>
            <pc:docMk/>
            <pc:sldMk cId="2244338286" sldId="287"/>
            <ac:picMk id="6" creationId="{FABA4C1D-2D18-55BC-C0A4-FFF3AFC35C03}"/>
          </ac:picMkLst>
        </pc:picChg>
        <pc:picChg chg="add mod">
          <ac:chgData name="Ronnel D. Palenzuela" userId="27216d6f-a712-48da-bcb2-613e4bc945ac" providerId="ADAL" clId="{16FF8E01-DE24-0F4F-A559-943D670B7764}" dt="2024-08-14T17:07:55.489" v="2173" actId="1076"/>
          <ac:picMkLst>
            <pc:docMk/>
            <pc:sldMk cId="2244338286" sldId="287"/>
            <ac:picMk id="7" creationId="{C43B6C84-21DD-D63D-908A-759A84CA71F1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4278137860" sldId="287"/>
        </pc:sldMkLst>
      </pc:sldChg>
      <pc:sldChg chg="addSp delSp modSp add mod ord modNotesTx">
        <pc:chgData name="Ronnel D. Palenzuela" userId="27216d6f-a712-48da-bcb2-613e4bc945ac" providerId="ADAL" clId="{16FF8E01-DE24-0F4F-A559-943D670B7764}" dt="2024-08-15T02:15:44.096" v="2527" actId="20577"/>
        <pc:sldMkLst>
          <pc:docMk/>
          <pc:sldMk cId="2479479881" sldId="288"/>
        </pc:sldMkLst>
        <pc:spChg chg="mod">
          <ac:chgData name="Ronnel D. Palenzuela" userId="27216d6f-a712-48da-bcb2-613e4bc945ac" providerId="ADAL" clId="{16FF8E01-DE24-0F4F-A559-943D670B7764}" dt="2024-08-14T17:10:09.427" v="2193"/>
          <ac:spMkLst>
            <pc:docMk/>
            <pc:sldMk cId="2479479881" sldId="288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5T02:15:44.096" v="2527" actId="20577"/>
          <ac:spMkLst>
            <pc:docMk/>
            <pc:sldMk cId="2479479881" sldId="288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FF8E01-DE24-0F4F-A559-943D670B7764}" dt="2024-08-14T17:24:50.208" v="2303" actId="1076"/>
          <ac:picMkLst>
            <pc:docMk/>
            <pc:sldMk cId="2479479881" sldId="288"/>
            <ac:picMk id="4" creationId="{AF7B02EF-789B-13F1-37A8-FD2A27B92C39}"/>
          </ac:picMkLst>
        </pc:picChg>
        <pc:picChg chg="add mod">
          <ac:chgData name="Ronnel D. Palenzuela" userId="27216d6f-a712-48da-bcb2-613e4bc945ac" providerId="ADAL" clId="{16FF8E01-DE24-0F4F-A559-943D670B7764}" dt="2024-08-14T17:24:49.104" v="2302" actId="1076"/>
          <ac:picMkLst>
            <pc:docMk/>
            <pc:sldMk cId="2479479881" sldId="288"/>
            <ac:picMk id="5" creationId="{D6307E59-5ABC-0E69-DD46-32B7DC644359}"/>
          </ac:picMkLst>
        </pc:picChg>
        <pc:picChg chg="del">
          <ac:chgData name="Ronnel D. Palenzuela" userId="27216d6f-a712-48da-bcb2-613e4bc945ac" providerId="ADAL" clId="{16FF8E01-DE24-0F4F-A559-943D670B7764}" dt="2024-08-14T17:10:50.216" v="2201" actId="478"/>
          <ac:picMkLst>
            <pc:docMk/>
            <pc:sldMk cId="2479479881" sldId="288"/>
            <ac:picMk id="6" creationId="{FB4307CA-B2C0-91D7-AC3C-D22C8F2AE28E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3972629357" sldId="288"/>
        </pc:sldMkLst>
      </pc:sldChg>
      <pc:sldChg chg="addSp delSp modSp add mod modNotesTx">
        <pc:chgData name="Ronnel D. Palenzuela" userId="27216d6f-a712-48da-bcb2-613e4bc945ac" providerId="ADAL" clId="{16FF8E01-DE24-0F4F-A559-943D670B7764}" dt="2024-08-15T03:52:08.349" v="2531" actId="20577"/>
        <pc:sldMkLst>
          <pc:docMk/>
          <pc:sldMk cId="1306085031" sldId="289"/>
        </pc:sldMkLst>
        <pc:spChg chg="mod">
          <ac:chgData name="Ronnel D. Palenzuela" userId="27216d6f-a712-48da-bcb2-613e4bc945ac" providerId="ADAL" clId="{16FF8E01-DE24-0F4F-A559-943D670B7764}" dt="2024-08-14T17:10:29.110" v="2196" actId="20577"/>
          <ac:spMkLst>
            <pc:docMk/>
            <pc:sldMk cId="1306085031" sldId="289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5T03:52:08.349" v="2531" actId="20577"/>
          <ac:spMkLst>
            <pc:docMk/>
            <pc:sldMk cId="1306085031" sldId="289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FF8E01-DE24-0F4F-A559-943D670B7764}" dt="2024-08-14T17:28:52.052" v="2320" actId="1076"/>
          <ac:picMkLst>
            <pc:docMk/>
            <pc:sldMk cId="1306085031" sldId="289"/>
            <ac:picMk id="4" creationId="{348B68C4-CC0D-0D98-D64F-7F073EC0550F}"/>
          </ac:picMkLst>
        </pc:picChg>
        <pc:picChg chg="add del mod">
          <ac:chgData name="Ronnel D. Palenzuela" userId="27216d6f-a712-48da-bcb2-613e4bc945ac" providerId="ADAL" clId="{16FF8E01-DE24-0F4F-A559-943D670B7764}" dt="2024-08-14T17:34:52.342" v="2323" actId="478"/>
          <ac:picMkLst>
            <pc:docMk/>
            <pc:sldMk cId="1306085031" sldId="289"/>
            <ac:picMk id="5" creationId="{514E46FE-484E-F430-4A44-43DE9197FE51}"/>
          </ac:picMkLst>
        </pc:picChg>
        <pc:picChg chg="del">
          <ac:chgData name="Ronnel D. Palenzuela" userId="27216d6f-a712-48da-bcb2-613e4bc945ac" providerId="ADAL" clId="{16FF8E01-DE24-0F4F-A559-943D670B7764}" dt="2024-08-14T17:10:48.048" v="2199" actId="478"/>
          <ac:picMkLst>
            <pc:docMk/>
            <pc:sldMk cId="1306085031" sldId="289"/>
            <ac:picMk id="6" creationId="{FB4307CA-B2C0-91D7-AC3C-D22C8F2AE28E}"/>
          </ac:picMkLst>
        </pc:picChg>
        <pc:picChg chg="add mod">
          <ac:chgData name="Ronnel D. Palenzuela" userId="27216d6f-a712-48da-bcb2-613e4bc945ac" providerId="ADAL" clId="{16FF8E01-DE24-0F4F-A559-943D670B7764}" dt="2024-08-14T17:34:57.159" v="2326" actId="1076"/>
          <ac:picMkLst>
            <pc:docMk/>
            <pc:sldMk cId="1306085031" sldId="289"/>
            <ac:picMk id="7" creationId="{EA60A796-7362-0FE0-7118-D1172B57B748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2990164252" sldId="289"/>
        </pc:sldMkLst>
      </pc:sldChg>
      <pc:sldChg chg="addSp delSp modSp add mod">
        <pc:chgData name="Ronnel D. Palenzuela" userId="27216d6f-a712-48da-bcb2-613e4bc945ac" providerId="ADAL" clId="{16FF8E01-DE24-0F4F-A559-943D670B7764}" dt="2024-08-14T17:50:12.782" v="2526" actId="207"/>
        <pc:sldMkLst>
          <pc:docMk/>
          <pc:sldMk cId="926710605" sldId="290"/>
        </pc:sldMkLst>
        <pc:spChg chg="mod">
          <ac:chgData name="Ronnel D. Palenzuela" userId="27216d6f-a712-48da-bcb2-613e4bc945ac" providerId="ADAL" clId="{16FF8E01-DE24-0F4F-A559-943D670B7764}" dt="2024-08-14T17:13:25.130" v="2214" actId="20577"/>
          <ac:spMkLst>
            <pc:docMk/>
            <pc:sldMk cId="926710605" sldId="290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7:50:12.782" v="2526" actId="207"/>
          <ac:spMkLst>
            <pc:docMk/>
            <pc:sldMk cId="926710605" sldId="290"/>
            <ac:spMk id="3" creationId="{F9E9654B-D8E5-22CA-371A-57FADD13842B}"/>
          </ac:spMkLst>
        </pc:spChg>
        <pc:picChg chg="add del mod">
          <ac:chgData name="Ronnel D. Palenzuela" userId="27216d6f-a712-48da-bcb2-613e4bc945ac" providerId="ADAL" clId="{16FF8E01-DE24-0F4F-A559-943D670B7764}" dt="2024-08-14T17:16:19.870" v="2228" actId="478"/>
          <ac:picMkLst>
            <pc:docMk/>
            <pc:sldMk cId="926710605" sldId="290"/>
            <ac:picMk id="4" creationId="{EDC21406-25B3-5E1C-5A7A-A71E21C74D60}"/>
          </ac:picMkLst>
        </pc:picChg>
        <pc:picChg chg="add del mod">
          <ac:chgData name="Ronnel D. Palenzuela" userId="27216d6f-a712-48da-bcb2-613e4bc945ac" providerId="ADAL" clId="{16FF8E01-DE24-0F4F-A559-943D670B7764}" dt="2024-08-14T17:41:36.468" v="2400" actId="1076"/>
          <ac:picMkLst>
            <pc:docMk/>
            <pc:sldMk cId="926710605" sldId="290"/>
            <ac:picMk id="5" creationId="{6F24035F-763D-2A44-9E4D-3B3AB777BA78}"/>
          </ac:picMkLst>
        </pc:picChg>
        <pc:picChg chg="del">
          <ac:chgData name="Ronnel D. Palenzuela" userId="27216d6f-a712-48da-bcb2-613e4bc945ac" providerId="ADAL" clId="{16FF8E01-DE24-0F4F-A559-943D670B7764}" dt="2024-08-14T17:10:49.106" v="2200" actId="478"/>
          <ac:picMkLst>
            <pc:docMk/>
            <pc:sldMk cId="926710605" sldId="290"/>
            <ac:picMk id="6" creationId="{FB4307CA-B2C0-91D7-AC3C-D22C8F2AE28E}"/>
          </ac:picMkLst>
        </pc:picChg>
        <pc:picChg chg="add mod">
          <ac:chgData name="Ronnel D. Palenzuela" userId="27216d6f-a712-48da-bcb2-613e4bc945ac" providerId="ADAL" clId="{16FF8E01-DE24-0F4F-A559-943D670B7764}" dt="2024-08-14T17:41:43.973" v="2401" actId="1076"/>
          <ac:picMkLst>
            <pc:docMk/>
            <pc:sldMk cId="926710605" sldId="290"/>
            <ac:picMk id="7" creationId="{5A1661AD-4B34-6DA1-9F77-CE678239C894}"/>
          </ac:picMkLst>
        </pc:picChg>
        <pc:picChg chg="add mod">
          <ac:chgData name="Ronnel D. Palenzuela" userId="27216d6f-a712-48da-bcb2-613e4bc945ac" providerId="ADAL" clId="{16FF8E01-DE24-0F4F-A559-943D670B7764}" dt="2024-08-14T17:41:32.404" v="2398" actId="1076"/>
          <ac:picMkLst>
            <pc:docMk/>
            <pc:sldMk cId="926710605" sldId="290"/>
            <ac:picMk id="8" creationId="{E4E637F6-DB44-DC58-477A-29220CC8DA04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1111498698" sldId="290"/>
        </pc:sldMkLst>
      </pc:sldChg>
      <pc:sldChg chg="addSp delSp modSp add mod modNotesTx">
        <pc:chgData name="Ronnel D. Palenzuela" userId="27216d6f-a712-48da-bcb2-613e4bc945ac" providerId="ADAL" clId="{16FF8E01-DE24-0F4F-A559-943D670B7764}" dt="2024-08-14T17:48:56.991" v="2524" actId="1076"/>
        <pc:sldMkLst>
          <pc:docMk/>
          <pc:sldMk cId="234676306" sldId="291"/>
        </pc:sldMkLst>
        <pc:spChg chg="mod">
          <ac:chgData name="Ronnel D. Palenzuela" userId="27216d6f-a712-48da-bcb2-613e4bc945ac" providerId="ADAL" clId="{16FF8E01-DE24-0F4F-A559-943D670B7764}" dt="2024-08-14T17:18:52.390" v="2243" actId="20577"/>
          <ac:spMkLst>
            <pc:docMk/>
            <pc:sldMk cId="234676306" sldId="291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7:44:12.036" v="2474" actId="20577"/>
          <ac:spMkLst>
            <pc:docMk/>
            <pc:sldMk cId="234676306" sldId="291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FF8E01-DE24-0F4F-A559-943D670B7764}" dt="2024-08-14T17:48:56.991" v="2524" actId="1076"/>
          <ac:picMkLst>
            <pc:docMk/>
            <pc:sldMk cId="234676306" sldId="291"/>
            <ac:picMk id="4" creationId="{77B54F2E-F3FD-7965-C9AC-7AD3C16CC21A}"/>
          </ac:picMkLst>
        </pc:picChg>
        <pc:picChg chg="del">
          <ac:chgData name="Ronnel D. Palenzuela" userId="27216d6f-a712-48da-bcb2-613e4bc945ac" providerId="ADAL" clId="{16FF8E01-DE24-0F4F-A559-943D670B7764}" dt="2024-08-14T17:43:01.527" v="2455" actId="478"/>
          <ac:picMkLst>
            <pc:docMk/>
            <pc:sldMk cId="234676306" sldId="291"/>
            <ac:picMk id="5" creationId="{6F24035F-763D-2A44-9E4D-3B3AB777BA78}"/>
          </ac:picMkLst>
        </pc:picChg>
        <pc:picChg chg="add del mod">
          <ac:chgData name="Ronnel D. Palenzuela" userId="27216d6f-a712-48da-bcb2-613e4bc945ac" providerId="ADAL" clId="{16FF8E01-DE24-0F4F-A559-943D670B7764}" dt="2024-08-14T17:47:51.981" v="2508" actId="478"/>
          <ac:picMkLst>
            <pc:docMk/>
            <pc:sldMk cId="234676306" sldId="291"/>
            <ac:picMk id="6" creationId="{50F79B71-AA73-A4EC-42FF-95E9F8E1747A}"/>
          </ac:picMkLst>
        </pc:picChg>
        <pc:picChg chg="add mod">
          <ac:chgData name="Ronnel D. Palenzuela" userId="27216d6f-a712-48da-bcb2-613e4bc945ac" providerId="ADAL" clId="{16FF8E01-DE24-0F4F-A559-943D670B7764}" dt="2024-08-14T17:48:51.118" v="2520" actId="1076"/>
          <ac:picMkLst>
            <pc:docMk/>
            <pc:sldMk cId="234676306" sldId="291"/>
            <ac:picMk id="7" creationId="{BFFCD08C-39CF-85D4-AFAB-20D06151775B}"/>
          </ac:picMkLst>
        </pc:picChg>
        <pc:picChg chg="add mod">
          <ac:chgData name="Ronnel D. Palenzuela" userId="27216d6f-a712-48da-bcb2-613e4bc945ac" providerId="ADAL" clId="{16FF8E01-DE24-0F4F-A559-943D670B7764}" dt="2024-08-14T17:48:55.627" v="2522" actId="1076"/>
          <ac:picMkLst>
            <pc:docMk/>
            <pc:sldMk cId="234676306" sldId="291"/>
            <ac:picMk id="8" creationId="{94650D83-6F61-D6E5-506A-5BEBD5E1B8C5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815011119" sldId="291"/>
        </pc:sldMkLst>
      </pc:sldChg>
      <pc:sldMasterChg chg="modSldLayout">
        <pc:chgData name="Ronnel D. Palenzuela" userId="27216d6f-a712-48da-bcb2-613e4bc945ac" providerId="ADAL" clId="{16FF8E01-DE24-0F4F-A559-943D670B7764}" dt="2024-08-14T16:14:03.102" v="1502" actId="20577"/>
        <pc:sldMasterMkLst>
          <pc:docMk/>
          <pc:sldMasterMk cId="651270159" sldId="2147483648"/>
        </pc:sldMasterMkLst>
        <pc:sldLayoutChg chg="modSp mod">
          <pc:chgData name="Ronnel D. Palenzuela" userId="27216d6f-a712-48da-bcb2-613e4bc945ac" providerId="ADAL" clId="{16FF8E01-DE24-0F4F-A559-943D670B7764}" dt="2024-08-14T16:13:56.324" v="1498" actId="20577"/>
          <pc:sldLayoutMkLst>
            <pc:docMk/>
            <pc:sldMasterMk cId="651270159" sldId="2147483648"/>
            <pc:sldLayoutMk cId="2921653432" sldId="2147483649"/>
          </pc:sldLayoutMkLst>
          <pc:spChg chg="mod">
            <ac:chgData name="Ronnel D. Palenzuela" userId="27216d6f-a712-48da-bcb2-613e4bc945ac" providerId="ADAL" clId="{16FF8E01-DE24-0F4F-A559-943D670B7764}" dt="2024-08-14T16:13:56.324" v="1498" actId="20577"/>
            <ac:spMkLst>
              <pc:docMk/>
              <pc:sldMasterMk cId="651270159" sldId="2147483648"/>
              <pc:sldLayoutMk cId="2921653432" sldId="2147483649"/>
              <ac:spMk id="14" creationId="{D0B6F2F1-CE07-6C53-35DD-423B006969A2}"/>
            </ac:spMkLst>
          </pc:spChg>
        </pc:sldLayoutChg>
        <pc:sldLayoutChg chg="modSp mod">
          <pc:chgData name="Ronnel D. Palenzuela" userId="27216d6f-a712-48da-bcb2-613e4bc945ac" providerId="ADAL" clId="{16FF8E01-DE24-0F4F-A559-943D670B7764}" dt="2024-08-14T16:13:59.827" v="1500" actId="20577"/>
          <pc:sldLayoutMkLst>
            <pc:docMk/>
            <pc:sldMasterMk cId="651270159" sldId="2147483648"/>
            <pc:sldLayoutMk cId="414239045" sldId="2147483650"/>
          </pc:sldLayoutMkLst>
          <pc:spChg chg="mod">
            <ac:chgData name="Ronnel D. Palenzuela" userId="27216d6f-a712-48da-bcb2-613e4bc945ac" providerId="ADAL" clId="{16FF8E01-DE24-0F4F-A559-943D670B7764}" dt="2024-08-14T16:13:59.827" v="1500" actId="20577"/>
            <ac:spMkLst>
              <pc:docMk/>
              <pc:sldMasterMk cId="651270159" sldId="2147483648"/>
              <pc:sldLayoutMk cId="414239045" sldId="2147483650"/>
              <ac:spMk id="8" creationId="{A20CEFFD-1670-10A5-7ED4-7F9703262EA1}"/>
            </ac:spMkLst>
          </pc:spChg>
        </pc:sldLayoutChg>
        <pc:sldLayoutChg chg="modSp mod">
          <pc:chgData name="Ronnel D. Palenzuela" userId="27216d6f-a712-48da-bcb2-613e4bc945ac" providerId="ADAL" clId="{16FF8E01-DE24-0F4F-A559-943D670B7764}" dt="2024-08-14T16:14:03.102" v="1502" actId="20577"/>
          <pc:sldLayoutMkLst>
            <pc:docMk/>
            <pc:sldMasterMk cId="651270159" sldId="2147483648"/>
            <pc:sldLayoutMk cId="2618641526" sldId="2147483653"/>
          </pc:sldLayoutMkLst>
          <pc:spChg chg="mod">
            <ac:chgData name="Ronnel D. Palenzuela" userId="27216d6f-a712-48da-bcb2-613e4bc945ac" providerId="ADAL" clId="{16FF8E01-DE24-0F4F-A559-943D670B7764}" dt="2024-08-14T16:14:03.102" v="1502" actId="20577"/>
            <ac:spMkLst>
              <pc:docMk/>
              <pc:sldMasterMk cId="651270159" sldId="2147483648"/>
              <pc:sldLayoutMk cId="2618641526" sldId="2147483653"/>
              <ac:spMk id="11" creationId="{3E084DDE-82D5-F74F-6486-DED2612274CD}"/>
            </ac:spMkLst>
          </pc:spChg>
        </pc:sldLayout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.xlsx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1.xlsx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0474671956567038E-2"/>
          <c:y val="1.7747810601511396E-2"/>
          <c:w val="0.94484928702336102"/>
          <c:h val="0.90036058430382204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Y-Values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rgbClr val="0070C0"/>
              </a:solidFill>
              <a:ln w="127000">
                <a:solidFill>
                  <a:srgbClr val="0070C0"/>
                </a:solidFill>
              </a:ln>
              <a:effectLst/>
            </c:spPr>
          </c:marker>
          <c:dPt>
            <c:idx val="9"/>
            <c:marker>
              <c:symbol val="circle"/>
              <c:size val="5"/>
              <c:spPr>
                <a:solidFill>
                  <a:srgbClr val="0070C0"/>
                </a:solidFill>
                <a:ln w="127000">
                  <a:solidFill>
                    <a:srgbClr val="0070C0"/>
                  </a:solidFill>
                </a:ln>
                <a:effectLst/>
              </c:spPr>
            </c:marker>
            <c:bubble3D val="0"/>
            <c:spPr>
              <a:ln w="25400" cap="rnd">
                <a:noFill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D466-EC4B-A099-CADFB7D3959C}"/>
              </c:ext>
            </c:extLst>
          </c:dPt>
          <c:xVal>
            <c:numRef>
              <c:f>Sheet1!$A$2:$A$18</c:f>
              <c:numCache>
                <c:formatCode>General</c:formatCode>
                <c:ptCount val="17"/>
                <c:pt idx="0">
                  <c:v>1.1000000000000001</c:v>
                </c:pt>
                <c:pt idx="1">
                  <c:v>1.2</c:v>
                </c:pt>
                <c:pt idx="2">
                  <c:v>1.3</c:v>
                </c:pt>
                <c:pt idx="3">
                  <c:v>0.4</c:v>
                </c:pt>
                <c:pt idx="4">
                  <c:v>0.5</c:v>
                </c:pt>
                <c:pt idx="5">
                  <c:v>0.9</c:v>
                </c:pt>
                <c:pt idx="6">
                  <c:v>1</c:v>
                </c:pt>
                <c:pt idx="7">
                  <c:v>1.1000000000000001</c:v>
                </c:pt>
              </c:numCache>
            </c:numRef>
          </c:xVal>
          <c:yVal>
            <c:numRef>
              <c:f>Sheet1!$B$2:$B$18</c:f>
              <c:numCache>
                <c:formatCode>General</c:formatCode>
                <c:ptCount val="17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1</c:v>
                </c:pt>
                <c:pt idx="4">
                  <c:v>1</c:v>
                </c:pt>
                <c:pt idx="5">
                  <c:v>3</c:v>
                </c:pt>
                <c:pt idx="6">
                  <c:v>3</c:v>
                </c:pt>
                <c:pt idx="7">
                  <c:v>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D466-EC4B-A099-CADFB7D3959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Column1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xVal>
            <c:numRef>
              <c:f>Sheet1!$A$2:$A$18</c:f>
              <c:numCache>
                <c:formatCode>General</c:formatCode>
                <c:ptCount val="17"/>
                <c:pt idx="0">
                  <c:v>1.1000000000000001</c:v>
                </c:pt>
                <c:pt idx="1">
                  <c:v>1.2</c:v>
                </c:pt>
                <c:pt idx="2">
                  <c:v>1.3</c:v>
                </c:pt>
                <c:pt idx="3">
                  <c:v>0.4</c:v>
                </c:pt>
                <c:pt idx="4">
                  <c:v>0.5</c:v>
                </c:pt>
                <c:pt idx="5">
                  <c:v>0.9</c:v>
                </c:pt>
                <c:pt idx="6">
                  <c:v>1</c:v>
                </c:pt>
                <c:pt idx="7">
                  <c:v>1.1000000000000001</c:v>
                </c:pt>
              </c:numCache>
            </c:numRef>
          </c:xVal>
          <c:yVal>
            <c:numRef>
              <c:f>Sheet1!$C$2:$C$18</c:f>
              <c:numCache>
                <c:formatCode>General</c:formatCode>
                <c:ptCount val="17"/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D466-EC4B-A099-CADFB7D3959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98243231"/>
        <c:axId val="198242271"/>
      </c:scatterChart>
      <c:valAx>
        <c:axId val="198243231"/>
        <c:scaling>
          <c:orientation val="minMax"/>
          <c:max val="2"/>
          <c:min val="0"/>
        </c:scaling>
        <c:delete val="0"/>
        <c:axPos val="b"/>
        <c:majorGridlines>
          <c:spPr>
            <a:ln w="22225" cap="flat" cmpd="sng" algn="ctr">
              <a:solidFill>
                <a:schemeClr val="bg2">
                  <a:lumMod val="9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63500" cap="flat" cmpd="sng" algn="ctr">
            <a:solidFill>
              <a:schemeClr val="tx1"/>
            </a:solidFill>
            <a:round/>
            <a:tailEnd type="triangle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242271"/>
        <c:crosses val="autoZero"/>
        <c:crossBetween val="midCat"/>
        <c:majorUnit val="1"/>
      </c:valAx>
      <c:valAx>
        <c:axId val="198242271"/>
        <c:scaling>
          <c:orientation val="minMax"/>
          <c:max val="3"/>
        </c:scaling>
        <c:delete val="0"/>
        <c:axPos val="l"/>
        <c:majorGridlines>
          <c:spPr>
            <a:ln w="25400" cap="flat" cmpd="sng" algn="ctr">
              <a:solidFill>
                <a:schemeClr val="bg2">
                  <a:lumMod val="9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63500" cap="flat" cmpd="sng" algn="ctr">
            <a:solidFill>
              <a:schemeClr val="tx1"/>
            </a:solidFill>
            <a:round/>
            <a:tailEnd type="triangle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243231"/>
        <c:crosses val="autoZero"/>
        <c:crossBetween val="midCat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0474671956567038E-2"/>
          <c:y val="1.7747810601511396E-2"/>
          <c:w val="0.94484928702336102"/>
          <c:h val="0.90036058430382204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Y-Values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rgbClr val="0070C0"/>
              </a:solidFill>
              <a:ln w="127000">
                <a:solidFill>
                  <a:srgbClr val="0070C0"/>
                </a:solidFill>
              </a:ln>
              <a:effectLst/>
            </c:spPr>
          </c:marker>
          <c:dPt>
            <c:idx val="9"/>
            <c:marker>
              <c:symbol val="circle"/>
              <c:size val="5"/>
              <c:spPr>
                <a:solidFill>
                  <a:srgbClr val="0070C0"/>
                </a:solidFill>
                <a:ln w="127000">
                  <a:solidFill>
                    <a:srgbClr val="0070C0"/>
                  </a:solidFill>
                </a:ln>
                <a:effectLst/>
              </c:spPr>
            </c:marker>
            <c:bubble3D val="0"/>
            <c:spPr>
              <a:ln w="25400" cap="rnd">
                <a:noFill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89C2-324A-95A3-5734EBBFC338}"/>
              </c:ext>
            </c:extLst>
          </c:dPt>
          <c:xVal>
            <c:numRef>
              <c:f>Sheet1!$A$2:$A$18</c:f>
              <c:numCache>
                <c:formatCode>General</c:formatCode>
                <c:ptCount val="17"/>
                <c:pt idx="0">
                  <c:v>1.1000000000000001</c:v>
                </c:pt>
                <c:pt idx="1">
                  <c:v>1.2</c:v>
                </c:pt>
                <c:pt idx="2">
                  <c:v>1.3</c:v>
                </c:pt>
                <c:pt idx="3">
                  <c:v>0.4</c:v>
                </c:pt>
                <c:pt idx="4">
                  <c:v>0.5</c:v>
                </c:pt>
                <c:pt idx="5">
                  <c:v>0.9</c:v>
                </c:pt>
                <c:pt idx="6">
                  <c:v>1</c:v>
                </c:pt>
                <c:pt idx="7">
                  <c:v>1.1000000000000001</c:v>
                </c:pt>
              </c:numCache>
            </c:numRef>
          </c:xVal>
          <c:yVal>
            <c:numRef>
              <c:f>Sheet1!$B$2:$B$18</c:f>
              <c:numCache>
                <c:formatCode>General</c:formatCode>
                <c:ptCount val="17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1</c:v>
                </c:pt>
                <c:pt idx="4">
                  <c:v>1</c:v>
                </c:pt>
                <c:pt idx="5">
                  <c:v>3</c:v>
                </c:pt>
                <c:pt idx="6">
                  <c:v>3</c:v>
                </c:pt>
                <c:pt idx="7">
                  <c:v>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89C2-324A-95A3-5734EBBFC33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Column1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xVal>
            <c:numRef>
              <c:f>Sheet1!$A$2:$A$18</c:f>
              <c:numCache>
                <c:formatCode>General</c:formatCode>
                <c:ptCount val="17"/>
                <c:pt idx="0">
                  <c:v>1.1000000000000001</c:v>
                </c:pt>
                <c:pt idx="1">
                  <c:v>1.2</c:v>
                </c:pt>
                <c:pt idx="2">
                  <c:v>1.3</c:v>
                </c:pt>
                <c:pt idx="3">
                  <c:v>0.4</c:v>
                </c:pt>
                <c:pt idx="4">
                  <c:v>0.5</c:v>
                </c:pt>
                <c:pt idx="5">
                  <c:v>0.9</c:v>
                </c:pt>
                <c:pt idx="6">
                  <c:v>1</c:v>
                </c:pt>
                <c:pt idx="7">
                  <c:v>1.1000000000000001</c:v>
                </c:pt>
              </c:numCache>
            </c:numRef>
          </c:xVal>
          <c:yVal>
            <c:numRef>
              <c:f>Sheet1!$C$2:$C$18</c:f>
              <c:numCache>
                <c:formatCode>General</c:formatCode>
                <c:ptCount val="17"/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89C2-324A-95A3-5734EBBFC33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98243231"/>
        <c:axId val="198242271"/>
      </c:scatterChart>
      <c:valAx>
        <c:axId val="198243231"/>
        <c:scaling>
          <c:orientation val="minMax"/>
          <c:max val="2"/>
          <c:min val="0"/>
        </c:scaling>
        <c:delete val="0"/>
        <c:axPos val="b"/>
        <c:majorGridlines>
          <c:spPr>
            <a:ln w="22225" cap="flat" cmpd="sng" algn="ctr">
              <a:solidFill>
                <a:schemeClr val="bg2">
                  <a:lumMod val="9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63500" cap="flat" cmpd="sng" algn="ctr">
            <a:solidFill>
              <a:schemeClr val="tx1"/>
            </a:solidFill>
            <a:round/>
            <a:tailEnd type="triangle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242271"/>
        <c:crosses val="autoZero"/>
        <c:crossBetween val="midCat"/>
        <c:majorUnit val="1"/>
      </c:valAx>
      <c:valAx>
        <c:axId val="198242271"/>
        <c:scaling>
          <c:orientation val="minMax"/>
          <c:max val="3"/>
        </c:scaling>
        <c:delete val="0"/>
        <c:axPos val="l"/>
        <c:majorGridlines>
          <c:spPr>
            <a:ln w="25400" cap="flat" cmpd="sng" algn="ctr">
              <a:solidFill>
                <a:schemeClr val="bg2">
                  <a:lumMod val="9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63500" cap="flat" cmpd="sng" algn="ctr">
            <a:solidFill>
              <a:schemeClr val="tx1"/>
            </a:solidFill>
            <a:round/>
            <a:tailEnd type="triangle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243231"/>
        <c:crosses val="autoZero"/>
        <c:crossBetween val="midCat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0474671956567038E-2"/>
          <c:y val="1.7747810601511396E-2"/>
          <c:w val="0.94484928702336102"/>
          <c:h val="0.90036058430382204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Y-Values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rgbClr val="0070C0"/>
              </a:solidFill>
              <a:ln w="127000">
                <a:solidFill>
                  <a:srgbClr val="0070C0"/>
                </a:solidFill>
              </a:ln>
              <a:effectLst/>
            </c:spPr>
          </c:marker>
          <c:dPt>
            <c:idx val="9"/>
            <c:marker>
              <c:symbol val="circle"/>
              <c:size val="5"/>
              <c:spPr>
                <a:solidFill>
                  <a:srgbClr val="0070C0"/>
                </a:solidFill>
                <a:ln w="127000">
                  <a:solidFill>
                    <a:srgbClr val="0070C0"/>
                  </a:solidFill>
                </a:ln>
                <a:effectLst/>
              </c:spPr>
            </c:marker>
            <c:bubble3D val="0"/>
            <c:spPr>
              <a:ln w="25400" cap="rnd">
                <a:noFill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89C2-324A-95A3-5734EBBFC338}"/>
              </c:ext>
            </c:extLst>
          </c:dPt>
          <c:xVal>
            <c:numRef>
              <c:f>Sheet1!$A$2:$A$18</c:f>
              <c:numCache>
                <c:formatCode>General</c:formatCode>
                <c:ptCount val="17"/>
                <c:pt idx="0">
                  <c:v>1.1000000000000001</c:v>
                </c:pt>
                <c:pt idx="1">
                  <c:v>1.2</c:v>
                </c:pt>
                <c:pt idx="2">
                  <c:v>1.3</c:v>
                </c:pt>
                <c:pt idx="3">
                  <c:v>0.4</c:v>
                </c:pt>
                <c:pt idx="4">
                  <c:v>0.5</c:v>
                </c:pt>
                <c:pt idx="5">
                  <c:v>0.9</c:v>
                </c:pt>
                <c:pt idx="6">
                  <c:v>1</c:v>
                </c:pt>
                <c:pt idx="7">
                  <c:v>1.1000000000000001</c:v>
                </c:pt>
              </c:numCache>
            </c:numRef>
          </c:xVal>
          <c:yVal>
            <c:numRef>
              <c:f>Sheet1!$B$2:$B$18</c:f>
              <c:numCache>
                <c:formatCode>General</c:formatCode>
                <c:ptCount val="17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1</c:v>
                </c:pt>
                <c:pt idx="4">
                  <c:v>1</c:v>
                </c:pt>
                <c:pt idx="5">
                  <c:v>3</c:v>
                </c:pt>
                <c:pt idx="6">
                  <c:v>3</c:v>
                </c:pt>
                <c:pt idx="7">
                  <c:v>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89C2-324A-95A3-5734EBBFC33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Column1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xVal>
            <c:numRef>
              <c:f>Sheet1!$A$2:$A$18</c:f>
              <c:numCache>
                <c:formatCode>General</c:formatCode>
                <c:ptCount val="17"/>
                <c:pt idx="0">
                  <c:v>1.1000000000000001</c:v>
                </c:pt>
                <c:pt idx="1">
                  <c:v>1.2</c:v>
                </c:pt>
                <c:pt idx="2">
                  <c:v>1.3</c:v>
                </c:pt>
                <c:pt idx="3">
                  <c:v>0.4</c:v>
                </c:pt>
                <c:pt idx="4">
                  <c:v>0.5</c:v>
                </c:pt>
                <c:pt idx="5">
                  <c:v>0.9</c:v>
                </c:pt>
                <c:pt idx="6">
                  <c:v>1</c:v>
                </c:pt>
                <c:pt idx="7">
                  <c:v>1.1000000000000001</c:v>
                </c:pt>
              </c:numCache>
            </c:numRef>
          </c:xVal>
          <c:yVal>
            <c:numRef>
              <c:f>Sheet1!$C$2:$C$18</c:f>
              <c:numCache>
                <c:formatCode>General</c:formatCode>
                <c:ptCount val="17"/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89C2-324A-95A3-5734EBBFC33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98243231"/>
        <c:axId val="198242271"/>
      </c:scatterChart>
      <c:valAx>
        <c:axId val="198243231"/>
        <c:scaling>
          <c:orientation val="minMax"/>
          <c:max val="2"/>
          <c:min val="0"/>
        </c:scaling>
        <c:delete val="0"/>
        <c:axPos val="b"/>
        <c:majorGridlines>
          <c:spPr>
            <a:ln w="22225" cap="flat" cmpd="sng" algn="ctr">
              <a:solidFill>
                <a:schemeClr val="bg2">
                  <a:lumMod val="9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63500" cap="flat" cmpd="sng" algn="ctr">
            <a:solidFill>
              <a:schemeClr val="tx1"/>
            </a:solidFill>
            <a:round/>
            <a:tailEnd type="triangle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242271"/>
        <c:crosses val="autoZero"/>
        <c:crossBetween val="midCat"/>
        <c:majorUnit val="1"/>
      </c:valAx>
      <c:valAx>
        <c:axId val="198242271"/>
        <c:scaling>
          <c:orientation val="minMax"/>
          <c:max val="3"/>
        </c:scaling>
        <c:delete val="0"/>
        <c:axPos val="l"/>
        <c:majorGridlines>
          <c:spPr>
            <a:ln w="25400" cap="flat" cmpd="sng" algn="ctr">
              <a:solidFill>
                <a:schemeClr val="bg2">
                  <a:lumMod val="9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63500" cap="flat" cmpd="sng" algn="ctr">
            <a:solidFill>
              <a:schemeClr val="tx1"/>
            </a:solidFill>
            <a:round/>
            <a:tailEnd type="triangle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243231"/>
        <c:crosses val="autoZero"/>
        <c:crossBetween val="midCat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0474671956567038E-2"/>
          <c:y val="1.7747810601511396E-2"/>
          <c:w val="0.94484928702336102"/>
          <c:h val="0.90036058430382204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Y-Values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rgbClr val="0070C0"/>
              </a:solidFill>
              <a:ln w="127000">
                <a:solidFill>
                  <a:srgbClr val="0070C0"/>
                </a:solidFill>
              </a:ln>
              <a:effectLst/>
            </c:spPr>
          </c:marker>
          <c:dPt>
            <c:idx val="9"/>
            <c:marker>
              <c:symbol val="circle"/>
              <c:size val="5"/>
              <c:spPr>
                <a:solidFill>
                  <a:srgbClr val="0070C0"/>
                </a:solidFill>
                <a:ln w="127000">
                  <a:solidFill>
                    <a:srgbClr val="0070C0"/>
                  </a:solidFill>
                </a:ln>
                <a:effectLst/>
              </c:spPr>
            </c:marker>
            <c:bubble3D val="0"/>
            <c:spPr>
              <a:ln w="25400" cap="rnd">
                <a:noFill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89C2-324A-95A3-5734EBBFC338}"/>
              </c:ext>
            </c:extLst>
          </c:dPt>
          <c:xVal>
            <c:numRef>
              <c:f>Sheet1!$A$2:$A$18</c:f>
              <c:numCache>
                <c:formatCode>General</c:formatCode>
                <c:ptCount val="17"/>
                <c:pt idx="0">
                  <c:v>1.1000000000000001</c:v>
                </c:pt>
                <c:pt idx="1">
                  <c:v>1.2</c:v>
                </c:pt>
                <c:pt idx="2">
                  <c:v>1.3</c:v>
                </c:pt>
                <c:pt idx="3">
                  <c:v>0.4</c:v>
                </c:pt>
                <c:pt idx="4">
                  <c:v>0.5</c:v>
                </c:pt>
                <c:pt idx="5">
                  <c:v>0.9</c:v>
                </c:pt>
                <c:pt idx="6">
                  <c:v>1</c:v>
                </c:pt>
                <c:pt idx="7">
                  <c:v>1.1000000000000001</c:v>
                </c:pt>
              </c:numCache>
            </c:numRef>
          </c:xVal>
          <c:yVal>
            <c:numRef>
              <c:f>Sheet1!$B$2:$B$18</c:f>
              <c:numCache>
                <c:formatCode>General</c:formatCode>
                <c:ptCount val="17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1</c:v>
                </c:pt>
                <c:pt idx="4">
                  <c:v>1</c:v>
                </c:pt>
                <c:pt idx="5">
                  <c:v>3</c:v>
                </c:pt>
                <c:pt idx="6">
                  <c:v>3</c:v>
                </c:pt>
                <c:pt idx="7">
                  <c:v>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89C2-324A-95A3-5734EBBFC33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Column1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xVal>
            <c:numRef>
              <c:f>Sheet1!$A$2:$A$18</c:f>
              <c:numCache>
                <c:formatCode>General</c:formatCode>
                <c:ptCount val="17"/>
                <c:pt idx="0">
                  <c:v>1.1000000000000001</c:v>
                </c:pt>
                <c:pt idx="1">
                  <c:v>1.2</c:v>
                </c:pt>
                <c:pt idx="2">
                  <c:v>1.3</c:v>
                </c:pt>
                <c:pt idx="3">
                  <c:v>0.4</c:v>
                </c:pt>
                <c:pt idx="4">
                  <c:v>0.5</c:v>
                </c:pt>
                <c:pt idx="5">
                  <c:v>0.9</c:v>
                </c:pt>
                <c:pt idx="6">
                  <c:v>1</c:v>
                </c:pt>
                <c:pt idx="7">
                  <c:v>1.1000000000000001</c:v>
                </c:pt>
              </c:numCache>
            </c:numRef>
          </c:xVal>
          <c:yVal>
            <c:numRef>
              <c:f>Sheet1!$C$2:$C$18</c:f>
              <c:numCache>
                <c:formatCode>General</c:formatCode>
                <c:ptCount val="17"/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89C2-324A-95A3-5734EBBFC33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98243231"/>
        <c:axId val="198242271"/>
      </c:scatterChart>
      <c:valAx>
        <c:axId val="198243231"/>
        <c:scaling>
          <c:orientation val="minMax"/>
          <c:max val="2"/>
          <c:min val="0"/>
        </c:scaling>
        <c:delete val="0"/>
        <c:axPos val="b"/>
        <c:majorGridlines>
          <c:spPr>
            <a:ln w="22225" cap="flat" cmpd="sng" algn="ctr">
              <a:solidFill>
                <a:schemeClr val="bg2">
                  <a:lumMod val="9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63500" cap="flat" cmpd="sng" algn="ctr">
            <a:solidFill>
              <a:schemeClr val="tx1"/>
            </a:solidFill>
            <a:round/>
            <a:tailEnd type="triangle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242271"/>
        <c:crosses val="autoZero"/>
        <c:crossBetween val="midCat"/>
        <c:majorUnit val="1"/>
      </c:valAx>
      <c:valAx>
        <c:axId val="198242271"/>
        <c:scaling>
          <c:orientation val="minMax"/>
          <c:max val="3"/>
        </c:scaling>
        <c:delete val="0"/>
        <c:axPos val="l"/>
        <c:majorGridlines>
          <c:spPr>
            <a:ln w="25400" cap="flat" cmpd="sng" algn="ctr">
              <a:solidFill>
                <a:schemeClr val="bg2">
                  <a:lumMod val="9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63500" cap="flat" cmpd="sng" algn="ctr">
            <a:solidFill>
              <a:schemeClr val="tx1"/>
            </a:solidFill>
            <a:round/>
            <a:tailEnd type="triangle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243231"/>
        <c:crosses val="autoZero"/>
        <c:crossBetween val="midCat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0474671956567038E-2"/>
          <c:y val="1.7747810601511396E-2"/>
          <c:w val="0.94484928702336102"/>
          <c:h val="0.90036058430382204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Y-Values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rgbClr val="0070C0"/>
              </a:solidFill>
              <a:ln w="127000">
                <a:solidFill>
                  <a:srgbClr val="0070C0"/>
                </a:solidFill>
              </a:ln>
              <a:effectLst/>
            </c:spPr>
          </c:marker>
          <c:dPt>
            <c:idx val="9"/>
            <c:marker>
              <c:symbol val="circle"/>
              <c:size val="5"/>
              <c:spPr>
                <a:solidFill>
                  <a:srgbClr val="0070C0"/>
                </a:solidFill>
                <a:ln w="127000">
                  <a:solidFill>
                    <a:srgbClr val="0070C0"/>
                  </a:solidFill>
                </a:ln>
                <a:effectLst/>
              </c:spPr>
            </c:marker>
            <c:bubble3D val="0"/>
            <c:spPr>
              <a:ln w="25400" cap="rnd">
                <a:noFill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D466-EC4B-A099-CADFB7D3959C}"/>
              </c:ext>
            </c:extLst>
          </c:dPt>
          <c:xVal>
            <c:numRef>
              <c:f>Sheet1!$A$2:$A$18</c:f>
              <c:numCache>
                <c:formatCode>General</c:formatCode>
                <c:ptCount val="17"/>
                <c:pt idx="0">
                  <c:v>1.1000000000000001</c:v>
                </c:pt>
                <c:pt idx="1">
                  <c:v>1.2</c:v>
                </c:pt>
                <c:pt idx="2">
                  <c:v>1.3</c:v>
                </c:pt>
                <c:pt idx="3">
                  <c:v>0.4</c:v>
                </c:pt>
                <c:pt idx="4">
                  <c:v>0.5</c:v>
                </c:pt>
                <c:pt idx="5">
                  <c:v>0.9</c:v>
                </c:pt>
                <c:pt idx="6">
                  <c:v>1</c:v>
                </c:pt>
                <c:pt idx="7">
                  <c:v>1.1000000000000001</c:v>
                </c:pt>
              </c:numCache>
            </c:numRef>
          </c:xVal>
          <c:yVal>
            <c:numRef>
              <c:f>Sheet1!$B$2:$B$18</c:f>
              <c:numCache>
                <c:formatCode>General</c:formatCode>
                <c:ptCount val="17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1</c:v>
                </c:pt>
                <c:pt idx="4">
                  <c:v>1</c:v>
                </c:pt>
                <c:pt idx="5">
                  <c:v>3</c:v>
                </c:pt>
                <c:pt idx="6">
                  <c:v>3</c:v>
                </c:pt>
                <c:pt idx="7">
                  <c:v>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D466-EC4B-A099-CADFB7D3959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Column1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xVal>
            <c:numRef>
              <c:f>Sheet1!$A$2:$A$18</c:f>
              <c:numCache>
                <c:formatCode>General</c:formatCode>
                <c:ptCount val="17"/>
                <c:pt idx="0">
                  <c:v>1.1000000000000001</c:v>
                </c:pt>
                <c:pt idx="1">
                  <c:v>1.2</c:v>
                </c:pt>
                <c:pt idx="2">
                  <c:v>1.3</c:v>
                </c:pt>
                <c:pt idx="3">
                  <c:v>0.4</c:v>
                </c:pt>
                <c:pt idx="4">
                  <c:v>0.5</c:v>
                </c:pt>
                <c:pt idx="5">
                  <c:v>0.9</c:v>
                </c:pt>
                <c:pt idx="6">
                  <c:v>1</c:v>
                </c:pt>
                <c:pt idx="7">
                  <c:v>1.1000000000000001</c:v>
                </c:pt>
              </c:numCache>
            </c:numRef>
          </c:xVal>
          <c:yVal>
            <c:numRef>
              <c:f>Sheet1!$C$2:$C$18</c:f>
              <c:numCache>
                <c:formatCode>General</c:formatCode>
                <c:ptCount val="17"/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D466-EC4B-A099-CADFB7D3959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98243231"/>
        <c:axId val="198242271"/>
      </c:scatterChart>
      <c:valAx>
        <c:axId val="198243231"/>
        <c:scaling>
          <c:orientation val="minMax"/>
          <c:max val="2"/>
          <c:min val="0"/>
        </c:scaling>
        <c:delete val="0"/>
        <c:axPos val="b"/>
        <c:majorGridlines>
          <c:spPr>
            <a:ln w="22225" cap="flat" cmpd="sng" algn="ctr">
              <a:solidFill>
                <a:schemeClr val="bg2">
                  <a:lumMod val="9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63500" cap="flat" cmpd="sng" algn="ctr">
            <a:solidFill>
              <a:schemeClr val="tx1"/>
            </a:solidFill>
            <a:round/>
            <a:tailEnd type="triangle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242271"/>
        <c:crosses val="autoZero"/>
        <c:crossBetween val="midCat"/>
        <c:majorUnit val="1"/>
      </c:valAx>
      <c:valAx>
        <c:axId val="198242271"/>
        <c:scaling>
          <c:orientation val="minMax"/>
          <c:max val="3"/>
        </c:scaling>
        <c:delete val="0"/>
        <c:axPos val="l"/>
        <c:majorGridlines>
          <c:spPr>
            <a:ln w="25400" cap="flat" cmpd="sng" algn="ctr">
              <a:solidFill>
                <a:schemeClr val="bg2">
                  <a:lumMod val="9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63500" cap="flat" cmpd="sng" algn="ctr">
            <a:solidFill>
              <a:schemeClr val="tx1"/>
            </a:solidFill>
            <a:round/>
            <a:tailEnd type="triangle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243231"/>
        <c:crosses val="autoZero"/>
        <c:crossBetween val="midCat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0474671956567038E-2"/>
          <c:y val="1.7747810601511396E-2"/>
          <c:w val="0.94484928702336102"/>
          <c:h val="0.90036058430382204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Y-Values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rgbClr val="0070C0"/>
              </a:solidFill>
              <a:ln w="127000">
                <a:solidFill>
                  <a:srgbClr val="0070C0"/>
                </a:solidFill>
              </a:ln>
              <a:effectLst/>
            </c:spPr>
          </c:marker>
          <c:dPt>
            <c:idx val="0"/>
            <c:marker>
              <c:symbol val="circle"/>
              <c:size val="5"/>
              <c:spPr>
                <a:solidFill>
                  <a:srgbClr val="0070C0"/>
                </a:solidFill>
                <a:ln w="127000">
                  <a:solidFill>
                    <a:srgbClr val="FF000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9-FE03-B640-8B09-F849766FCB8C}"/>
              </c:ext>
            </c:extLst>
          </c:dPt>
          <c:dPt>
            <c:idx val="1"/>
            <c:marker>
              <c:symbol val="circle"/>
              <c:size val="5"/>
              <c:spPr>
                <a:solidFill>
                  <a:srgbClr val="0070C0"/>
                </a:solidFill>
                <a:ln w="127000">
                  <a:solidFill>
                    <a:srgbClr val="FF000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A-FE03-B640-8B09-F849766FCB8C}"/>
              </c:ext>
            </c:extLst>
          </c:dPt>
          <c:dPt>
            <c:idx val="2"/>
            <c:marker>
              <c:symbol val="circle"/>
              <c:size val="5"/>
              <c:spPr>
                <a:solidFill>
                  <a:srgbClr val="0070C0"/>
                </a:solidFill>
                <a:ln w="127000">
                  <a:solidFill>
                    <a:srgbClr val="FF000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B-FE03-B640-8B09-F849766FCB8C}"/>
              </c:ext>
            </c:extLst>
          </c:dPt>
          <c:dPt>
            <c:idx val="3"/>
            <c:marker>
              <c:symbol val="circle"/>
              <c:size val="5"/>
              <c:spPr>
                <a:solidFill>
                  <a:srgbClr val="0070C0"/>
                </a:solidFill>
                <a:ln w="127000">
                  <a:solidFill>
                    <a:srgbClr val="00B05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7-FE03-B640-8B09-F849766FCB8C}"/>
              </c:ext>
            </c:extLst>
          </c:dPt>
          <c:dPt>
            <c:idx val="4"/>
            <c:marker>
              <c:symbol val="circle"/>
              <c:size val="5"/>
              <c:spPr>
                <a:solidFill>
                  <a:srgbClr val="0070C0"/>
                </a:solidFill>
                <a:ln w="127000">
                  <a:solidFill>
                    <a:srgbClr val="00B05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8-FE03-B640-8B09-F849766FCB8C}"/>
              </c:ext>
            </c:extLst>
          </c:dPt>
          <c:dPt>
            <c:idx val="5"/>
            <c:marker>
              <c:symbol val="circle"/>
              <c:size val="5"/>
              <c:spPr>
                <a:solidFill>
                  <a:srgbClr val="FFC000"/>
                </a:solidFill>
                <a:ln w="127000">
                  <a:solidFill>
                    <a:srgbClr val="FFC00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4-FE03-B640-8B09-F849766FCB8C}"/>
              </c:ext>
            </c:extLst>
          </c:dPt>
          <c:dPt>
            <c:idx val="6"/>
            <c:marker>
              <c:symbol val="circle"/>
              <c:size val="5"/>
              <c:spPr>
                <a:solidFill>
                  <a:srgbClr val="0070C0"/>
                </a:solidFill>
                <a:ln w="127000">
                  <a:solidFill>
                    <a:srgbClr val="FFC00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5-FE03-B640-8B09-F849766FCB8C}"/>
              </c:ext>
            </c:extLst>
          </c:dPt>
          <c:dPt>
            <c:idx val="7"/>
            <c:marker>
              <c:symbol val="circle"/>
              <c:size val="5"/>
              <c:spPr>
                <a:solidFill>
                  <a:srgbClr val="0070C0"/>
                </a:solidFill>
                <a:ln w="127000">
                  <a:solidFill>
                    <a:srgbClr val="FFC00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6-FE03-B640-8B09-F849766FCB8C}"/>
              </c:ext>
            </c:extLst>
          </c:dPt>
          <c:dPt>
            <c:idx val="9"/>
            <c:marker>
              <c:symbol val="circle"/>
              <c:size val="5"/>
              <c:spPr>
                <a:solidFill>
                  <a:srgbClr val="0070C0"/>
                </a:solidFill>
                <a:ln w="127000">
                  <a:solidFill>
                    <a:srgbClr val="0070C0"/>
                  </a:solidFill>
                </a:ln>
                <a:effectLst/>
              </c:spPr>
            </c:marker>
            <c:bubble3D val="0"/>
            <c:spPr>
              <a:ln w="25400" cap="rnd">
                <a:noFill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FE03-B640-8B09-F849766FCB8C}"/>
              </c:ext>
            </c:extLst>
          </c:dPt>
          <c:xVal>
            <c:numRef>
              <c:f>Sheet1!$A$2:$A$18</c:f>
              <c:numCache>
                <c:formatCode>General</c:formatCode>
                <c:ptCount val="17"/>
                <c:pt idx="0">
                  <c:v>1.1000000000000001</c:v>
                </c:pt>
                <c:pt idx="1">
                  <c:v>1.2</c:v>
                </c:pt>
                <c:pt idx="2">
                  <c:v>1.3</c:v>
                </c:pt>
                <c:pt idx="3">
                  <c:v>0.4</c:v>
                </c:pt>
                <c:pt idx="4">
                  <c:v>0.5</c:v>
                </c:pt>
                <c:pt idx="5">
                  <c:v>0.9</c:v>
                </c:pt>
                <c:pt idx="6">
                  <c:v>1</c:v>
                </c:pt>
                <c:pt idx="7">
                  <c:v>1.1000000000000001</c:v>
                </c:pt>
              </c:numCache>
            </c:numRef>
          </c:xVal>
          <c:yVal>
            <c:numRef>
              <c:f>Sheet1!$B$2:$B$18</c:f>
              <c:numCache>
                <c:formatCode>General</c:formatCode>
                <c:ptCount val="17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1</c:v>
                </c:pt>
                <c:pt idx="4">
                  <c:v>1</c:v>
                </c:pt>
                <c:pt idx="5">
                  <c:v>3</c:v>
                </c:pt>
                <c:pt idx="6">
                  <c:v>3</c:v>
                </c:pt>
                <c:pt idx="7">
                  <c:v>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FE03-B640-8B09-F849766FCB8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Column1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xVal>
            <c:numRef>
              <c:f>Sheet1!$A$2:$A$18</c:f>
              <c:numCache>
                <c:formatCode>General</c:formatCode>
                <c:ptCount val="17"/>
                <c:pt idx="0">
                  <c:v>1.1000000000000001</c:v>
                </c:pt>
                <c:pt idx="1">
                  <c:v>1.2</c:v>
                </c:pt>
                <c:pt idx="2">
                  <c:v>1.3</c:v>
                </c:pt>
                <c:pt idx="3">
                  <c:v>0.4</c:v>
                </c:pt>
                <c:pt idx="4">
                  <c:v>0.5</c:v>
                </c:pt>
                <c:pt idx="5">
                  <c:v>0.9</c:v>
                </c:pt>
                <c:pt idx="6">
                  <c:v>1</c:v>
                </c:pt>
                <c:pt idx="7">
                  <c:v>1.1000000000000001</c:v>
                </c:pt>
              </c:numCache>
            </c:numRef>
          </c:xVal>
          <c:yVal>
            <c:numRef>
              <c:f>Sheet1!$C$2:$C$18</c:f>
              <c:numCache>
                <c:formatCode>General</c:formatCode>
                <c:ptCount val="17"/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FE03-B640-8B09-F849766FCB8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98243231"/>
        <c:axId val="198242271"/>
      </c:scatterChart>
      <c:valAx>
        <c:axId val="198243231"/>
        <c:scaling>
          <c:orientation val="minMax"/>
          <c:max val="2"/>
          <c:min val="0"/>
        </c:scaling>
        <c:delete val="0"/>
        <c:axPos val="b"/>
        <c:majorGridlines>
          <c:spPr>
            <a:ln w="22225" cap="flat" cmpd="sng" algn="ctr">
              <a:solidFill>
                <a:schemeClr val="bg2">
                  <a:lumMod val="9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63500" cap="flat" cmpd="sng" algn="ctr">
            <a:solidFill>
              <a:schemeClr val="tx1"/>
            </a:solidFill>
            <a:round/>
            <a:tailEnd type="triangle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242271"/>
        <c:crosses val="autoZero"/>
        <c:crossBetween val="midCat"/>
        <c:majorUnit val="1"/>
      </c:valAx>
      <c:valAx>
        <c:axId val="198242271"/>
        <c:scaling>
          <c:orientation val="minMax"/>
          <c:max val="3"/>
        </c:scaling>
        <c:delete val="0"/>
        <c:axPos val="l"/>
        <c:majorGridlines>
          <c:spPr>
            <a:ln w="25400" cap="flat" cmpd="sng" algn="ctr">
              <a:solidFill>
                <a:schemeClr val="bg2">
                  <a:lumMod val="9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63500" cap="flat" cmpd="sng" algn="ctr">
            <a:solidFill>
              <a:schemeClr val="tx1"/>
            </a:solidFill>
            <a:round/>
            <a:tailEnd type="triangle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243231"/>
        <c:crosses val="autoZero"/>
        <c:crossBetween val="midCat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0474671956567038E-2"/>
          <c:y val="1.7747810601511396E-2"/>
          <c:w val="0.94484928702336102"/>
          <c:h val="0.90036058430382204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Y-Values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rgbClr val="0070C0"/>
              </a:solidFill>
              <a:ln w="127000">
                <a:solidFill>
                  <a:srgbClr val="0070C0"/>
                </a:solidFill>
              </a:ln>
              <a:effectLst/>
            </c:spPr>
          </c:marker>
          <c:dPt>
            <c:idx val="9"/>
            <c:marker>
              <c:symbol val="circle"/>
              <c:size val="5"/>
              <c:spPr>
                <a:solidFill>
                  <a:srgbClr val="0070C0"/>
                </a:solidFill>
                <a:ln w="127000">
                  <a:solidFill>
                    <a:srgbClr val="0070C0"/>
                  </a:solidFill>
                </a:ln>
                <a:effectLst/>
              </c:spPr>
            </c:marker>
            <c:bubble3D val="0"/>
            <c:spPr>
              <a:ln w="25400" cap="rnd">
                <a:noFill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D466-EC4B-A099-CADFB7D3959C}"/>
              </c:ext>
            </c:extLst>
          </c:dPt>
          <c:xVal>
            <c:numRef>
              <c:f>Sheet1!$A$2:$A$18</c:f>
              <c:numCache>
                <c:formatCode>General</c:formatCode>
                <c:ptCount val="17"/>
                <c:pt idx="0">
                  <c:v>1.1000000000000001</c:v>
                </c:pt>
                <c:pt idx="1">
                  <c:v>1.2</c:v>
                </c:pt>
                <c:pt idx="2">
                  <c:v>1.3</c:v>
                </c:pt>
                <c:pt idx="3">
                  <c:v>0.4</c:v>
                </c:pt>
                <c:pt idx="4">
                  <c:v>0.5</c:v>
                </c:pt>
                <c:pt idx="5">
                  <c:v>0.9</c:v>
                </c:pt>
                <c:pt idx="6">
                  <c:v>1</c:v>
                </c:pt>
                <c:pt idx="7">
                  <c:v>1.1000000000000001</c:v>
                </c:pt>
              </c:numCache>
            </c:numRef>
          </c:xVal>
          <c:yVal>
            <c:numRef>
              <c:f>Sheet1!$B$2:$B$18</c:f>
              <c:numCache>
                <c:formatCode>General</c:formatCode>
                <c:ptCount val="17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1</c:v>
                </c:pt>
                <c:pt idx="4">
                  <c:v>1</c:v>
                </c:pt>
                <c:pt idx="5">
                  <c:v>3</c:v>
                </c:pt>
                <c:pt idx="6">
                  <c:v>3</c:v>
                </c:pt>
                <c:pt idx="7">
                  <c:v>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D466-EC4B-A099-CADFB7D3959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Column1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xVal>
            <c:numRef>
              <c:f>Sheet1!$A$2:$A$18</c:f>
              <c:numCache>
                <c:formatCode>General</c:formatCode>
                <c:ptCount val="17"/>
                <c:pt idx="0">
                  <c:v>1.1000000000000001</c:v>
                </c:pt>
                <c:pt idx="1">
                  <c:v>1.2</c:v>
                </c:pt>
                <c:pt idx="2">
                  <c:v>1.3</c:v>
                </c:pt>
                <c:pt idx="3">
                  <c:v>0.4</c:v>
                </c:pt>
                <c:pt idx="4">
                  <c:v>0.5</c:v>
                </c:pt>
                <c:pt idx="5">
                  <c:v>0.9</c:v>
                </c:pt>
                <c:pt idx="6">
                  <c:v>1</c:v>
                </c:pt>
                <c:pt idx="7">
                  <c:v>1.1000000000000001</c:v>
                </c:pt>
              </c:numCache>
            </c:numRef>
          </c:xVal>
          <c:yVal>
            <c:numRef>
              <c:f>Sheet1!$C$2:$C$18</c:f>
              <c:numCache>
                <c:formatCode>General</c:formatCode>
                <c:ptCount val="17"/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D466-EC4B-A099-CADFB7D3959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98243231"/>
        <c:axId val="198242271"/>
      </c:scatterChart>
      <c:valAx>
        <c:axId val="198243231"/>
        <c:scaling>
          <c:orientation val="minMax"/>
          <c:max val="2"/>
          <c:min val="0"/>
        </c:scaling>
        <c:delete val="0"/>
        <c:axPos val="b"/>
        <c:majorGridlines>
          <c:spPr>
            <a:ln w="22225" cap="flat" cmpd="sng" algn="ctr">
              <a:solidFill>
                <a:schemeClr val="bg2">
                  <a:lumMod val="9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63500" cap="flat" cmpd="sng" algn="ctr">
            <a:solidFill>
              <a:schemeClr val="tx1"/>
            </a:solidFill>
            <a:round/>
            <a:tailEnd type="triangle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242271"/>
        <c:crosses val="autoZero"/>
        <c:crossBetween val="midCat"/>
        <c:majorUnit val="1"/>
      </c:valAx>
      <c:valAx>
        <c:axId val="198242271"/>
        <c:scaling>
          <c:orientation val="minMax"/>
          <c:max val="3"/>
        </c:scaling>
        <c:delete val="0"/>
        <c:axPos val="l"/>
        <c:majorGridlines>
          <c:spPr>
            <a:ln w="25400" cap="flat" cmpd="sng" algn="ctr">
              <a:solidFill>
                <a:schemeClr val="bg2">
                  <a:lumMod val="9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63500" cap="flat" cmpd="sng" algn="ctr">
            <a:solidFill>
              <a:schemeClr val="tx1"/>
            </a:solidFill>
            <a:round/>
            <a:tailEnd type="triangle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243231"/>
        <c:crosses val="autoZero"/>
        <c:crossBetween val="midCat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0474671956567038E-2"/>
          <c:y val="1.7747810601511396E-2"/>
          <c:w val="0.94484928702336102"/>
          <c:h val="0.90036058430382204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Y-Values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rgbClr val="0070C0"/>
              </a:solidFill>
              <a:ln w="127000">
                <a:solidFill>
                  <a:srgbClr val="0070C0"/>
                </a:solidFill>
              </a:ln>
              <a:effectLst/>
            </c:spPr>
          </c:marker>
          <c:dPt>
            <c:idx val="0"/>
            <c:marker>
              <c:symbol val="circle"/>
              <c:size val="5"/>
              <c:spPr>
                <a:solidFill>
                  <a:srgbClr val="0070C0"/>
                </a:solidFill>
                <a:ln w="127000">
                  <a:solidFill>
                    <a:srgbClr val="FF000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9-FE03-B640-8B09-F849766FCB8C}"/>
              </c:ext>
            </c:extLst>
          </c:dPt>
          <c:dPt>
            <c:idx val="1"/>
            <c:marker>
              <c:symbol val="circle"/>
              <c:size val="5"/>
              <c:spPr>
                <a:solidFill>
                  <a:srgbClr val="0070C0"/>
                </a:solidFill>
                <a:ln w="127000">
                  <a:solidFill>
                    <a:srgbClr val="FF000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A-FE03-B640-8B09-F849766FCB8C}"/>
              </c:ext>
            </c:extLst>
          </c:dPt>
          <c:dPt>
            <c:idx val="2"/>
            <c:marker>
              <c:symbol val="circle"/>
              <c:size val="5"/>
              <c:spPr>
                <a:solidFill>
                  <a:srgbClr val="0070C0"/>
                </a:solidFill>
                <a:ln w="127000">
                  <a:solidFill>
                    <a:srgbClr val="FF000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B-FE03-B640-8B09-F849766FCB8C}"/>
              </c:ext>
            </c:extLst>
          </c:dPt>
          <c:dPt>
            <c:idx val="3"/>
            <c:marker>
              <c:symbol val="circle"/>
              <c:size val="5"/>
              <c:spPr>
                <a:solidFill>
                  <a:srgbClr val="0070C0"/>
                </a:solidFill>
                <a:ln w="127000">
                  <a:solidFill>
                    <a:srgbClr val="00B05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7-FE03-B640-8B09-F849766FCB8C}"/>
              </c:ext>
            </c:extLst>
          </c:dPt>
          <c:dPt>
            <c:idx val="4"/>
            <c:marker>
              <c:symbol val="circle"/>
              <c:size val="5"/>
              <c:spPr>
                <a:solidFill>
                  <a:srgbClr val="0070C0"/>
                </a:solidFill>
                <a:ln w="127000">
                  <a:solidFill>
                    <a:srgbClr val="00B05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8-FE03-B640-8B09-F849766FCB8C}"/>
              </c:ext>
            </c:extLst>
          </c:dPt>
          <c:dPt>
            <c:idx val="5"/>
            <c:marker>
              <c:symbol val="circle"/>
              <c:size val="5"/>
              <c:spPr>
                <a:solidFill>
                  <a:srgbClr val="FFC000"/>
                </a:solidFill>
                <a:ln w="127000">
                  <a:solidFill>
                    <a:srgbClr val="FFC00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4-FE03-B640-8B09-F849766FCB8C}"/>
              </c:ext>
            </c:extLst>
          </c:dPt>
          <c:dPt>
            <c:idx val="6"/>
            <c:marker>
              <c:symbol val="circle"/>
              <c:size val="5"/>
              <c:spPr>
                <a:solidFill>
                  <a:srgbClr val="0070C0"/>
                </a:solidFill>
                <a:ln w="127000">
                  <a:solidFill>
                    <a:srgbClr val="FFC00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5-FE03-B640-8B09-F849766FCB8C}"/>
              </c:ext>
            </c:extLst>
          </c:dPt>
          <c:dPt>
            <c:idx val="7"/>
            <c:marker>
              <c:symbol val="circle"/>
              <c:size val="5"/>
              <c:spPr>
                <a:solidFill>
                  <a:srgbClr val="0070C0"/>
                </a:solidFill>
                <a:ln w="127000">
                  <a:solidFill>
                    <a:srgbClr val="FFC00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6-FE03-B640-8B09-F849766FCB8C}"/>
              </c:ext>
            </c:extLst>
          </c:dPt>
          <c:dPt>
            <c:idx val="9"/>
            <c:marker>
              <c:symbol val="circle"/>
              <c:size val="5"/>
              <c:spPr>
                <a:solidFill>
                  <a:srgbClr val="0070C0"/>
                </a:solidFill>
                <a:ln w="127000">
                  <a:solidFill>
                    <a:srgbClr val="0070C0"/>
                  </a:solidFill>
                </a:ln>
                <a:effectLst/>
              </c:spPr>
            </c:marker>
            <c:bubble3D val="0"/>
            <c:spPr>
              <a:ln w="25400" cap="rnd">
                <a:noFill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FE03-B640-8B09-F849766FCB8C}"/>
              </c:ext>
            </c:extLst>
          </c:dPt>
          <c:xVal>
            <c:numRef>
              <c:f>Sheet1!$A$2:$A$18</c:f>
              <c:numCache>
                <c:formatCode>General</c:formatCode>
                <c:ptCount val="17"/>
                <c:pt idx="0">
                  <c:v>1.1000000000000001</c:v>
                </c:pt>
                <c:pt idx="1">
                  <c:v>1.2</c:v>
                </c:pt>
                <c:pt idx="2">
                  <c:v>1.3</c:v>
                </c:pt>
                <c:pt idx="3">
                  <c:v>0.4</c:v>
                </c:pt>
                <c:pt idx="4">
                  <c:v>0.5</c:v>
                </c:pt>
                <c:pt idx="5">
                  <c:v>0.9</c:v>
                </c:pt>
                <c:pt idx="6">
                  <c:v>1</c:v>
                </c:pt>
                <c:pt idx="7">
                  <c:v>1.1000000000000001</c:v>
                </c:pt>
              </c:numCache>
            </c:numRef>
          </c:xVal>
          <c:yVal>
            <c:numRef>
              <c:f>Sheet1!$B$2:$B$18</c:f>
              <c:numCache>
                <c:formatCode>General</c:formatCode>
                <c:ptCount val="17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1</c:v>
                </c:pt>
                <c:pt idx="4">
                  <c:v>1</c:v>
                </c:pt>
                <c:pt idx="5">
                  <c:v>3</c:v>
                </c:pt>
                <c:pt idx="6">
                  <c:v>3</c:v>
                </c:pt>
                <c:pt idx="7">
                  <c:v>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FE03-B640-8B09-F849766FCB8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Column1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xVal>
            <c:numRef>
              <c:f>Sheet1!$A$2:$A$18</c:f>
              <c:numCache>
                <c:formatCode>General</c:formatCode>
                <c:ptCount val="17"/>
                <c:pt idx="0">
                  <c:v>1.1000000000000001</c:v>
                </c:pt>
                <c:pt idx="1">
                  <c:v>1.2</c:v>
                </c:pt>
                <c:pt idx="2">
                  <c:v>1.3</c:v>
                </c:pt>
                <c:pt idx="3">
                  <c:v>0.4</c:v>
                </c:pt>
                <c:pt idx="4">
                  <c:v>0.5</c:v>
                </c:pt>
                <c:pt idx="5">
                  <c:v>0.9</c:v>
                </c:pt>
                <c:pt idx="6">
                  <c:v>1</c:v>
                </c:pt>
                <c:pt idx="7">
                  <c:v>1.1000000000000001</c:v>
                </c:pt>
              </c:numCache>
            </c:numRef>
          </c:xVal>
          <c:yVal>
            <c:numRef>
              <c:f>Sheet1!$C$2:$C$18</c:f>
              <c:numCache>
                <c:formatCode>General</c:formatCode>
                <c:ptCount val="17"/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FE03-B640-8B09-F849766FCB8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98243231"/>
        <c:axId val="198242271"/>
      </c:scatterChart>
      <c:valAx>
        <c:axId val="198243231"/>
        <c:scaling>
          <c:orientation val="minMax"/>
          <c:max val="2"/>
          <c:min val="0"/>
        </c:scaling>
        <c:delete val="0"/>
        <c:axPos val="b"/>
        <c:majorGridlines>
          <c:spPr>
            <a:ln w="22225" cap="flat" cmpd="sng" algn="ctr">
              <a:solidFill>
                <a:schemeClr val="bg2">
                  <a:lumMod val="9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63500" cap="flat" cmpd="sng" algn="ctr">
            <a:solidFill>
              <a:schemeClr val="tx1"/>
            </a:solidFill>
            <a:round/>
            <a:tailEnd type="triangle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242271"/>
        <c:crosses val="autoZero"/>
        <c:crossBetween val="midCat"/>
        <c:majorUnit val="1"/>
      </c:valAx>
      <c:valAx>
        <c:axId val="198242271"/>
        <c:scaling>
          <c:orientation val="minMax"/>
          <c:max val="3"/>
        </c:scaling>
        <c:delete val="0"/>
        <c:axPos val="l"/>
        <c:majorGridlines>
          <c:spPr>
            <a:ln w="25400" cap="flat" cmpd="sng" algn="ctr">
              <a:solidFill>
                <a:schemeClr val="bg2">
                  <a:lumMod val="9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63500" cap="flat" cmpd="sng" algn="ctr">
            <a:solidFill>
              <a:schemeClr val="tx1"/>
            </a:solidFill>
            <a:round/>
            <a:tailEnd type="triangle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243231"/>
        <c:crosses val="autoZero"/>
        <c:crossBetween val="midCat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0474671956567038E-2"/>
          <c:y val="1.7747810601511396E-2"/>
          <c:w val="0.94484928702336102"/>
          <c:h val="0.90036058430382204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Y-Values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rgbClr val="0070C0"/>
              </a:solidFill>
              <a:ln w="127000">
                <a:solidFill>
                  <a:srgbClr val="0070C0"/>
                </a:solidFill>
              </a:ln>
              <a:effectLst/>
            </c:spPr>
          </c:marker>
          <c:dPt>
            <c:idx val="9"/>
            <c:marker>
              <c:symbol val="circle"/>
              <c:size val="5"/>
              <c:spPr>
                <a:solidFill>
                  <a:srgbClr val="0070C0"/>
                </a:solidFill>
                <a:ln w="127000">
                  <a:solidFill>
                    <a:srgbClr val="0070C0"/>
                  </a:solidFill>
                </a:ln>
                <a:effectLst/>
              </c:spPr>
            </c:marker>
            <c:bubble3D val="0"/>
            <c:spPr>
              <a:ln w="25400" cap="rnd">
                <a:noFill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D466-EC4B-A099-CADFB7D3959C}"/>
              </c:ext>
            </c:extLst>
          </c:dPt>
          <c:xVal>
            <c:numRef>
              <c:f>Sheet1!$A$2:$A$18</c:f>
              <c:numCache>
                <c:formatCode>General</c:formatCode>
                <c:ptCount val="17"/>
                <c:pt idx="0">
                  <c:v>1.1000000000000001</c:v>
                </c:pt>
                <c:pt idx="1">
                  <c:v>1.2</c:v>
                </c:pt>
                <c:pt idx="2">
                  <c:v>1.3</c:v>
                </c:pt>
                <c:pt idx="3">
                  <c:v>0.4</c:v>
                </c:pt>
                <c:pt idx="4">
                  <c:v>0.5</c:v>
                </c:pt>
                <c:pt idx="5">
                  <c:v>0.9</c:v>
                </c:pt>
                <c:pt idx="6">
                  <c:v>1</c:v>
                </c:pt>
                <c:pt idx="7">
                  <c:v>1.1000000000000001</c:v>
                </c:pt>
              </c:numCache>
            </c:numRef>
          </c:xVal>
          <c:yVal>
            <c:numRef>
              <c:f>Sheet1!$B$2:$B$18</c:f>
              <c:numCache>
                <c:formatCode>General</c:formatCode>
                <c:ptCount val="17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1</c:v>
                </c:pt>
                <c:pt idx="4">
                  <c:v>1</c:v>
                </c:pt>
                <c:pt idx="5">
                  <c:v>3</c:v>
                </c:pt>
                <c:pt idx="6">
                  <c:v>3</c:v>
                </c:pt>
                <c:pt idx="7">
                  <c:v>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D466-EC4B-A099-CADFB7D3959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Column1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xVal>
            <c:numRef>
              <c:f>Sheet1!$A$2:$A$18</c:f>
              <c:numCache>
                <c:formatCode>General</c:formatCode>
                <c:ptCount val="17"/>
                <c:pt idx="0">
                  <c:v>1.1000000000000001</c:v>
                </c:pt>
                <c:pt idx="1">
                  <c:v>1.2</c:v>
                </c:pt>
                <c:pt idx="2">
                  <c:v>1.3</c:v>
                </c:pt>
                <c:pt idx="3">
                  <c:v>0.4</c:v>
                </c:pt>
                <c:pt idx="4">
                  <c:v>0.5</c:v>
                </c:pt>
                <c:pt idx="5">
                  <c:v>0.9</c:v>
                </c:pt>
                <c:pt idx="6">
                  <c:v>1</c:v>
                </c:pt>
                <c:pt idx="7">
                  <c:v>1.1000000000000001</c:v>
                </c:pt>
              </c:numCache>
            </c:numRef>
          </c:xVal>
          <c:yVal>
            <c:numRef>
              <c:f>Sheet1!$C$2:$C$18</c:f>
              <c:numCache>
                <c:formatCode>General</c:formatCode>
                <c:ptCount val="17"/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D466-EC4B-A099-CADFB7D3959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98243231"/>
        <c:axId val="198242271"/>
      </c:scatterChart>
      <c:valAx>
        <c:axId val="198243231"/>
        <c:scaling>
          <c:orientation val="minMax"/>
          <c:max val="2"/>
          <c:min val="0"/>
        </c:scaling>
        <c:delete val="0"/>
        <c:axPos val="b"/>
        <c:majorGridlines>
          <c:spPr>
            <a:ln w="22225" cap="flat" cmpd="sng" algn="ctr">
              <a:solidFill>
                <a:schemeClr val="bg2">
                  <a:lumMod val="9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63500" cap="flat" cmpd="sng" algn="ctr">
            <a:solidFill>
              <a:schemeClr val="tx1"/>
            </a:solidFill>
            <a:round/>
            <a:tailEnd type="triangle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242271"/>
        <c:crosses val="autoZero"/>
        <c:crossBetween val="midCat"/>
        <c:majorUnit val="1"/>
      </c:valAx>
      <c:valAx>
        <c:axId val="198242271"/>
        <c:scaling>
          <c:orientation val="minMax"/>
          <c:max val="3"/>
        </c:scaling>
        <c:delete val="0"/>
        <c:axPos val="l"/>
        <c:majorGridlines>
          <c:spPr>
            <a:ln w="25400" cap="flat" cmpd="sng" algn="ctr">
              <a:solidFill>
                <a:schemeClr val="bg2">
                  <a:lumMod val="9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63500" cap="flat" cmpd="sng" algn="ctr">
            <a:solidFill>
              <a:schemeClr val="tx1"/>
            </a:solidFill>
            <a:round/>
            <a:tailEnd type="triangle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243231"/>
        <c:crosses val="autoZero"/>
        <c:crossBetween val="midCat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0474671956567038E-2"/>
          <c:y val="1.7747810601511396E-2"/>
          <c:w val="0.94484928702336102"/>
          <c:h val="0.90036058430382204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Y-Values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rgbClr val="0070C0"/>
              </a:solidFill>
              <a:ln w="127000">
                <a:solidFill>
                  <a:srgbClr val="0070C0"/>
                </a:solidFill>
              </a:ln>
              <a:effectLst/>
            </c:spPr>
          </c:marker>
          <c:dPt>
            <c:idx val="0"/>
            <c:marker>
              <c:symbol val="circle"/>
              <c:size val="5"/>
              <c:spPr>
                <a:solidFill>
                  <a:srgbClr val="0070C0"/>
                </a:solidFill>
                <a:ln w="127000">
                  <a:solidFill>
                    <a:srgbClr val="FF000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9-FE03-B640-8B09-F849766FCB8C}"/>
              </c:ext>
            </c:extLst>
          </c:dPt>
          <c:dPt>
            <c:idx val="1"/>
            <c:marker>
              <c:symbol val="circle"/>
              <c:size val="5"/>
              <c:spPr>
                <a:solidFill>
                  <a:srgbClr val="0070C0"/>
                </a:solidFill>
                <a:ln w="127000">
                  <a:solidFill>
                    <a:srgbClr val="FF000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A-FE03-B640-8B09-F849766FCB8C}"/>
              </c:ext>
            </c:extLst>
          </c:dPt>
          <c:dPt>
            <c:idx val="2"/>
            <c:marker>
              <c:symbol val="circle"/>
              <c:size val="5"/>
              <c:spPr>
                <a:solidFill>
                  <a:srgbClr val="0070C0"/>
                </a:solidFill>
                <a:ln w="127000">
                  <a:solidFill>
                    <a:srgbClr val="FF000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B-FE03-B640-8B09-F849766FCB8C}"/>
              </c:ext>
            </c:extLst>
          </c:dPt>
          <c:dPt>
            <c:idx val="3"/>
            <c:marker>
              <c:symbol val="circle"/>
              <c:size val="5"/>
              <c:spPr>
                <a:solidFill>
                  <a:srgbClr val="0070C0"/>
                </a:solidFill>
                <a:ln w="127000">
                  <a:solidFill>
                    <a:srgbClr val="00B05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7-FE03-B640-8B09-F849766FCB8C}"/>
              </c:ext>
            </c:extLst>
          </c:dPt>
          <c:dPt>
            <c:idx val="4"/>
            <c:marker>
              <c:symbol val="circle"/>
              <c:size val="5"/>
              <c:spPr>
                <a:solidFill>
                  <a:srgbClr val="0070C0"/>
                </a:solidFill>
                <a:ln w="127000">
                  <a:solidFill>
                    <a:srgbClr val="00B05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8-FE03-B640-8B09-F849766FCB8C}"/>
              </c:ext>
            </c:extLst>
          </c:dPt>
          <c:dPt>
            <c:idx val="5"/>
            <c:marker>
              <c:symbol val="circle"/>
              <c:size val="5"/>
              <c:spPr>
                <a:solidFill>
                  <a:srgbClr val="FFC000"/>
                </a:solidFill>
                <a:ln w="127000">
                  <a:solidFill>
                    <a:srgbClr val="FFC00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4-FE03-B640-8B09-F849766FCB8C}"/>
              </c:ext>
            </c:extLst>
          </c:dPt>
          <c:dPt>
            <c:idx val="6"/>
            <c:marker>
              <c:symbol val="circle"/>
              <c:size val="5"/>
              <c:spPr>
                <a:solidFill>
                  <a:srgbClr val="0070C0"/>
                </a:solidFill>
                <a:ln w="127000">
                  <a:solidFill>
                    <a:srgbClr val="FFC00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5-FE03-B640-8B09-F849766FCB8C}"/>
              </c:ext>
            </c:extLst>
          </c:dPt>
          <c:dPt>
            <c:idx val="7"/>
            <c:marker>
              <c:symbol val="circle"/>
              <c:size val="5"/>
              <c:spPr>
                <a:solidFill>
                  <a:srgbClr val="0070C0"/>
                </a:solidFill>
                <a:ln w="127000">
                  <a:solidFill>
                    <a:srgbClr val="FFC00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6-FE03-B640-8B09-F849766FCB8C}"/>
              </c:ext>
            </c:extLst>
          </c:dPt>
          <c:dPt>
            <c:idx val="9"/>
            <c:marker>
              <c:symbol val="circle"/>
              <c:size val="5"/>
              <c:spPr>
                <a:solidFill>
                  <a:srgbClr val="0070C0"/>
                </a:solidFill>
                <a:ln w="127000">
                  <a:solidFill>
                    <a:srgbClr val="0070C0"/>
                  </a:solidFill>
                </a:ln>
                <a:effectLst/>
              </c:spPr>
            </c:marker>
            <c:bubble3D val="0"/>
            <c:spPr>
              <a:ln w="25400" cap="rnd">
                <a:noFill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FE03-B640-8B09-F849766FCB8C}"/>
              </c:ext>
            </c:extLst>
          </c:dPt>
          <c:xVal>
            <c:numRef>
              <c:f>Sheet1!$A$2:$A$18</c:f>
              <c:numCache>
                <c:formatCode>General</c:formatCode>
                <c:ptCount val="17"/>
                <c:pt idx="0">
                  <c:v>1.1000000000000001</c:v>
                </c:pt>
                <c:pt idx="1">
                  <c:v>1.2</c:v>
                </c:pt>
                <c:pt idx="2">
                  <c:v>1.3</c:v>
                </c:pt>
                <c:pt idx="3">
                  <c:v>0.4</c:v>
                </c:pt>
                <c:pt idx="4">
                  <c:v>0.5</c:v>
                </c:pt>
                <c:pt idx="5">
                  <c:v>0.9</c:v>
                </c:pt>
                <c:pt idx="6">
                  <c:v>1</c:v>
                </c:pt>
                <c:pt idx="7">
                  <c:v>1.1000000000000001</c:v>
                </c:pt>
              </c:numCache>
            </c:numRef>
          </c:xVal>
          <c:yVal>
            <c:numRef>
              <c:f>Sheet1!$B$2:$B$18</c:f>
              <c:numCache>
                <c:formatCode>General</c:formatCode>
                <c:ptCount val="17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1</c:v>
                </c:pt>
                <c:pt idx="4">
                  <c:v>1</c:v>
                </c:pt>
                <c:pt idx="5">
                  <c:v>3</c:v>
                </c:pt>
                <c:pt idx="6">
                  <c:v>3</c:v>
                </c:pt>
                <c:pt idx="7">
                  <c:v>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FE03-B640-8B09-F849766FCB8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Column1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xVal>
            <c:numRef>
              <c:f>Sheet1!$A$2:$A$18</c:f>
              <c:numCache>
                <c:formatCode>General</c:formatCode>
                <c:ptCount val="17"/>
                <c:pt idx="0">
                  <c:v>1.1000000000000001</c:v>
                </c:pt>
                <c:pt idx="1">
                  <c:v>1.2</c:v>
                </c:pt>
                <c:pt idx="2">
                  <c:v>1.3</c:v>
                </c:pt>
                <c:pt idx="3">
                  <c:v>0.4</c:v>
                </c:pt>
                <c:pt idx="4">
                  <c:v>0.5</c:v>
                </c:pt>
                <c:pt idx="5">
                  <c:v>0.9</c:v>
                </c:pt>
                <c:pt idx="6">
                  <c:v>1</c:v>
                </c:pt>
                <c:pt idx="7">
                  <c:v>1.1000000000000001</c:v>
                </c:pt>
              </c:numCache>
            </c:numRef>
          </c:xVal>
          <c:yVal>
            <c:numRef>
              <c:f>Sheet1!$C$2:$C$18</c:f>
              <c:numCache>
                <c:formatCode>General</c:formatCode>
                <c:ptCount val="17"/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FE03-B640-8B09-F849766FCB8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98243231"/>
        <c:axId val="198242271"/>
      </c:scatterChart>
      <c:valAx>
        <c:axId val="198243231"/>
        <c:scaling>
          <c:orientation val="minMax"/>
          <c:max val="2"/>
          <c:min val="0"/>
        </c:scaling>
        <c:delete val="0"/>
        <c:axPos val="b"/>
        <c:majorGridlines>
          <c:spPr>
            <a:ln w="22225" cap="flat" cmpd="sng" algn="ctr">
              <a:solidFill>
                <a:schemeClr val="bg2">
                  <a:lumMod val="9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63500" cap="flat" cmpd="sng" algn="ctr">
            <a:solidFill>
              <a:schemeClr val="tx1"/>
            </a:solidFill>
            <a:round/>
            <a:tailEnd type="triangle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242271"/>
        <c:crosses val="autoZero"/>
        <c:crossBetween val="midCat"/>
        <c:majorUnit val="1"/>
      </c:valAx>
      <c:valAx>
        <c:axId val="198242271"/>
        <c:scaling>
          <c:orientation val="minMax"/>
          <c:max val="3"/>
        </c:scaling>
        <c:delete val="0"/>
        <c:axPos val="l"/>
        <c:majorGridlines>
          <c:spPr>
            <a:ln w="25400" cap="flat" cmpd="sng" algn="ctr">
              <a:solidFill>
                <a:schemeClr val="bg2">
                  <a:lumMod val="9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63500" cap="flat" cmpd="sng" algn="ctr">
            <a:solidFill>
              <a:schemeClr val="tx1"/>
            </a:solidFill>
            <a:round/>
            <a:tailEnd type="triangle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243231"/>
        <c:crosses val="autoZero"/>
        <c:crossBetween val="midCat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0474671956567038E-2"/>
          <c:y val="1.7747810601511396E-2"/>
          <c:w val="0.94484928702336102"/>
          <c:h val="0.90036058430382204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Y-Values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rgbClr val="0070C0"/>
              </a:solidFill>
              <a:ln w="127000">
                <a:solidFill>
                  <a:srgbClr val="0070C0"/>
                </a:solidFill>
              </a:ln>
              <a:effectLst/>
            </c:spPr>
          </c:marker>
          <c:dPt>
            <c:idx val="9"/>
            <c:marker>
              <c:symbol val="circle"/>
              <c:size val="5"/>
              <c:spPr>
                <a:solidFill>
                  <a:srgbClr val="0070C0"/>
                </a:solidFill>
                <a:ln w="127000">
                  <a:solidFill>
                    <a:srgbClr val="0070C0"/>
                  </a:solidFill>
                </a:ln>
                <a:effectLst/>
              </c:spPr>
            </c:marker>
            <c:bubble3D val="0"/>
            <c:spPr>
              <a:ln w="25400" cap="rnd">
                <a:noFill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D466-EC4B-A099-CADFB7D3959C}"/>
              </c:ext>
            </c:extLst>
          </c:dPt>
          <c:xVal>
            <c:numRef>
              <c:f>Sheet1!$A$2:$A$18</c:f>
              <c:numCache>
                <c:formatCode>General</c:formatCode>
                <c:ptCount val="17"/>
                <c:pt idx="0">
                  <c:v>1.1000000000000001</c:v>
                </c:pt>
                <c:pt idx="1">
                  <c:v>1.2</c:v>
                </c:pt>
                <c:pt idx="2">
                  <c:v>1.3</c:v>
                </c:pt>
                <c:pt idx="3">
                  <c:v>0.4</c:v>
                </c:pt>
                <c:pt idx="4">
                  <c:v>0.5</c:v>
                </c:pt>
                <c:pt idx="5">
                  <c:v>0.9</c:v>
                </c:pt>
                <c:pt idx="6">
                  <c:v>1</c:v>
                </c:pt>
                <c:pt idx="7">
                  <c:v>1.1000000000000001</c:v>
                </c:pt>
              </c:numCache>
            </c:numRef>
          </c:xVal>
          <c:yVal>
            <c:numRef>
              <c:f>Sheet1!$B$2:$B$18</c:f>
              <c:numCache>
                <c:formatCode>General</c:formatCode>
                <c:ptCount val="17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1</c:v>
                </c:pt>
                <c:pt idx="4">
                  <c:v>1</c:v>
                </c:pt>
                <c:pt idx="5">
                  <c:v>3</c:v>
                </c:pt>
                <c:pt idx="6">
                  <c:v>3</c:v>
                </c:pt>
                <c:pt idx="7">
                  <c:v>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D466-EC4B-A099-CADFB7D3959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Column1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xVal>
            <c:numRef>
              <c:f>Sheet1!$A$2:$A$18</c:f>
              <c:numCache>
                <c:formatCode>General</c:formatCode>
                <c:ptCount val="17"/>
                <c:pt idx="0">
                  <c:v>1.1000000000000001</c:v>
                </c:pt>
                <c:pt idx="1">
                  <c:v>1.2</c:v>
                </c:pt>
                <c:pt idx="2">
                  <c:v>1.3</c:v>
                </c:pt>
                <c:pt idx="3">
                  <c:v>0.4</c:v>
                </c:pt>
                <c:pt idx="4">
                  <c:v>0.5</c:v>
                </c:pt>
                <c:pt idx="5">
                  <c:v>0.9</c:v>
                </c:pt>
                <c:pt idx="6">
                  <c:v>1</c:v>
                </c:pt>
                <c:pt idx="7">
                  <c:v>1.1000000000000001</c:v>
                </c:pt>
              </c:numCache>
            </c:numRef>
          </c:xVal>
          <c:yVal>
            <c:numRef>
              <c:f>Sheet1!$C$2:$C$18</c:f>
              <c:numCache>
                <c:formatCode>General</c:formatCode>
                <c:ptCount val="17"/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D466-EC4B-A099-CADFB7D3959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98243231"/>
        <c:axId val="198242271"/>
      </c:scatterChart>
      <c:valAx>
        <c:axId val="198243231"/>
        <c:scaling>
          <c:orientation val="minMax"/>
          <c:max val="2"/>
          <c:min val="0"/>
        </c:scaling>
        <c:delete val="0"/>
        <c:axPos val="b"/>
        <c:majorGridlines>
          <c:spPr>
            <a:ln w="22225" cap="flat" cmpd="sng" algn="ctr">
              <a:solidFill>
                <a:schemeClr val="bg2">
                  <a:lumMod val="9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63500" cap="flat" cmpd="sng" algn="ctr">
            <a:solidFill>
              <a:schemeClr val="tx1"/>
            </a:solidFill>
            <a:round/>
            <a:tailEnd type="triangle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242271"/>
        <c:crosses val="autoZero"/>
        <c:crossBetween val="midCat"/>
        <c:majorUnit val="1"/>
      </c:valAx>
      <c:valAx>
        <c:axId val="198242271"/>
        <c:scaling>
          <c:orientation val="minMax"/>
          <c:max val="3"/>
        </c:scaling>
        <c:delete val="0"/>
        <c:axPos val="l"/>
        <c:majorGridlines>
          <c:spPr>
            <a:ln w="25400" cap="flat" cmpd="sng" algn="ctr">
              <a:solidFill>
                <a:schemeClr val="bg2">
                  <a:lumMod val="9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63500" cap="flat" cmpd="sng" algn="ctr">
            <a:solidFill>
              <a:schemeClr val="tx1"/>
            </a:solidFill>
            <a:round/>
            <a:tailEnd type="triangle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243231"/>
        <c:crosses val="autoZero"/>
        <c:crossBetween val="midCat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0474671956567038E-2"/>
          <c:y val="1.7747810601511396E-2"/>
          <c:w val="0.94484928702336102"/>
          <c:h val="0.90036058430382204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Y-Values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rgbClr val="0070C0"/>
              </a:solidFill>
              <a:ln w="127000">
                <a:solidFill>
                  <a:srgbClr val="0070C0"/>
                </a:solidFill>
              </a:ln>
              <a:effectLst/>
            </c:spPr>
          </c:marker>
          <c:dPt>
            <c:idx val="0"/>
            <c:marker>
              <c:symbol val="circle"/>
              <c:size val="5"/>
              <c:spPr>
                <a:solidFill>
                  <a:srgbClr val="0070C0"/>
                </a:solidFill>
                <a:ln w="127000">
                  <a:solidFill>
                    <a:srgbClr val="FF000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9-FE03-B640-8B09-F849766FCB8C}"/>
              </c:ext>
            </c:extLst>
          </c:dPt>
          <c:dPt>
            <c:idx val="1"/>
            <c:marker>
              <c:symbol val="circle"/>
              <c:size val="5"/>
              <c:spPr>
                <a:solidFill>
                  <a:srgbClr val="0070C0"/>
                </a:solidFill>
                <a:ln w="127000">
                  <a:solidFill>
                    <a:srgbClr val="FF000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A-FE03-B640-8B09-F849766FCB8C}"/>
              </c:ext>
            </c:extLst>
          </c:dPt>
          <c:dPt>
            <c:idx val="2"/>
            <c:marker>
              <c:symbol val="circle"/>
              <c:size val="5"/>
              <c:spPr>
                <a:solidFill>
                  <a:srgbClr val="0070C0"/>
                </a:solidFill>
                <a:ln w="127000">
                  <a:solidFill>
                    <a:srgbClr val="FF000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B-FE03-B640-8B09-F849766FCB8C}"/>
              </c:ext>
            </c:extLst>
          </c:dPt>
          <c:dPt>
            <c:idx val="3"/>
            <c:marker>
              <c:symbol val="circle"/>
              <c:size val="5"/>
              <c:spPr>
                <a:solidFill>
                  <a:srgbClr val="0070C0"/>
                </a:solidFill>
                <a:ln w="127000">
                  <a:solidFill>
                    <a:srgbClr val="00B05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7-FE03-B640-8B09-F849766FCB8C}"/>
              </c:ext>
            </c:extLst>
          </c:dPt>
          <c:dPt>
            <c:idx val="4"/>
            <c:marker>
              <c:symbol val="circle"/>
              <c:size val="5"/>
              <c:spPr>
                <a:solidFill>
                  <a:srgbClr val="0070C0"/>
                </a:solidFill>
                <a:ln w="127000">
                  <a:solidFill>
                    <a:srgbClr val="00B05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8-FE03-B640-8B09-F849766FCB8C}"/>
              </c:ext>
            </c:extLst>
          </c:dPt>
          <c:dPt>
            <c:idx val="5"/>
            <c:marker>
              <c:symbol val="circle"/>
              <c:size val="5"/>
              <c:spPr>
                <a:solidFill>
                  <a:srgbClr val="FFC000"/>
                </a:solidFill>
                <a:ln w="127000">
                  <a:solidFill>
                    <a:srgbClr val="FFC00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4-FE03-B640-8B09-F849766FCB8C}"/>
              </c:ext>
            </c:extLst>
          </c:dPt>
          <c:dPt>
            <c:idx val="6"/>
            <c:marker>
              <c:symbol val="circle"/>
              <c:size val="5"/>
              <c:spPr>
                <a:solidFill>
                  <a:srgbClr val="0070C0"/>
                </a:solidFill>
                <a:ln w="127000">
                  <a:solidFill>
                    <a:srgbClr val="FFC00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5-FE03-B640-8B09-F849766FCB8C}"/>
              </c:ext>
            </c:extLst>
          </c:dPt>
          <c:dPt>
            <c:idx val="7"/>
            <c:marker>
              <c:symbol val="circle"/>
              <c:size val="5"/>
              <c:spPr>
                <a:solidFill>
                  <a:srgbClr val="0070C0"/>
                </a:solidFill>
                <a:ln w="127000">
                  <a:solidFill>
                    <a:srgbClr val="FFC00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6-FE03-B640-8B09-F849766FCB8C}"/>
              </c:ext>
            </c:extLst>
          </c:dPt>
          <c:dPt>
            <c:idx val="9"/>
            <c:marker>
              <c:symbol val="circle"/>
              <c:size val="5"/>
              <c:spPr>
                <a:solidFill>
                  <a:srgbClr val="0070C0"/>
                </a:solidFill>
                <a:ln w="127000">
                  <a:solidFill>
                    <a:srgbClr val="0070C0"/>
                  </a:solidFill>
                </a:ln>
                <a:effectLst/>
              </c:spPr>
            </c:marker>
            <c:bubble3D val="0"/>
            <c:spPr>
              <a:ln w="25400" cap="rnd">
                <a:noFill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FE03-B640-8B09-F849766FCB8C}"/>
              </c:ext>
            </c:extLst>
          </c:dPt>
          <c:xVal>
            <c:numRef>
              <c:f>Sheet1!$A$2:$A$18</c:f>
              <c:numCache>
                <c:formatCode>General</c:formatCode>
                <c:ptCount val="17"/>
                <c:pt idx="0">
                  <c:v>1.1000000000000001</c:v>
                </c:pt>
                <c:pt idx="1">
                  <c:v>1.2</c:v>
                </c:pt>
                <c:pt idx="2">
                  <c:v>1.3</c:v>
                </c:pt>
                <c:pt idx="3">
                  <c:v>0.4</c:v>
                </c:pt>
                <c:pt idx="4">
                  <c:v>0.5</c:v>
                </c:pt>
                <c:pt idx="5">
                  <c:v>0.9</c:v>
                </c:pt>
                <c:pt idx="6">
                  <c:v>1</c:v>
                </c:pt>
                <c:pt idx="7">
                  <c:v>1.1000000000000001</c:v>
                </c:pt>
              </c:numCache>
            </c:numRef>
          </c:xVal>
          <c:yVal>
            <c:numRef>
              <c:f>Sheet1!$B$2:$B$18</c:f>
              <c:numCache>
                <c:formatCode>General</c:formatCode>
                <c:ptCount val="17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1</c:v>
                </c:pt>
                <c:pt idx="4">
                  <c:v>1</c:v>
                </c:pt>
                <c:pt idx="5">
                  <c:v>3</c:v>
                </c:pt>
                <c:pt idx="6">
                  <c:v>3</c:v>
                </c:pt>
                <c:pt idx="7">
                  <c:v>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FE03-B640-8B09-F849766FCB8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Column1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xVal>
            <c:numRef>
              <c:f>Sheet1!$A$2:$A$18</c:f>
              <c:numCache>
                <c:formatCode>General</c:formatCode>
                <c:ptCount val="17"/>
                <c:pt idx="0">
                  <c:v>1.1000000000000001</c:v>
                </c:pt>
                <c:pt idx="1">
                  <c:v>1.2</c:v>
                </c:pt>
                <c:pt idx="2">
                  <c:v>1.3</c:v>
                </c:pt>
                <c:pt idx="3">
                  <c:v>0.4</c:v>
                </c:pt>
                <c:pt idx="4">
                  <c:v>0.5</c:v>
                </c:pt>
                <c:pt idx="5">
                  <c:v>0.9</c:v>
                </c:pt>
                <c:pt idx="6">
                  <c:v>1</c:v>
                </c:pt>
                <c:pt idx="7">
                  <c:v>1.1000000000000001</c:v>
                </c:pt>
              </c:numCache>
            </c:numRef>
          </c:xVal>
          <c:yVal>
            <c:numRef>
              <c:f>Sheet1!$C$2:$C$18</c:f>
              <c:numCache>
                <c:formatCode>General</c:formatCode>
                <c:ptCount val="17"/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FE03-B640-8B09-F849766FCB8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98243231"/>
        <c:axId val="198242271"/>
      </c:scatterChart>
      <c:valAx>
        <c:axId val="198243231"/>
        <c:scaling>
          <c:orientation val="minMax"/>
          <c:max val="2"/>
          <c:min val="0"/>
        </c:scaling>
        <c:delete val="0"/>
        <c:axPos val="b"/>
        <c:majorGridlines>
          <c:spPr>
            <a:ln w="22225" cap="flat" cmpd="sng" algn="ctr">
              <a:solidFill>
                <a:schemeClr val="bg2">
                  <a:lumMod val="9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63500" cap="flat" cmpd="sng" algn="ctr">
            <a:solidFill>
              <a:schemeClr val="tx1"/>
            </a:solidFill>
            <a:round/>
            <a:tailEnd type="triangle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242271"/>
        <c:crosses val="autoZero"/>
        <c:crossBetween val="midCat"/>
        <c:majorUnit val="1"/>
      </c:valAx>
      <c:valAx>
        <c:axId val="198242271"/>
        <c:scaling>
          <c:orientation val="minMax"/>
          <c:max val="3"/>
        </c:scaling>
        <c:delete val="0"/>
        <c:axPos val="l"/>
        <c:majorGridlines>
          <c:spPr>
            <a:ln w="25400" cap="flat" cmpd="sng" algn="ctr">
              <a:solidFill>
                <a:schemeClr val="bg2">
                  <a:lumMod val="9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63500" cap="flat" cmpd="sng" algn="ctr">
            <a:solidFill>
              <a:schemeClr val="tx1"/>
            </a:solidFill>
            <a:round/>
            <a:tailEnd type="triangle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243231"/>
        <c:crosses val="autoZero"/>
        <c:crossBetween val="midCat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A99358-0554-3345-871D-48A6BABEE3E1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76209C-F82F-8948-8964-C389942C0F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017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2564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B9E610-169E-8B73-6216-954922F64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6F784A-92F3-6B71-9274-96A44C9237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D6FCF7-6F03-7B6D-3D2F-B1663E910F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B8015B-0F58-BCFC-F450-374A1340D5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4228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50D9BE-7E68-D6E6-1D62-84F944A6E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37B79A-B44B-C656-8E9B-A27AC371BA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7D580E-C3C3-1FDB-F51C-C29ABAAB5B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DEA603-CA4F-EF9B-D373-F196572CD5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1809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5B019C-146D-DF96-9B87-2F54B3F9D9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8FB312-C4E8-496E-4DCF-5B1CAAC805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54BC06-21D5-90B0-7832-02133B3A1C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DB0ECA-24F2-7321-BFA6-7274D93CF6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5043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0D0EA9-1417-DF5F-354F-43250C208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C05FFE-9541-3949-9194-8B5384841F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948D3F-9ACB-B974-C2E2-CD8BBAFF84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ACA82D-776D-0250-A262-A7BFF23693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2585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35BE3-74B1-11FC-7A3B-6D92E26F0A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4B7C32-D375-BB9B-EB73-5323BF84CE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662046-232F-64B5-EF65-0BE9EBCA3A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7A5ADC-7337-B9BA-2388-F87FE1DFB3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6543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343D05-46DC-FE9D-C36E-DAE41CBD2D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9ECB39-0F27-ACBC-652F-DF2C49BD66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22A41A-788D-9268-F877-8FD0CCFBE0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F80CE5-FB6E-C87A-AC15-3B9552AF96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2965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BD96B-ACAF-5E7D-6A8E-B4056BD43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5E10CE-CBD2-1803-A6A8-4BEDBFE750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52500B-E016-CDFC-F76D-9E8062DB38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35C61B-0A54-B5B4-1BBB-A9E51535E0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5056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0ABA2-F050-76BB-E4A9-9A1817A308D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Lesson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88B8A1-4019-4D0D-69E4-51C58926FF2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Lesson Name</a:t>
            </a:r>
          </a:p>
        </p:txBody>
      </p:sp>
      <p:pic>
        <p:nvPicPr>
          <p:cNvPr id="8" name="Picture 7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1E41D946-B0E6-5FE9-7F33-DECF0431287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0826D9-D744-BD54-EF64-70E8CB5AE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C266F-70C8-954B-9EC8-D842168CE9D2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94B7A0-4232-A0AC-7E3A-3BF632F0C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A9B9C0-7AE6-2F09-7A4E-D58AB0F87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F18FD-875D-A541-8C07-F37C775C0F13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D0B6F2F1-CE07-6C53-35DD-423B006969A2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CCADMACL</a:t>
            </a:r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7EC7D6A8-C716-40D7-8EA0-CBACE0B8E8B2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88EE941-D370-38CE-7C65-D512B4AC642D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16534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7934C-88AA-65C7-69FD-291768EA3B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826369"/>
            <a:ext cx="10515600" cy="1325563"/>
          </a:xfrm>
        </p:spPr>
        <p:txBody>
          <a:bodyPr/>
          <a:lstStyle/>
          <a:p>
            <a:r>
              <a:rPr lang="en-US" dirty="0"/>
              <a:t>Topic Name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A40A79-3EDB-F8E7-BE0C-7ADA403789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86869"/>
            <a:ext cx="10515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Picture 4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D2B64AD2-0907-0C80-4C6F-E5925CA19DB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A20CEFFD-1670-10A5-7ED4-7F9703262EA1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CCADMACL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2E0509C1-2A03-2148-8C1A-8FA9E5ACBECF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A86EC78-3FBD-4A30-427B-30963D3C6ABF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239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86428-0162-8984-D72C-F96220FAF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915D9C-50A3-FEC4-9D1D-487FA259D4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659D22-453E-BFFB-3F8A-759A6391C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C266F-70C8-954B-9EC8-D842168CE9D2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F2910-0DE9-B288-360A-0BEB46FC4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20602E-2E56-CB33-125B-47DD51E32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F18FD-875D-A541-8C07-F37C775C0F13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384689F0-2863-7C4B-17BF-BE5B5D9EC3F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2F959288-960D-4A38-60A1-E81A6BCED55C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CCADMACL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F72B048E-A6FE-4CAB-EC85-1198407F2FD8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3F180FA-D017-2661-AF92-BFE9BEC50849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32407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747A8-E096-D9F8-9F8D-29067968C7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064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D67934-A1CC-85B8-7BAE-95BB6C6E04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31114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Picture 5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00EA0AFE-62F3-0422-AA84-A575E4E80EE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AB141E-535E-5ACA-4F43-5F265BED59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31114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F5878491-3BC2-286A-8527-9EC73F050C5A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CCADMACL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E6E02060-1062-1563-E549-CD8CEB48D9B3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6C202D2-FCDD-C68E-CAA2-6C1E5DD46859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14337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6FD41-6019-CD6C-6665-80EA8D7A6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26369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C9F666-6A8D-602E-BBFD-BDB638D94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142407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7DB928-AEB0-9052-5F03-5F10A5A6D0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966319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987E17-25F6-814C-5955-581112A1DA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142407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0C68B052-178B-68EB-74D0-1F72A961D6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E2F8CB-407F-E9C8-0B60-6661F8F09C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966319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3E084DDE-82D5-F74F-6486-DED2612274CD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CCADMACL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8B202EF5-2A81-8235-70C4-6821549220EA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34AFFD4-4F3C-D078-8FAB-44BBE50F61A1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86415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0380C-E50D-70D7-4C76-E7BA7AFD95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85909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B6F113-2EC8-CE48-879A-6833BF620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C266F-70C8-954B-9EC8-D842168CE9D2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9D26BA-5C98-F77F-4E74-A5E405BDF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5F6499B7-7705-4022-0E3D-6F15DA33E04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6EE29F-553C-C4CE-B95E-AA4C5D73A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F18FD-875D-A541-8C07-F37C775C0F1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708DDE5B-2DD9-86EA-2AF6-4C8E51EEF8B4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CCADMACL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7E49FA92-9689-FAB4-2ECB-5B956E927256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F669ED5-94B9-9A07-F0FF-9839ED506F34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00867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4E8268-BB09-9115-852C-9588795B4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C266F-70C8-954B-9EC8-D842168CE9D2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F8A218-E351-876A-DAA5-28871E0DA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32B622B8-10FD-A134-458C-E6877FD8060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4078DA-EA1A-D15A-DC5A-C7E4EB745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F18FD-875D-A541-8C07-F37C775C0F13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40560B87-4053-202F-E17D-9EF3D6733F8F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CCADMACL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B5E66F80-159E-0E16-E237-CC8F92940701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DFE5D7F-2C5A-49EE-7A01-6A6A94CCC39D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80126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F9512-DB3C-27D6-94A1-4CE5658ED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318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4B6E74-9F00-7DB0-255C-B77AD9A41B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51340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Picture 5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FE831EBC-12E1-F4A6-863D-4B8D84A1AF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782F70-FC76-DA9D-9C9B-5C72237689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8338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5762C284-A385-C151-F898-C6E0FD35F2E8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CCADMACL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B9779549-2BAC-513C-0330-0CC70BE106D4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695A169-9043-0478-7765-F692CDA08802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5116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7646F-9BC1-59FE-5CD1-0334C0584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34628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7D81B3-860D-217A-1F5F-D7F60AB4D8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464853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pic>
        <p:nvPicPr>
          <p:cNvPr id="6" name="Picture 5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749EBEBA-9410-EC61-6F84-BC52B450D7F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8FB98A-B430-C6D2-5211-28791F38A2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34828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123FCC6A-2F3F-4971-9EC4-557092FB1A40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CCADMACL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8236CCB9-8956-84BC-DEF4-5AC27703601C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A05EB57-C136-624C-3951-8BA8F4AF0526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8021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7B5669AE-17C4-21B8-716E-576EA07222E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B411D1C-0F2D-DA60-ACD5-56D862F86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66829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9B6DBA-925F-FB98-9AA6-17E75C3A83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2327329"/>
            <a:ext cx="10515600" cy="43513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6A99E0-164E-8E07-5CE2-462A5715BEDF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CCADMACL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57BC6584-4AE6-A403-9D75-64B3D0961972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268FE7-9424-BA2B-6407-5EDFA2D19315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9534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4B05C3D-FB3F-3C25-7050-4E9FC83033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858737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5" name="Picture 4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19D51CD6-6B48-B408-FB65-BEBD1C62DA2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F8A6BD-D071-5134-8DAB-9685A5A426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858737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C9D8348D-1C95-7E0B-1725-AD73063169BA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CCADMACL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FC05B5A8-0ED3-B01C-7645-7C6B12D8F1E3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3D5E4D1-6755-AA74-3EC7-549A709B197A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3397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8C53B7-FED3-EFF9-26A5-392907AB9F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Subject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B91B9D-A735-901B-1C8F-AF7739954B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FCA33F-C01E-0A3B-9D81-9431474419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BC266F-70C8-954B-9EC8-D842168CE9D2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14D509-240F-F8C7-25C0-84E3FCFA70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FA56B6-26D6-957A-7566-E1928B4300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EF18FD-875D-A541-8C07-F37C775C0F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2701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image" Target="../media/image4.png"/><Relationship Id="rId7" Type="http://schemas.openxmlformats.org/officeDocument/2006/relationships/image" Target="../media/image7.jpeg"/><Relationship Id="rId12" Type="http://schemas.openxmlformats.org/officeDocument/2006/relationships/chart" Target="../charts/chart2.xml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1.jp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jpeg"/><Relationship Id="rId9" Type="http://schemas.openxmlformats.org/officeDocument/2006/relationships/image" Target="../media/image9.jp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12" Type="http://schemas.openxmlformats.org/officeDocument/2006/relationships/image" Target="../media/image11.jp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jpeg"/><Relationship Id="rId10" Type="http://schemas.openxmlformats.org/officeDocument/2006/relationships/image" Target="../media/image9.jpg"/><Relationship Id="rId4" Type="http://schemas.openxmlformats.org/officeDocument/2006/relationships/chart" Target="../charts/chart3.xml"/><Relationship Id="rId9" Type="http://schemas.openxmlformats.org/officeDocument/2006/relationships/image" Target="../media/image8.jpe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12" Type="http://schemas.openxmlformats.org/officeDocument/2006/relationships/image" Target="../media/image11.jp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jpeg"/><Relationship Id="rId10" Type="http://schemas.openxmlformats.org/officeDocument/2006/relationships/image" Target="../media/image9.jpg"/><Relationship Id="rId4" Type="http://schemas.openxmlformats.org/officeDocument/2006/relationships/chart" Target="../charts/chart4.xml"/><Relationship Id="rId9" Type="http://schemas.openxmlformats.org/officeDocument/2006/relationships/image" Target="../media/image8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chart" Target="../charts/chart6.xml"/><Relationship Id="rId5" Type="http://schemas.openxmlformats.org/officeDocument/2006/relationships/chart" Target="../charts/chart5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chart" Target="../charts/chart8.xml"/><Relationship Id="rId5" Type="http://schemas.openxmlformats.org/officeDocument/2006/relationships/chart" Target="../charts/chart7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chart" Target="../charts/chart10.xml"/><Relationship Id="rId5" Type="http://schemas.openxmlformats.org/officeDocument/2006/relationships/chart" Target="../charts/chart9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chart" Target="../charts/chart12.xml"/><Relationship Id="rId5" Type="http://schemas.openxmlformats.org/officeDocument/2006/relationships/chart" Target="../charts/chart11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hyperlink" Target="https://developers.google.com/machine-learning/glossary#centroid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bm.com/think/topics/clustering" TargetMode="External"/><Relationship Id="rId2" Type="http://schemas.openxmlformats.org/officeDocument/2006/relationships/hyperlink" Target="https://developers.google.com/machine-learning/clustering/clustering-algorithms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DC0FD-E73C-26A6-891F-61B4610769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94475"/>
            <a:ext cx="9144000" cy="1184161"/>
          </a:xfrm>
        </p:spPr>
        <p:txBody>
          <a:bodyPr>
            <a:normAutofit fontScale="90000"/>
          </a:bodyPr>
          <a:lstStyle/>
          <a:p>
            <a:r>
              <a:rPr lang="en-US" sz="7000" dirty="0">
                <a:solidFill>
                  <a:srgbClr val="32418C"/>
                </a:solidFill>
                <a:latin typeface="Aptos" panose="020B0004020202020204" pitchFamily="34" charset="0"/>
              </a:rPr>
              <a:t>Introduction to Clustering</a:t>
            </a:r>
            <a:endParaRPr lang="en-US" sz="7000" dirty="0">
              <a:latin typeface="Aptos" panose="020B00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CA8846-F5F9-9E2F-7E86-4EDFA1AEFE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78636"/>
            <a:ext cx="9144000" cy="471198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53692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4EFD6-421F-F3A5-65F6-641E4905B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B349A-24A8-25DB-3807-B1004D5936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56369"/>
            <a:ext cx="10515600" cy="3975262"/>
          </a:xfrm>
        </p:spPr>
        <p:txBody>
          <a:bodyPr>
            <a:noAutofit/>
          </a:bodyPr>
          <a:lstStyle/>
          <a:p>
            <a:pPr algn="l">
              <a:buFont typeface="Wingdings" pitchFamily="2" charset="2"/>
              <a:buChar char="Ø"/>
            </a:pPr>
            <a:r>
              <a:rPr lang="en-US" sz="3500" b="1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US" sz="3500" b="1" dirty="0"/>
              <a:t>What is clustering?</a:t>
            </a:r>
          </a:p>
          <a:p>
            <a:pPr algn="l">
              <a:buFont typeface="Wingdings" pitchFamily="2" charset="2"/>
              <a:buChar char="Ø"/>
            </a:pPr>
            <a:r>
              <a:rPr lang="en-US" sz="3500" b="1" dirty="0">
                <a:solidFill>
                  <a:schemeClr val="bg2">
                    <a:lumMod val="90000"/>
                  </a:schemeClr>
                </a:solidFill>
              </a:rPr>
              <a:t> Clustering Algorithms</a:t>
            </a:r>
          </a:p>
          <a:p>
            <a:pPr algn="l">
              <a:buFont typeface="Wingdings" pitchFamily="2" charset="2"/>
              <a:buChar char="Ø"/>
            </a:pPr>
            <a:r>
              <a:rPr lang="en-US" sz="3500" b="1" dirty="0">
                <a:solidFill>
                  <a:schemeClr val="bg2">
                    <a:lumMod val="90000"/>
                  </a:schemeClr>
                </a:solidFill>
              </a:rPr>
              <a:t> Clustering workflow</a:t>
            </a:r>
          </a:p>
          <a:p>
            <a:pPr marL="0" indent="0" algn="l">
              <a:buNone/>
            </a:pPr>
            <a:endParaRPr lang="en-US" sz="3500" b="1" dirty="0">
              <a:solidFill>
                <a:schemeClr val="bg2">
                  <a:lumMod val="9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90526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99CC492A-2632-5CD6-C04C-12E0FBB7CCC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65486811"/>
                  </p:ext>
                </p:extLst>
              </p:nvPr>
            </p:nvGraphicFramePr>
            <p:xfrm>
              <a:off x="2496000" y="1037631"/>
              <a:ext cx="7200000" cy="4432109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1800000">
                      <a:extLst>
                        <a:ext uri="{9D8B030D-6E8A-4147-A177-3AD203B41FA5}">
                          <a16:colId xmlns:a16="http://schemas.microsoft.com/office/drawing/2014/main" val="388810572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:a16="http://schemas.microsoft.com/office/drawing/2014/main" val="1463243727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:a16="http://schemas.microsoft.com/office/drawing/2014/main" val="3162326023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:a16="http://schemas.microsoft.com/office/drawing/2014/main" val="4211824150"/>
                        </a:ext>
                      </a:extLst>
                    </a:gridCol>
                  </a:tblGrid>
                  <a:tr h="438173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PH" sz="1800" b="1" dirty="0">
                              <a:solidFill>
                                <a:schemeClr val="bg1"/>
                              </a:solidFill>
                            </a:rPr>
                            <a:t>Animal</a:t>
                          </a:r>
                        </a:p>
                      </a:txBody>
                      <a:tcPr marL="72522" marR="72522" marT="36261" marB="36261" anchor="ctr"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PH" sz="1800" b="1" dirty="0">
                              <a:solidFill>
                                <a:schemeClr val="bg1"/>
                              </a:solidFill>
                            </a:rPr>
                            <a:t>Body Temp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800" b="1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800" b="1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GB" sz="1800" b="1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GB" sz="1800" b="1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GB" sz="1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PH" sz="18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marL="72522" marR="72522" marT="36261" marB="36261" anchor="ctr"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PH" sz="1800" b="1" dirty="0">
                              <a:solidFill>
                                <a:schemeClr val="bg1"/>
                              </a:solidFill>
                            </a:rPr>
                            <a:t>Covering</a:t>
                          </a:r>
                          <a:r>
                            <a:rPr lang="en-PH" sz="1800" b="1" baseline="0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800" b="1" i="1" dirty="0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800" b="1" i="1" dirty="0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GB" sz="1800" b="1" i="1" dirty="0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GB" sz="1800" b="1" i="1" dirty="0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GB" sz="1800" b="1" i="1" dirty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PH" sz="18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marL="72522" marR="72522" marT="36261" marB="36261" anchor="ctr"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PH" sz="1800" b="1" dirty="0">
                              <a:solidFill>
                                <a:schemeClr val="bg1"/>
                              </a:solidFill>
                            </a:rPr>
                            <a:t>Description</a:t>
                          </a:r>
                        </a:p>
                      </a:txBody>
                      <a:tcPr marL="72522" marR="72522" marT="36261" marB="36261" anchor="ctr"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5153596"/>
                      </a:ext>
                    </a:extLst>
                  </a:tr>
                  <a:tr h="377228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PH" sz="2000" b="0" dirty="0"/>
                            <a:t>Eagle</a:t>
                          </a:r>
                        </a:p>
                      </a:txBody>
                      <a:tcPr marL="72522" marR="72522" marT="36261" marB="36261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en-PH" sz="2000" dirty="0"/>
                            <a:t>1.1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en-PH" sz="2000"/>
                            <a:t>2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PH" sz="1400" dirty="0"/>
                            <a:t>Warm-blooded bird with feathers</a:t>
                          </a:r>
                        </a:p>
                      </a:txBody>
                      <a:tcPr marL="72522" marR="72522" marT="36261" marB="36261" anchor="ctr"/>
                    </a:tc>
                    <a:extLst>
                      <a:ext uri="{0D108BD9-81ED-4DB2-BD59-A6C34878D82A}">
                        <a16:rowId xmlns:a16="http://schemas.microsoft.com/office/drawing/2014/main" val="2188167991"/>
                      </a:ext>
                    </a:extLst>
                  </a:tr>
                  <a:tr h="377228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PH" sz="2000" b="0"/>
                            <a:t>Duck</a:t>
                          </a:r>
                        </a:p>
                      </a:txBody>
                      <a:tcPr marL="72522" marR="72522" marT="36261" marB="36261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en-PH" sz="2000"/>
                            <a:t>1.2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en-PH" sz="2000"/>
                            <a:t>2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PH" sz="1400"/>
                            <a:t>Warm-blooded bird with feathers</a:t>
                          </a:r>
                        </a:p>
                      </a:txBody>
                      <a:tcPr marL="72522" marR="72522" marT="36261" marB="36261" anchor="ctr"/>
                    </a:tc>
                    <a:extLst>
                      <a:ext uri="{0D108BD9-81ED-4DB2-BD59-A6C34878D82A}">
                        <a16:rowId xmlns:a16="http://schemas.microsoft.com/office/drawing/2014/main" val="1228792583"/>
                      </a:ext>
                    </a:extLst>
                  </a:tr>
                  <a:tr h="377228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PH" sz="2000" b="0" dirty="0"/>
                            <a:t>Swan</a:t>
                          </a:r>
                        </a:p>
                      </a:txBody>
                      <a:tcPr marL="72522" marR="72522" marT="36261" marB="36261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en-PH" sz="2000" dirty="0"/>
                            <a:t>1.3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en-PH" sz="2000"/>
                            <a:t>2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PH" sz="1400"/>
                            <a:t>Warm-blooded bird with feathers</a:t>
                          </a:r>
                        </a:p>
                      </a:txBody>
                      <a:tcPr marL="72522" marR="72522" marT="36261" marB="36261" anchor="ctr"/>
                    </a:tc>
                    <a:extLst>
                      <a:ext uri="{0D108BD9-81ED-4DB2-BD59-A6C34878D82A}">
                        <a16:rowId xmlns:a16="http://schemas.microsoft.com/office/drawing/2014/main" val="264510185"/>
                      </a:ext>
                    </a:extLst>
                  </a:tr>
                  <a:tr h="377228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PH" sz="2000" b="0"/>
                            <a:t>Crocodile</a:t>
                          </a:r>
                        </a:p>
                      </a:txBody>
                      <a:tcPr marL="72522" marR="72522" marT="36261" marB="36261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en-PH" sz="2000"/>
                            <a:t>0.4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en-PH" sz="2000" dirty="0"/>
                            <a:t>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PH" sz="1400"/>
                            <a:t>Cold-blooded reptile with scales</a:t>
                          </a:r>
                        </a:p>
                      </a:txBody>
                      <a:tcPr marL="72522" marR="72522" marT="36261" marB="36261" anchor="ctr"/>
                    </a:tc>
                    <a:extLst>
                      <a:ext uri="{0D108BD9-81ED-4DB2-BD59-A6C34878D82A}">
                        <a16:rowId xmlns:a16="http://schemas.microsoft.com/office/drawing/2014/main" val="3893191577"/>
                      </a:ext>
                    </a:extLst>
                  </a:tr>
                  <a:tr h="377228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PH" sz="2000" b="0"/>
                            <a:t>Iguana</a:t>
                          </a:r>
                        </a:p>
                      </a:txBody>
                      <a:tcPr marL="72522" marR="72522" marT="36261" marB="36261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en-PH" sz="2000"/>
                            <a:t>0.5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en-PH" sz="2000"/>
                            <a:t>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PH" sz="1400"/>
                            <a:t>Cold-blooded reptile with scales</a:t>
                          </a:r>
                        </a:p>
                      </a:txBody>
                      <a:tcPr marL="72522" marR="72522" marT="36261" marB="36261" anchor="ctr"/>
                    </a:tc>
                    <a:extLst>
                      <a:ext uri="{0D108BD9-81ED-4DB2-BD59-A6C34878D82A}">
                        <a16:rowId xmlns:a16="http://schemas.microsoft.com/office/drawing/2014/main" val="1701258620"/>
                      </a:ext>
                    </a:extLst>
                  </a:tr>
                  <a:tr h="377228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PH" sz="2000" b="0"/>
                            <a:t>Kangaroo</a:t>
                          </a:r>
                        </a:p>
                      </a:txBody>
                      <a:tcPr marL="72522" marR="72522" marT="36261" marB="36261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en-PH" sz="2000"/>
                            <a:t>0.9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en-PH" sz="2000" dirty="0"/>
                            <a:t>3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PH" sz="1400"/>
                            <a:t>Warm-blooded mammal with fur</a:t>
                          </a:r>
                        </a:p>
                      </a:txBody>
                      <a:tcPr marL="72522" marR="72522" marT="36261" marB="36261" anchor="ctr"/>
                    </a:tc>
                    <a:extLst>
                      <a:ext uri="{0D108BD9-81ED-4DB2-BD59-A6C34878D82A}">
                        <a16:rowId xmlns:a16="http://schemas.microsoft.com/office/drawing/2014/main" val="2090666444"/>
                      </a:ext>
                    </a:extLst>
                  </a:tr>
                  <a:tr h="377228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PH" sz="2000" b="0"/>
                            <a:t>Giraffe</a:t>
                          </a:r>
                        </a:p>
                      </a:txBody>
                      <a:tcPr marL="72522" marR="72522" marT="36261" marB="36261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en-PH" sz="2000"/>
                            <a:t>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en-PH" sz="2000" dirty="0"/>
                            <a:t>3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PH" sz="1400"/>
                            <a:t>Warm-blooded mammal with fur</a:t>
                          </a:r>
                        </a:p>
                      </a:txBody>
                      <a:tcPr marL="72522" marR="72522" marT="36261" marB="36261" anchor="ctr"/>
                    </a:tc>
                    <a:extLst>
                      <a:ext uri="{0D108BD9-81ED-4DB2-BD59-A6C34878D82A}">
                        <a16:rowId xmlns:a16="http://schemas.microsoft.com/office/drawing/2014/main" val="2898232018"/>
                      </a:ext>
                    </a:extLst>
                  </a:tr>
                  <a:tr h="377228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PH" sz="2000" b="0" dirty="0"/>
                            <a:t>Cat</a:t>
                          </a:r>
                        </a:p>
                      </a:txBody>
                      <a:tcPr marL="72522" marR="72522" marT="36261" marB="36261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en-PH" sz="2000"/>
                            <a:t>1.1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en-PH" sz="2000" dirty="0"/>
                            <a:t>3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PH" sz="1400" dirty="0"/>
                            <a:t>Warm-blooded mammal with fur</a:t>
                          </a:r>
                        </a:p>
                      </a:txBody>
                      <a:tcPr marL="72522" marR="72522" marT="36261" marB="36261" anchor="ctr"/>
                    </a:tc>
                    <a:extLst>
                      <a:ext uri="{0D108BD9-81ED-4DB2-BD59-A6C34878D82A}">
                        <a16:rowId xmlns:a16="http://schemas.microsoft.com/office/drawing/2014/main" val="388214785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99CC492A-2632-5CD6-C04C-12E0FBB7CCC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65486811"/>
                  </p:ext>
                </p:extLst>
              </p:nvPr>
            </p:nvGraphicFramePr>
            <p:xfrm>
              <a:off x="2496000" y="1037631"/>
              <a:ext cx="7200000" cy="4432109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1800000">
                      <a:extLst>
                        <a:ext uri="{9D8B030D-6E8A-4147-A177-3AD203B41FA5}">
                          <a16:colId xmlns:a16="http://schemas.microsoft.com/office/drawing/2014/main" val="388810572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:a16="http://schemas.microsoft.com/office/drawing/2014/main" val="1463243727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:a16="http://schemas.microsoft.com/office/drawing/2014/main" val="3162326023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:a16="http://schemas.microsoft.com/office/drawing/2014/main" val="4211824150"/>
                        </a:ext>
                      </a:extLst>
                    </a:gridCol>
                  </a:tblGrid>
                  <a:tr h="438173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PH" sz="1800" b="1" dirty="0">
                              <a:solidFill>
                                <a:schemeClr val="bg1"/>
                              </a:solidFill>
                            </a:rPr>
                            <a:t>Animal</a:t>
                          </a:r>
                        </a:p>
                      </a:txBody>
                      <a:tcPr marL="72522" marR="72522" marT="36261" marB="36261" anchor="ctr"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2522" marR="72522" marT="36261" marB="36261" anchor="ctr">
                        <a:blipFill>
                          <a:blip r:embed="rId2"/>
                          <a:stretch>
                            <a:fillRect l="-100704" r="-200704" b="-91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2522" marR="72522" marT="36261" marB="36261" anchor="ctr">
                        <a:blipFill>
                          <a:blip r:embed="rId2"/>
                          <a:stretch>
                            <a:fillRect l="-200704" r="-100704" b="-91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PH" sz="1800" b="1" dirty="0">
                              <a:solidFill>
                                <a:schemeClr val="bg1"/>
                              </a:solidFill>
                            </a:rPr>
                            <a:t>Description</a:t>
                          </a:r>
                        </a:p>
                      </a:txBody>
                      <a:tcPr marL="72522" marR="72522" marT="36261" marB="36261" anchor="ctr"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5153596"/>
                      </a:ext>
                    </a:extLst>
                  </a:tr>
                  <a:tr h="499242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PH" sz="2000" b="0" dirty="0"/>
                            <a:t>Eagle</a:t>
                          </a:r>
                        </a:p>
                      </a:txBody>
                      <a:tcPr marL="72522" marR="72522" marT="36261" marB="36261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en-PH" sz="2000" dirty="0"/>
                            <a:t>1.1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en-PH" sz="2000"/>
                            <a:t>2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PH" sz="1400" dirty="0"/>
                            <a:t>Warm-blooded bird with feathers</a:t>
                          </a:r>
                        </a:p>
                      </a:txBody>
                      <a:tcPr marL="72522" marR="72522" marT="36261" marB="36261" anchor="ctr"/>
                    </a:tc>
                    <a:extLst>
                      <a:ext uri="{0D108BD9-81ED-4DB2-BD59-A6C34878D82A}">
                        <a16:rowId xmlns:a16="http://schemas.microsoft.com/office/drawing/2014/main" val="2188167991"/>
                      </a:ext>
                    </a:extLst>
                  </a:tr>
                  <a:tr h="499242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PH" sz="2000" b="0"/>
                            <a:t>Duck</a:t>
                          </a:r>
                        </a:p>
                      </a:txBody>
                      <a:tcPr marL="72522" marR="72522" marT="36261" marB="36261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en-PH" sz="2000"/>
                            <a:t>1.2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en-PH" sz="2000"/>
                            <a:t>2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PH" sz="1400"/>
                            <a:t>Warm-blooded bird with feathers</a:t>
                          </a:r>
                        </a:p>
                      </a:txBody>
                      <a:tcPr marL="72522" marR="72522" marT="36261" marB="36261" anchor="ctr"/>
                    </a:tc>
                    <a:extLst>
                      <a:ext uri="{0D108BD9-81ED-4DB2-BD59-A6C34878D82A}">
                        <a16:rowId xmlns:a16="http://schemas.microsoft.com/office/drawing/2014/main" val="1228792583"/>
                      </a:ext>
                    </a:extLst>
                  </a:tr>
                  <a:tr h="499242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PH" sz="2000" b="0" dirty="0"/>
                            <a:t>Swan</a:t>
                          </a:r>
                        </a:p>
                      </a:txBody>
                      <a:tcPr marL="72522" marR="72522" marT="36261" marB="36261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en-PH" sz="2000" dirty="0"/>
                            <a:t>1.3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en-PH" sz="2000"/>
                            <a:t>2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PH" sz="1400"/>
                            <a:t>Warm-blooded bird with feathers</a:t>
                          </a:r>
                        </a:p>
                      </a:txBody>
                      <a:tcPr marL="72522" marR="72522" marT="36261" marB="36261" anchor="ctr"/>
                    </a:tc>
                    <a:extLst>
                      <a:ext uri="{0D108BD9-81ED-4DB2-BD59-A6C34878D82A}">
                        <a16:rowId xmlns:a16="http://schemas.microsoft.com/office/drawing/2014/main" val="264510185"/>
                      </a:ext>
                    </a:extLst>
                  </a:tr>
                  <a:tr h="499242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PH" sz="2000" b="0"/>
                            <a:t>Crocodile</a:t>
                          </a:r>
                        </a:p>
                      </a:txBody>
                      <a:tcPr marL="72522" marR="72522" marT="36261" marB="36261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en-PH" sz="2000"/>
                            <a:t>0.4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en-PH" sz="2000" dirty="0"/>
                            <a:t>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PH" sz="1400"/>
                            <a:t>Cold-blooded reptile with scales</a:t>
                          </a:r>
                        </a:p>
                      </a:txBody>
                      <a:tcPr marL="72522" marR="72522" marT="36261" marB="36261" anchor="ctr"/>
                    </a:tc>
                    <a:extLst>
                      <a:ext uri="{0D108BD9-81ED-4DB2-BD59-A6C34878D82A}">
                        <a16:rowId xmlns:a16="http://schemas.microsoft.com/office/drawing/2014/main" val="3893191577"/>
                      </a:ext>
                    </a:extLst>
                  </a:tr>
                  <a:tr h="499242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PH" sz="2000" b="0"/>
                            <a:t>Iguana</a:t>
                          </a:r>
                        </a:p>
                      </a:txBody>
                      <a:tcPr marL="72522" marR="72522" marT="36261" marB="36261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en-PH" sz="2000"/>
                            <a:t>0.5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en-PH" sz="2000"/>
                            <a:t>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PH" sz="1400"/>
                            <a:t>Cold-blooded reptile with scales</a:t>
                          </a:r>
                        </a:p>
                      </a:txBody>
                      <a:tcPr marL="72522" marR="72522" marT="36261" marB="36261" anchor="ctr"/>
                    </a:tc>
                    <a:extLst>
                      <a:ext uri="{0D108BD9-81ED-4DB2-BD59-A6C34878D82A}">
                        <a16:rowId xmlns:a16="http://schemas.microsoft.com/office/drawing/2014/main" val="1701258620"/>
                      </a:ext>
                    </a:extLst>
                  </a:tr>
                  <a:tr h="499242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PH" sz="2000" b="0"/>
                            <a:t>Kangaroo</a:t>
                          </a:r>
                        </a:p>
                      </a:txBody>
                      <a:tcPr marL="72522" marR="72522" marT="36261" marB="36261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en-PH" sz="2000"/>
                            <a:t>0.9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en-PH" sz="2000" dirty="0"/>
                            <a:t>3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PH" sz="1400"/>
                            <a:t>Warm-blooded mammal with fur</a:t>
                          </a:r>
                        </a:p>
                      </a:txBody>
                      <a:tcPr marL="72522" marR="72522" marT="36261" marB="36261" anchor="ctr"/>
                    </a:tc>
                    <a:extLst>
                      <a:ext uri="{0D108BD9-81ED-4DB2-BD59-A6C34878D82A}">
                        <a16:rowId xmlns:a16="http://schemas.microsoft.com/office/drawing/2014/main" val="2090666444"/>
                      </a:ext>
                    </a:extLst>
                  </a:tr>
                  <a:tr h="499242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PH" sz="2000" b="0"/>
                            <a:t>Giraffe</a:t>
                          </a:r>
                        </a:p>
                      </a:txBody>
                      <a:tcPr marL="72522" marR="72522" marT="36261" marB="36261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en-PH" sz="2000"/>
                            <a:t>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en-PH" sz="2000" dirty="0"/>
                            <a:t>3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PH" sz="1400"/>
                            <a:t>Warm-blooded mammal with fur</a:t>
                          </a:r>
                        </a:p>
                      </a:txBody>
                      <a:tcPr marL="72522" marR="72522" marT="36261" marB="36261" anchor="ctr"/>
                    </a:tc>
                    <a:extLst>
                      <a:ext uri="{0D108BD9-81ED-4DB2-BD59-A6C34878D82A}">
                        <a16:rowId xmlns:a16="http://schemas.microsoft.com/office/drawing/2014/main" val="2898232018"/>
                      </a:ext>
                    </a:extLst>
                  </a:tr>
                  <a:tr h="499242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PH" sz="2000" b="0" dirty="0"/>
                            <a:t>Cat</a:t>
                          </a:r>
                        </a:p>
                      </a:txBody>
                      <a:tcPr marL="72522" marR="72522" marT="36261" marB="36261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en-PH" sz="2000"/>
                            <a:t>1.1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en-PH" sz="2000" dirty="0"/>
                            <a:t>3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PH" sz="1400" dirty="0"/>
                            <a:t>Warm-blooded mammal with fur</a:t>
                          </a:r>
                        </a:p>
                      </a:txBody>
                      <a:tcPr marL="72522" marR="72522" marT="36261" marB="36261" anchor="ctr"/>
                    </a:tc>
                    <a:extLst>
                      <a:ext uri="{0D108BD9-81ED-4DB2-BD59-A6C34878D82A}">
                        <a16:rowId xmlns:a16="http://schemas.microsoft.com/office/drawing/2014/main" val="388214785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5103D733-9996-6E16-F214-AF60A7E54E12}"/>
              </a:ext>
            </a:extLst>
          </p:cNvPr>
          <p:cNvSpPr txBox="1"/>
          <p:nvPr/>
        </p:nvSpPr>
        <p:spPr>
          <a:xfrm>
            <a:off x="869576" y="5644661"/>
            <a:ext cx="10452847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2500" dirty="0"/>
              <a:t>Suppose you are working with an unlabeled dataset that includes animal information collected from a zoologist.</a:t>
            </a:r>
            <a:endParaRPr lang="en-US" sz="2500" dirty="0"/>
          </a:p>
        </p:txBody>
      </p:sp>
    </p:spTree>
    <p:extLst>
      <p:ext uri="{BB962C8B-B14F-4D97-AF65-F5344CB8AC3E}">
        <p14:creationId xmlns:p14="http://schemas.microsoft.com/office/powerpoint/2010/main" val="23301315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ED9C27-0740-1C42-E389-D39DB4057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95692222-DA91-541C-AF95-D34E45DF5228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496000" y="1037631"/>
              <a:ext cx="7200000" cy="4432109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1800000">
                      <a:extLst>
                        <a:ext uri="{9D8B030D-6E8A-4147-A177-3AD203B41FA5}">
                          <a16:colId xmlns:a16="http://schemas.microsoft.com/office/drawing/2014/main" val="388810572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:a16="http://schemas.microsoft.com/office/drawing/2014/main" val="1463243727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:a16="http://schemas.microsoft.com/office/drawing/2014/main" val="3162326023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:a16="http://schemas.microsoft.com/office/drawing/2014/main" val="4211824150"/>
                        </a:ext>
                      </a:extLst>
                    </a:gridCol>
                  </a:tblGrid>
                  <a:tr h="438173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PH" sz="1800" b="1" dirty="0">
                              <a:solidFill>
                                <a:schemeClr val="bg1"/>
                              </a:solidFill>
                            </a:rPr>
                            <a:t>Animal</a:t>
                          </a:r>
                        </a:p>
                      </a:txBody>
                      <a:tcPr marL="72522" marR="72522" marT="36261" marB="36261" anchor="ctr"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PH" sz="1800" b="1" dirty="0">
                              <a:solidFill>
                                <a:schemeClr val="bg1"/>
                              </a:solidFill>
                            </a:rPr>
                            <a:t>Body Temp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800" b="1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800" b="1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GB" sz="1800" b="1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GB" sz="1800" b="1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GB" sz="1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PH" sz="18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marL="72522" marR="72522" marT="36261" marB="36261" anchor="ctr"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PH" sz="1800" b="1" dirty="0">
                              <a:solidFill>
                                <a:schemeClr val="bg1"/>
                              </a:solidFill>
                            </a:rPr>
                            <a:t>Covering</a:t>
                          </a:r>
                          <a:r>
                            <a:rPr lang="en-PH" sz="1800" b="1" baseline="0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800" b="1" i="1" dirty="0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800" b="1" i="1" dirty="0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GB" sz="1800" b="1" i="1" dirty="0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GB" sz="1800" b="1" i="1" dirty="0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GB" sz="1800" b="1" i="1" dirty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PH" sz="18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marL="72522" marR="72522" marT="36261" marB="36261" anchor="ctr"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PH" sz="1800" b="1" dirty="0">
                              <a:solidFill>
                                <a:schemeClr val="bg1"/>
                              </a:solidFill>
                            </a:rPr>
                            <a:t>Description</a:t>
                          </a:r>
                        </a:p>
                      </a:txBody>
                      <a:tcPr marL="72522" marR="72522" marT="36261" marB="36261" anchor="ctr"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5153596"/>
                      </a:ext>
                    </a:extLst>
                  </a:tr>
                  <a:tr h="377228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PH" sz="2000" b="0" dirty="0"/>
                            <a:t>Eagle</a:t>
                          </a:r>
                        </a:p>
                      </a:txBody>
                      <a:tcPr marL="72522" marR="72522" marT="36261" marB="36261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en-PH" sz="2000" dirty="0"/>
                            <a:t>1.1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en-PH" sz="2000"/>
                            <a:t>2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PH" sz="1400" dirty="0"/>
                            <a:t>Warm-blooded bird with feathers</a:t>
                          </a:r>
                        </a:p>
                      </a:txBody>
                      <a:tcPr marL="72522" marR="72522" marT="36261" marB="36261" anchor="ctr"/>
                    </a:tc>
                    <a:extLst>
                      <a:ext uri="{0D108BD9-81ED-4DB2-BD59-A6C34878D82A}">
                        <a16:rowId xmlns:a16="http://schemas.microsoft.com/office/drawing/2014/main" val="2188167991"/>
                      </a:ext>
                    </a:extLst>
                  </a:tr>
                  <a:tr h="377228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PH" sz="2000" b="0"/>
                            <a:t>Duck</a:t>
                          </a:r>
                        </a:p>
                      </a:txBody>
                      <a:tcPr marL="72522" marR="72522" marT="36261" marB="36261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en-PH" sz="2000"/>
                            <a:t>1.2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en-PH" sz="2000"/>
                            <a:t>2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PH" sz="1400"/>
                            <a:t>Warm-blooded bird with feathers</a:t>
                          </a:r>
                        </a:p>
                      </a:txBody>
                      <a:tcPr marL="72522" marR="72522" marT="36261" marB="36261" anchor="ctr"/>
                    </a:tc>
                    <a:extLst>
                      <a:ext uri="{0D108BD9-81ED-4DB2-BD59-A6C34878D82A}">
                        <a16:rowId xmlns:a16="http://schemas.microsoft.com/office/drawing/2014/main" val="1228792583"/>
                      </a:ext>
                    </a:extLst>
                  </a:tr>
                  <a:tr h="377228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PH" sz="2000" b="0" dirty="0"/>
                            <a:t>Swan</a:t>
                          </a:r>
                        </a:p>
                      </a:txBody>
                      <a:tcPr marL="72522" marR="72522" marT="36261" marB="36261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en-PH" sz="2000" dirty="0"/>
                            <a:t>1.3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en-PH" sz="2000"/>
                            <a:t>2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PH" sz="1400"/>
                            <a:t>Warm-blooded bird with feathers</a:t>
                          </a:r>
                        </a:p>
                      </a:txBody>
                      <a:tcPr marL="72522" marR="72522" marT="36261" marB="36261" anchor="ctr"/>
                    </a:tc>
                    <a:extLst>
                      <a:ext uri="{0D108BD9-81ED-4DB2-BD59-A6C34878D82A}">
                        <a16:rowId xmlns:a16="http://schemas.microsoft.com/office/drawing/2014/main" val="264510185"/>
                      </a:ext>
                    </a:extLst>
                  </a:tr>
                  <a:tr h="377228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PH" sz="2000" b="0"/>
                            <a:t>Crocodile</a:t>
                          </a:r>
                        </a:p>
                      </a:txBody>
                      <a:tcPr marL="72522" marR="72522" marT="36261" marB="36261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en-PH" sz="2000"/>
                            <a:t>0.4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en-PH" sz="2000" dirty="0"/>
                            <a:t>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PH" sz="1400"/>
                            <a:t>Cold-blooded reptile with scales</a:t>
                          </a:r>
                        </a:p>
                      </a:txBody>
                      <a:tcPr marL="72522" marR="72522" marT="36261" marB="36261" anchor="ctr"/>
                    </a:tc>
                    <a:extLst>
                      <a:ext uri="{0D108BD9-81ED-4DB2-BD59-A6C34878D82A}">
                        <a16:rowId xmlns:a16="http://schemas.microsoft.com/office/drawing/2014/main" val="3893191577"/>
                      </a:ext>
                    </a:extLst>
                  </a:tr>
                  <a:tr h="377228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PH" sz="2000" b="0"/>
                            <a:t>Iguana</a:t>
                          </a:r>
                        </a:p>
                      </a:txBody>
                      <a:tcPr marL="72522" marR="72522" marT="36261" marB="36261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en-PH" sz="2000"/>
                            <a:t>0.5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en-PH" sz="2000"/>
                            <a:t>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PH" sz="1400"/>
                            <a:t>Cold-blooded reptile with scales</a:t>
                          </a:r>
                        </a:p>
                      </a:txBody>
                      <a:tcPr marL="72522" marR="72522" marT="36261" marB="36261" anchor="ctr"/>
                    </a:tc>
                    <a:extLst>
                      <a:ext uri="{0D108BD9-81ED-4DB2-BD59-A6C34878D82A}">
                        <a16:rowId xmlns:a16="http://schemas.microsoft.com/office/drawing/2014/main" val="1701258620"/>
                      </a:ext>
                    </a:extLst>
                  </a:tr>
                  <a:tr h="377228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PH" sz="2000" b="0"/>
                            <a:t>Kangaroo</a:t>
                          </a:r>
                        </a:p>
                      </a:txBody>
                      <a:tcPr marL="72522" marR="72522" marT="36261" marB="36261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en-PH" sz="2000"/>
                            <a:t>0.9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en-PH" sz="2000" dirty="0"/>
                            <a:t>3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PH" sz="1400"/>
                            <a:t>Warm-blooded mammal with fur</a:t>
                          </a:r>
                        </a:p>
                      </a:txBody>
                      <a:tcPr marL="72522" marR="72522" marT="36261" marB="36261" anchor="ctr"/>
                    </a:tc>
                    <a:extLst>
                      <a:ext uri="{0D108BD9-81ED-4DB2-BD59-A6C34878D82A}">
                        <a16:rowId xmlns:a16="http://schemas.microsoft.com/office/drawing/2014/main" val="2090666444"/>
                      </a:ext>
                    </a:extLst>
                  </a:tr>
                  <a:tr h="377228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PH" sz="2000" b="0"/>
                            <a:t>Giraffe</a:t>
                          </a:r>
                        </a:p>
                      </a:txBody>
                      <a:tcPr marL="72522" marR="72522" marT="36261" marB="36261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en-PH" sz="2000"/>
                            <a:t>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en-PH" sz="2000" dirty="0"/>
                            <a:t>3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PH" sz="1400"/>
                            <a:t>Warm-blooded mammal with fur</a:t>
                          </a:r>
                        </a:p>
                      </a:txBody>
                      <a:tcPr marL="72522" marR="72522" marT="36261" marB="36261" anchor="ctr"/>
                    </a:tc>
                    <a:extLst>
                      <a:ext uri="{0D108BD9-81ED-4DB2-BD59-A6C34878D82A}">
                        <a16:rowId xmlns:a16="http://schemas.microsoft.com/office/drawing/2014/main" val="2898232018"/>
                      </a:ext>
                    </a:extLst>
                  </a:tr>
                  <a:tr h="377228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PH" sz="2000" b="0" dirty="0"/>
                            <a:t>Cat</a:t>
                          </a:r>
                        </a:p>
                      </a:txBody>
                      <a:tcPr marL="72522" marR="72522" marT="36261" marB="36261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en-PH" sz="2000"/>
                            <a:t>1.1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en-PH" sz="2000" dirty="0"/>
                            <a:t>3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PH" sz="1400" dirty="0"/>
                            <a:t>Warm-blooded mammal with fur</a:t>
                          </a:r>
                        </a:p>
                      </a:txBody>
                      <a:tcPr marL="72522" marR="72522" marT="36261" marB="36261" anchor="ctr"/>
                    </a:tc>
                    <a:extLst>
                      <a:ext uri="{0D108BD9-81ED-4DB2-BD59-A6C34878D82A}">
                        <a16:rowId xmlns:a16="http://schemas.microsoft.com/office/drawing/2014/main" val="388214785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95692222-DA91-541C-AF95-D34E45DF5228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496000" y="1037631"/>
              <a:ext cx="7200000" cy="4432109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1800000">
                      <a:extLst>
                        <a:ext uri="{9D8B030D-6E8A-4147-A177-3AD203B41FA5}">
                          <a16:colId xmlns:a16="http://schemas.microsoft.com/office/drawing/2014/main" val="388810572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:a16="http://schemas.microsoft.com/office/drawing/2014/main" val="1463243727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:a16="http://schemas.microsoft.com/office/drawing/2014/main" val="3162326023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:a16="http://schemas.microsoft.com/office/drawing/2014/main" val="4211824150"/>
                        </a:ext>
                      </a:extLst>
                    </a:gridCol>
                  </a:tblGrid>
                  <a:tr h="438173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PH" sz="1800" b="1" dirty="0">
                              <a:solidFill>
                                <a:schemeClr val="bg1"/>
                              </a:solidFill>
                            </a:rPr>
                            <a:t>Animal</a:t>
                          </a:r>
                        </a:p>
                      </a:txBody>
                      <a:tcPr marL="72522" marR="72522" marT="36261" marB="36261" anchor="ctr"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2522" marR="72522" marT="36261" marB="36261" anchor="ctr">
                        <a:blipFill>
                          <a:blip r:embed="rId2"/>
                          <a:stretch>
                            <a:fillRect l="-100704" r="-200704" b="-91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2522" marR="72522" marT="36261" marB="36261" anchor="ctr">
                        <a:blipFill>
                          <a:blip r:embed="rId2"/>
                          <a:stretch>
                            <a:fillRect l="-200704" r="-100704" b="-91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PH" sz="1800" b="1" dirty="0">
                              <a:solidFill>
                                <a:schemeClr val="bg1"/>
                              </a:solidFill>
                            </a:rPr>
                            <a:t>Description</a:t>
                          </a:r>
                        </a:p>
                      </a:txBody>
                      <a:tcPr marL="72522" marR="72522" marT="36261" marB="36261" anchor="ctr"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5153596"/>
                      </a:ext>
                    </a:extLst>
                  </a:tr>
                  <a:tr h="499242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PH" sz="2000" b="0" dirty="0"/>
                            <a:t>Eagle</a:t>
                          </a:r>
                        </a:p>
                      </a:txBody>
                      <a:tcPr marL="72522" marR="72522" marT="36261" marB="36261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en-PH" sz="2000" dirty="0"/>
                            <a:t>1.1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en-PH" sz="2000"/>
                            <a:t>2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PH" sz="1400" dirty="0"/>
                            <a:t>Warm-blooded bird with feathers</a:t>
                          </a:r>
                        </a:p>
                      </a:txBody>
                      <a:tcPr marL="72522" marR="72522" marT="36261" marB="36261" anchor="ctr"/>
                    </a:tc>
                    <a:extLst>
                      <a:ext uri="{0D108BD9-81ED-4DB2-BD59-A6C34878D82A}">
                        <a16:rowId xmlns:a16="http://schemas.microsoft.com/office/drawing/2014/main" val="2188167991"/>
                      </a:ext>
                    </a:extLst>
                  </a:tr>
                  <a:tr h="499242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PH" sz="2000" b="0"/>
                            <a:t>Duck</a:t>
                          </a:r>
                        </a:p>
                      </a:txBody>
                      <a:tcPr marL="72522" marR="72522" marT="36261" marB="36261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en-PH" sz="2000"/>
                            <a:t>1.2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en-PH" sz="2000"/>
                            <a:t>2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PH" sz="1400"/>
                            <a:t>Warm-blooded bird with feathers</a:t>
                          </a:r>
                        </a:p>
                      </a:txBody>
                      <a:tcPr marL="72522" marR="72522" marT="36261" marB="36261" anchor="ctr"/>
                    </a:tc>
                    <a:extLst>
                      <a:ext uri="{0D108BD9-81ED-4DB2-BD59-A6C34878D82A}">
                        <a16:rowId xmlns:a16="http://schemas.microsoft.com/office/drawing/2014/main" val="1228792583"/>
                      </a:ext>
                    </a:extLst>
                  </a:tr>
                  <a:tr h="499242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PH" sz="2000" b="0" dirty="0"/>
                            <a:t>Swan</a:t>
                          </a:r>
                        </a:p>
                      </a:txBody>
                      <a:tcPr marL="72522" marR="72522" marT="36261" marB="36261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en-PH" sz="2000" dirty="0"/>
                            <a:t>1.3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en-PH" sz="2000"/>
                            <a:t>2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PH" sz="1400"/>
                            <a:t>Warm-blooded bird with feathers</a:t>
                          </a:r>
                        </a:p>
                      </a:txBody>
                      <a:tcPr marL="72522" marR="72522" marT="36261" marB="36261" anchor="ctr"/>
                    </a:tc>
                    <a:extLst>
                      <a:ext uri="{0D108BD9-81ED-4DB2-BD59-A6C34878D82A}">
                        <a16:rowId xmlns:a16="http://schemas.microsoft.com/office/drawing/2014/main" val="264510185"/>
                      </a:ext>
                    </a:extLst>
                  </a:tr>
                  <a:tr h="499242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PH" sz="2000" b="0"/>
                            <a:t>Crocodile</a:t>
                          </a:r>
                        </a:p>
                      </a:txBody>
                      <a:tcPr marL="72522" marR="72522" marT="36261" marB="36261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en-PH" sz="2000"/>
                            <a:t>0.4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en-PH" sz="2000" dirty="0"/>
                            <a:t>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PH" sz="1400"/>
                            <a:t>Cold-blooded reptile with scales</a:t>
                          </a:r>
                        </a:p>
                      </a:txBody>
                      <a:tcPr marL="72522" marR="72522" marT="36261" marB="36261" anchor="ctr"/>
                    </a:tc>
                    <a:extLst>
                      <a:ext uri="{0D108BD9-81ED-4DB2-BD59-A6C34878D82A}">
                        <a16:rowId xmlns:a16="http://schemas.microsoft.com/office/drawing/2014/main" val="3893191577"/>
                      </a:ext>
                    </a:extLst>
                  </a:tr>
                  <a:tr h="499242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PH" sz="2000" b="0"/>
                            <a:t>Iguana</a:t>
                          </a:r>
                        </a:p>
                      </a:txBody>
                      <a:tcPr marL="72522" marR="72522" marT="36261" marB="36261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en-PH" sz="2000"/>
                            <a:t>0.5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en-PH" sz="2000"/>
                            <a:t>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PH" sz="1400"/>
                            <a:t>Cold-blooded reptile with scales</a:t>
                          </a:r>
                        </a:p>
                      </a:txBody>
                      <a:tcPr marL="72522" marR="72522" marT="36261" marB="36261" anchor="ctr"/>
                    </a:tc>
                    <a:extLst>
                      <a:ext uri="{0D108BD9-81ED-4DB2-BD59-A6C34878D82A}">
                        <a16:rowId xmlns:a16="http://schemas.microsoft.com/office/drawing/2014/main" val="1701258620"/>
                      </a:ext>
                    </a:extLst>
                  </a:tr>
                  <a:tr h="499242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PH" sz="2000" b="0"/>
                            <a:t>Kangaroo</a:t>
                          </a:r>
                        </a:p>
                      </a:txBody>
                      <a:tcPr marL="72522" marR="72522" marT="36261" marB="36261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en-PH" sz="2000"/>
                            <a:t>0.9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en-PH" sz="2000" dirty="0"/>
                            <a:t>3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PH" sz="1400"/>
                            <a:t>Warm-blooded mammal with fur</a:t>
                          </a:r>
                        </a:p>
                      </a:txBody>
                      <a:tcPr marL="72522" marR="72522" marT="36261" marB="36261" anchor="ctr"/>
                    </a:tc>
                    <a:extLst>
                      <a:ext uri="{0D108BD9-81ED-4DB2-BD59-A6C34878D82A}">
                        <a16:rowId xmlns:a16="http://schemas.microsoft.com/office/drawing/2014/main" val="2090666444"/>
                      </a:ext>
                    </a:extLst>
                  </a:tr>
                  <a:tr h="499242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PH" sz="2000" b="0"/>
                            <a:t>Giraffe</a:t>
                          </a:r>
                        </a:p>
                      </a:txBody>
                      <a:tcPr marL="72522" marR="72522" marT="36261" marB="36261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en-PH" sz="2000"/>
                            <a:t>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en-PH" sz="2000" dirty="0"/>
                            <a:t>3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PH" sz="1400"/>
                            <a:t>Warm-blooded mammal with fur</a:t>
                          </a:r>
                        </a:p>
                      </a:txBody>
                      <a:tcPr marL="72522" marR="72522" marT="36261" marB="36261" anchor="ctr"/>
                    </a:tc>
                    <a:extLst>
                      <a:ext uri="{0D108BD9-81ED-4DB2-BD59-A6C34878D82A}">
                        <a16:rowId xmlns:a16="http://schemas.microsoft.com/office/drawing/2014/main" val="2898232018"/>
                      </a:ext>
                    </a:extLst>
                  </a:tr>
                  <a:tr h="499242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PH" sz="2000" b="0" dirty="0"/>
                            <a:t>Cat</a:t>
                          </a:r>
                        </a:p>
                      </a:txBody>
                      <a:tcPr marL="72522" marR="72522" marT="36261" marB="36261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en-PH" sz="2000"/>
                            <a:t>1.1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en-PH" sz="2000" dirty="0"/>
                            <a:t>3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PH" sz="1400" dirty="0"/>
                            <a:t>Warm-blooded mammal with fur</a:t>
                          </a:r>
                        </a:p>
                      </a:txBody>
                      <a:tcPr marL="72522" marR="72522" marT="36261" marB="36261" anchor="ctr"/>
                    </a:tc>
                    <a:extLst>
                      <a:ext uri="{0D108BD9-81ED-4DB2-BD59-A6C34878D82A}">
                        <a16:rowId xmlns:a16="http://schemas.microsoft.com/office/drawing/2014/main" val="388214785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5A0330D5-174A-1DAD-DE6E-632BD856BFCF}"/>
              </a:ext>
            </a:extLst>
          </p:cNvPr>
          <p:cNvSpPr txBox="1"/>
          <p:nvPr/>
        </p:nvSpPr>
        <p:spPr>
          <a:xfrm>
            <a:off x="869576" y="5644661"/>
            <a:ext cx="1045284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2800" dirty="0"/>
              <a:t>The dataset is complex and includes numeric features of animals. </a:t>
            </a:r>
            <a:endParaRPr lang="en-US" sz="2500" dirty="0"/>
          </a:p>
        </p:txBody>
      </p:sp>
    </p:spTree>
    <p:extLst>
      <p:ext uri="{BB962C8B-B14F-4D97-AF65-F5344CB8AC3E}">
        <p14:creationId xmlns:p14="http://schemas.microsoft.com/office/powerpoint/2010/main" val="36612468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CB6B93-0797-73EE-346F-6CA3D91FB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881596F2-FC0B-8AFF-4FA9-7F1238CD431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496000" y="1037631"/>
              <a:ext cx="7200000" cy="4432109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1800000">
                      <a:extLst>
                        <a:ext uri="{9D8B030D-6E8A-4147-A177-3AD203B41FA5}">
                          <a16:colId xmlns:a16="http://schemas.microsoft.com/office/drawing/2014/main" val="388810572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:a16="http://schemas.microsoft.com/office/drawing/2014/main" val="1463243727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:a16="http://schemas.microsoft.com/office/drawing/2014/main" val="3162326023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:a16="http://schemas.microsoft.com/office/drawing/2014/main" val="4211824150"/>
                        </a:ext>
                      </a:extLst>
                    </a:gridCol>
                  </a:tblGrid>
                  <a:tr h="438173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PH" sz="1800" b="1" dirty="0">
                              <a:solidFill>
                                <a:schemeClr val="bg1"/>
                              </a:solidFill>
                            </a:rPr>
                            <a:t>Animal</a:t>
                          </a:r>
                        </a:p>
                      </a:txBody>
                      <a:tcPr marL="72522" marR="72522" marT="36261" marB="36261" anchor="ctr"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PH" sz="1800" b="1" dirty="0">
                              <a:solidFill>
                                <a:schemeClr val="bg1"/>
                              </a:solidFill>
                            </a:rPr>
                            <a:t>Body Temp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800" b="1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800" b="1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GB" sz="1800" b="1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GB" sz="1800" b="1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GB" sz="1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PH" sz="18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marL="72522" marR="72522" marT="36261" marB="36261" anchor="ctr"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PH" sz="1800" b="1" dirty="0">
                              <a:solidFill>
                                <a:schemeClr val="bg1"/>
                              </a:solidFill>
                            </a:rPr>
                            <a:t>Covering</a:t>
                          </a:r>
                          <a:r>
                            <a:rPr lang="en-PH" sz="1800" b="1" baseline="0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800" b="1" i="1" dirty="0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800" b="1" i="1" dirty="0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GB" sz="1800" b="1" i="1" dirty="0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GB" sz="1800" b="1" i="1" dirty="0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GB" sz="1800" b="1" i="1" dirty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PH" sz="18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marL="72522" marR="72522" marT="36261" marB="36261" anchor="ctr"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PH" sz="1800" b="1" dirty="0">
                              <a:solidFill>
                                <a:schemeClr val="bg1"/>
                              </a:solidFill>
                            </a:rPr>
                            <a:t>Description</a:t>
                          </a:r>
                        </a:p>
                      </a:txBody>
                      <a:tcPr marL="72522" marR="72522" marT="36261" marB="36261" anchor="ctr"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5153596"/>
                      </a:ext>
                    </a:extLst>
                  </a:tr>
                  <a:tr h="377228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PH" sz="2000" b="0" dirty="0"/>
                            <a:t>Eagle</a:t>
                          </a:r>
                        </a:p>
                      </a:txBody>
                      <a:tcPr marL="72522" marR="72522" marT="36261" marB="36261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en-PH" sz="2000" dirty="0"/>
                            <a:t>1.1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en-PH" sz="2000"/>
                            <a:t>2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PH" sz="1400" dirty="0"/>
                            <a:t>Warm-blooded bird with feathers</a:t>
                          </a:r>
                        </a:p>
                      </a:txBody>
                      <a:tcPr marL="72522" marR="72522" marT="36261" marB="36261" anchor="ctr"/>
                    </a:tc>
                    <a:extLst>
                      <a:ext uri="{0D108BD9-81ED-4DB2-BD59-A6C34878D82A}">
                        <a16:rowId xmlns:a16="http://schemas.microsoft.com/office/drawing/2014/main" val="2188167991"/>
                      </a:ext>
                    </a:extLst>
                  </a:tr>
                  <a:tr h="377228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PH" sz="2000" b="0"/>
                            <a:t>Duck</a:t>
                          </a:r>
                        </a:p>
                      </a:txBody>
                      <a:tcPr marL="72522" marR="72522" marT="36261" marB="36261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en-PH" sz="2000"/>
                            <a:t>1.2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en-PH" sz="2000"/>
                            <a:t>2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PH" sz="1400"/>
                            <a:t>Warm-blooded bird with feathers</a:t>
                          </a:r>
                        </a:p>
                      </a:txBody>
                      <a:tcPr marL="72522" marR="72522" marT="36261" marB="36261" anchor="ctr"/>
                    </a:tc>
                    <a:extLst>
                      <a:ext uri="{0D108BD9-81ED-4DB2-BD59-A6C34878D82A}">
                        <a16:rowId xmlns:a16="http://schemas.microsoft.com/office/drawing/2014/main" val="1228792583"/>
                      </a:ext>
                    </a:extLst>
                  </a:tr>
                  <a:tr h="377228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PH" sz="2000" b="0" dirty="0"/>
                            <a:t>Swan</a:t>
                          </a:r>
                        </a:p>
                      </a:txBody>
                      <a:tcPr marL="72522" marR="72522" marT="36261" marB="36261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en-PH" sz="2000" dirty="0"/>
                            <a:t>1.3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en-PH" sz="2000"/>
                            <a:t>2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PH" sz="1400"/>
                            <a:t>Warm-blooded bird with feathers</a:t>
                          </a:r>
                        </a:p>
                      </a:txBody>
                      <a:tcPr marL="72522" marR="72522" marT="36261" marB="36261" anchor="ctr"/>
                    </a:tc>
                    <a:extLst>
                      <a:ext uri="{0D108BD9-81ED-4DB2-BD59-A6C34878D82A}">
                        <a16:rowId xmlns:a16="http://schemas.microsoft.com/office/drawing/2014/main" val="264510185"/>
                      </a:ext>
                    </a:extLst>
                  </a:tr>
                  <a:tr h="377228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PH" sz="2000" b="0"/>
                            <a:t>Crocodile</a:t>
                          </a:r>
                        </a:p>
                      </a:txBody>
                      <a:tcPr marL="72522" marR="72522" marT="36261" marB="36261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en-PH" sz="2000"/>
                            <a:t>0.4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en-PH" sz="2000" dirty="0"/>
                            <a:t>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PH" sz="1400"/>
                            <a:t>Cold-blooded reptile with scales</a:t>
                          </a:r>
                        </a:p>
                      </a:txBody>
                      <a:tcPr marL="72522" marR="72522" marT="36261" marB="36261" anchor="ctr"/>
                    </a:tc>
                    <a:extLst>
                      <a:ext uri="{0D108BD9-81ED-4DB2-BD59-A6C34878D82A}">
                        <a16:rowId xmlns:a16="http://schemas.microsoft.com/office/drawing/2014/main" val="3893191577"/>
                      </a:ext>
                    </a:extLst>
                  </a:tr>
                  <a:tr h="377228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PH" sz="2000" b="0"/>
                            <a:t>Iguana</a:t>
                          </a:r>
                        </a:p>
                      </a:txBody>
                      <a:tcPr marL="72522" marR="72522" marT="36261" marB="36261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en-PH" sz="2000"/>
                            <a:t>0.5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en-PH" sz="2000"/>
                            <a:t>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PH" sz="1400"/>
                            <a:t>Cold-blooded reptile with scales</a:t>
                          </a:r>
                        </a:p>
                      </a:txBody>
                      <a:tcPr marL="72522" marR="72522" marT="36261" marB="36261" anchor="ctr"/>
                    </a:tc>
                    <a:extLst>
                      <a:ext uri="{0D108BD9-81ED-4DB2-BD59-A6C34878D82A}">
                        <a16:rowId xmlns:a16="http://schemas.microsoft.com/office/drawing/2014/main" val="1701258620"/>
                      </a:ext>
                    </a:extLst>
                  </a:tr>
                  <a:tr h="377228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PH" sz="2000" b="0"/>
                            <a:t>Kangaroo</a:t>
                          </a:r>
                        </a:p>
                      </a:txBody>
                      <a:tcPr marL="72522" marR="72522" marT="36261" marB="36261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en-PH" sz="2000"/>
                            <a:t>0.9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en-PH" sz="2000" dirty="0"/>
                            <a:t>3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PH" sz="1400"/>
                            <a:t>Warm-blooded mammal with fur</a:t>
                          </a:r>
                        </a:p>
                      </a:txBody>
                      <a:tcPr marL="72522" marR="72522" marT="36261" marB="36261" anchor="ctr"/>
                    </a:tc>
                    <a:extLst>
                      <a:ext uri="{0D108BD9-81ED-4DB2-BD59-A6C34878D82A}">
                        <a16:rowId xmlns:a16="http://schemas.microsoft.com/office/drawing/2014/main" val="2090666444"/>
                      </a:ext>
                    </a:extLst>
                  </a:tr>
                  <a:tr h="377228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PH" sz="2000" b="0"/>
                            <a:t>Giraffe</a:t>
                          </a:r>
                        </a:p>
                      </a:txBody>
                      <a:tcPr marL="72522" marR="72522" marT="36261" marB="36261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en-PH" sz="2000"/>
                            <a:t>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en-PH" sz="2000" dirty="0"/>
                            <a:t>3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PH" sz="1400"/>
                            <a:t>Warm-blooded mammal with fur</a:t>
                          </a:r>
                        </a:p>
                      </a:txBody>
                      <a:tcPr marL="72522" marR="72522" marT="36261" marB="36261" anchor="ctr"/>
                    </a:tc>
                    <a:extLst>
                      <a:ext uri="{0D108BD9-81ED-4DB2-BD59-A6C34878D82A}">
                        <a16:rowId xmlns:a16="http://schemas.microsoft.com/office/drawing/2014/main" val="2898232018"/>
                      </a:ext>
                    </a:extLst>
                  </a:tr>
                  <a:tr h="377228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PH" sz="2000" b="0" dirty="0"/>
                            <a:t>Cat</a:t>
                          </a:r>
                        </a:p>
                      </a:txBody>
                      <a:tcPr marL="72522" marR="72522" marT="36261" marB="36261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en-PH" sz="2000"/>
                            <a:t>1.1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en-PH" sz="2000" dirty="0"/>
                            <a:t>3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PH" sz="1400" dirty="0"/>
                            <a:t>Warm-blooded mammal with fur</a:t>
                          </a:r>
                        </a:p>
                      </a:txBody>
                      <a:tcPr marL="72522" marR="72522" marT="36261" marB="36261" anchor="ctr"/>
                    </a:tc>
                    <a:extLst>
                      <a:ext uri="{0D108BD9-81ED-4DB2-BD59-A6C34878D82A}">
                        <a16:rowId xmlns:a16="http://schemas.microsoft.com/office/drawing/2014/main" val="388214785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881596F2-FC0B-8AFF-4FA9-7F1238CD431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496000" y="1037631"/>
              <a:ext cx="7200000" cy="4432109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1800000">
                      <a:extLst>
                        <a:ext uri="{9D8B030D-6E8A-4147-A177-3AD203B41FA5}">
                          <a16:colId xmlns:a16="http://schemas.microsoft.com/office/drawing/2014/main" val="388810572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:a16="http://schemas.microsoft.com/office/drawing/2014/main" val="1463243727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:a16="http://schemas.microsoft.com/office/drawing/2014/main" val="3162326023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:a16="http://schemas.microsoft.com/office/drawing/2014/main" val="4211824150"/>
                        </a:ext>
                      </a:extLst>
                    </a:gridCol>
                  </a:tblGrid>
                  <a:tr h="438173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PH" sz="1800" b="1" dirty="0">
                              <a:solidFill>
                                <a:schemeClr val="bg1"/>
                              </a:solidFill>
                            </a:rPr>
                            <a:t>Animal</a:t>
                          </a:r>
                        </a:p>
                      </a:txBody>
                      <a:tcPr marL="72522" marR="72522" marT="36261" marB="36261" anchor="ctr"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2522" marR="72522" marT="36261" marB="36261" anchor="ctr">
                        <a:blipFill>
                          <a:blip r:embed="rId2"/>
                          <a:stretch>
                            <a:fillRect l="-100704" r="-200704" b="-91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2522" marR="72522" marT="36261" marB="36261" anchor="ctr">
                        <a:blipFill>
                          <a:blip r:embed="rId2"/>
                          <a:stretch>
                            <a:fillRect l="-200704" r="-100704" b="-91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PH" sz="1800" b="1" dirty="0">
                              <a:solidFill>
                                <a:schemeClr val="bg1"/>
                              </a:solidFill>
                            </a:rPr>
                            <a:t>Description</a:t>
                          </a:r>
                        </a:p>
                      </a:txBody>
                      <a:tcPr marL="72522" marR="72522" marT="36261" marB="36261" anchor="ctr"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5153596"/>
                      </a:ext>
                    </a:extLst>
                  </a:tr>
                  <a:tr h="499242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PH" sz="2000" b="0" dirty="0"/>
                            <a:t>Eagle</a:t>
                          </a:r>
                        </a:p>
                      </a:txBody>
                      <a:tcPr marL="72522" marR="72522" marT="36261" marB="36261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en-PH" sz="2000" dirty="0"/>
                            <a:t>1.1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en-PH" sz="2000"/>
                            <a:t>2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PH" sz="1400" dirty="0"/>
                            <a:t>Warm-blooded bird with feathers</a:t>
                          </a:r>
                        </a:p>
                      </a:txBody>
                      <a:tcPr marL="72522" marR="72522" marT="36261" marB="36261" anchor="ctr"/>
                    </a:tc>
                    <a:extLst>
                      <a:ext uri="{0D108BD9-81ED-4DB2-BD59-A6C34878D82A}">
                        <a16:rowId xmlns:a16="http://schemas.microsoft.com/office/drawing/2014/main" val="2188167991"/>
                      </a:ext>
                    </a:extLst>
                  </a:tr>
                  <a:tr h="499242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PH" sz="2000" b="0"/>
                            <a:t>Duck</a:t>
                          </a:r>
                        </a:p>
                      </a:txBody>
                      <a:tcPr marL="72522" marR="72522" marT="36261" marB="36261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en-PH" sz="2000"/>
                            <a:t>1.2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en-PH" sz="2000"/>
                            <a:t>2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PH" sz="1400"/>
                            <a:t>Warm-blooded bird with feathers</a:t>
                          </a:r>
                        </a:p>
                      </a:txBody>
                      <a:tcPr marL="72522" marR="72522" marT="36261" marB="36261" anchor="ctr"/>
                    </a:tc>
                    <a:extLst>
                      <a:ext uri="{0D108BD9-81ED-4DB2-BD59-A6C34878D82A}">
                        <a16:rowId xmlns:a16="http://schemas.microsoft.com/office/drawing/2014/main" val="1228792583"/>
                      </a:ext>
                    </a:extLst>
                  </a:tr>
                  <a:tr h="499242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PH" sz="2000" b="0" dirty="0"/>
                            <a:t>Swan</a:t>
                          </a:r>
                        </a:p>
                      </a:txBody>
                      <a:tcPr marL="72522" marR="72522" marT="36261" marB="36261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en-PH" sz="2000" dirty="0"/>
                            <a:t>1.3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en-PH" sz="2000"/>
                            <a:t>2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PH" sz="1400"/>
                            <a:t>Warm-blooded bird with feathers</a:t>
                          </a:r>
                        </a:p>
                      </a:txBody>
                      <a:tcPr marL="72522" marR="72522" marT="36261" marB="36261" anchor="ctr"/>
                    </a:tc>
                    <a:extLst>
                      <a:ext uri="{0D108BD9-81ED-4DB2-BD59-A6C34878D82A}">
                        <a16:rowId xmlns:a16="http://schemas.microsoft.com/office/drawing/2014/main" val="264510185"/>
                      </a:ext>
                    </a:extLst>
                  </a:tr>
                  <a:tr h="499242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PH" sz="2000" b="0"/>
                            <a:t>Crocodile</a:t>
                          </a:r>
                        </a:p>
                      </a:txBody>
                      <a:tcPr marL="72522" marR="72522" marT="36261" marB="36261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en-PH" sz="2000"/>
                            <a:t>0.4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en-PH" sz="2000" dirty="0"/>
                            <a:t>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PH" sz="1400"/>
                            <a:t>Cold-blooded reptile with scales</a:t>
                          </a:r>
                        </a:p>
                      </a:txBody>
                      <a:tcPr marL="72522" marR="72522" marT="36261" marB="36261" anchor="ctr"/>
                    </a:tc>
                    <a:extLst>
                      <a:ext uri="{0D108BD9-81ED-4DB2-BD59-A6C34878D82A}">
                        <a16:rowId xmlns:a16="http://schemas.microsoft.com/office/drawing/2014/main" val="3893191577"/>
                      </a:ext>
                    </a:extLst>
                  </a:tr>
                  <a:tr h="499242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PH" sz="2000" b="0"/>
                            <a:t>Iguana</a:t>
                          </a:r>
                        </a:p>
                      </a:txBody>
                      <a:tcPr marL="72522" marR="72522" marT="36261" marB="36261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en-PH" sz="2000"/>
                            <a:t>0.5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en-PH" sz="2000"/>
                            <a:t>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PH" sz="1400"/>
                            <a:t>Cold-blooded reptile with scales</a:t>
                          </a:r>
                        </a:p>
                      </a:txBody>
                      <a:tcPr marL="72522" marR="72522" marT="36261" marB="36261" anchor="ctr"/>
                    </a:tc>
                    <a:extLst>
                      <a:ext uri="{0D108BD9-81ED-4DB2-BD59-A6C34878D82A}">
                        <a16:rowId xmlns:a16="http://schemas.microsoft.com/office/drawing/2014/main" val="1701258620"/>
                      </a:ext>
                    </a:extLst>
                  </a:tr>
                  <a:tr h="499242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PH" sz="2000" b="0"/>
                            <a:t>Kangaroo</a:t>
                          </a:r>
                        </a:p>
                      </a:txBody>
                      <a:tcPr marL="72522" marR="72522" marT="36261" marB="36261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en-PH" sz="2000"/>
                            <a:t>0.9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en-PH" sz="2000" dirty="0"/>
                            <a:t>3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PH" sz="1400"/>
                            <a:t>Warm-blooded mammal with fur</a:t>
                          </a:r>
                        </a:p>
                      </a:txBody>
                      <a:tcPr marL="72522" marR="72522" marT="36261" marB="36261" anchor="ctr"/>
                    </a:tc>
                    <a:extLst>
                      <a:ext uri="{0D108BD9-81ED-4DB2-BD59-A6C34878D82A}">
                        <a16:rowId xmlns:a16="http://schemas.microsoft.com/office/drawing/2014/main" val="2090666444"/>
                      </a:ext>
                    </a:extLst>
                  </a:tr>
                  <a:tr h="499242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PH" sz="2000" b="0"/>
                            <a:t>Giraffe</a:t>
                          </a:r>
                        </a:p>
                      </a:txBody>
                      <a:tcPr marL="72522" marR="72522" marT="36261" marB="36261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en-PH" sz="2000"/>
                            <a:t>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en-PH" sz="2000" dirty="0"/>
                            <a:t>3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PH" sz="1400"/>
                            <a:t>Warm-blooded mammal with fur</a:t>
                          </a:r>
                        </a:p>
                      </a:txBody>
                      <a:tcPr marL="72522" marR="72522" marT="36261" marB="36261" anchor="ctr"/>
                    </a:tc>
                    <a:extLst>
                      <a:ext uri="{0D108BD9-81ED-4DB2-BD59-A6C34878D82A}">
                        <a16:rowId xmlns:a16="http://schemas.microsoft.com/office/drawing/2014/main" val="2898232018"/>
                      </a:ext>
                    </a:extLst>
                  </a:tr>
                  <a:tr h="499242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PH" sz="2000" b="0" dirty="0"/>
                            <a:t>Cat</a:t>
                          </a:r>
                        </a:p>
                      </a:txBody>
                      <a:tcPr marL="72522" marR="72522" marT="36261" marB="36261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en-PH" sz="2000"/>
                            <a:t>1.1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en-PH" sz="2000" dirty="0"/>
                            <a:t>3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PH" sz="1400" dirty="0"/>
                            <a:t>Warm-blooded mammal with fur</a:t>
                          </a:r>
                        </a:p>
                      </a:txBody>
                      <a:tcPr marL="72522" marR="72522" marT="36261" marB="36261" anchor="ctr"/>
                    </a:tc>
                    <a:extLst>
                      <a:ext uri="{0D108BD9-81ED-4DB2-BD59-A6C34878D82A}">
                        <a16:rowId xmlns:a16="http://schemas.microsoft.com/office/drawing/2014/main" val="388214785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CA3FE6C5-0ED5-8F2C-AE4A-BF8D3BAA38D5}"/>
              </a:ext>
            </a:extLst>
          </p:cNvPr>
          <p:cNvSpPr txBox="1"/>
          <p:nvPr/>
        </p:nvSpPr>
        <p:spPr>
          <a:xfrm>
            <a:off x="3296699" y="5644661"/>
            <a:ext cx="559860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2800" dirty="0"/>
              <a:t>How might you approach this task?</a:t>
            </a:r>
            <a:endParaRPr lang="en-US" sz="2500" dirty="0"/>
          </a:p>
        </p:txBody>
      </p:sp>
    </p:spTree>
    <p:extLst>
      <p:ext uri="{BB962C8B-B14F-4D97-AF65-F5344CB8AC3E}">
        <p14:creationId xmlns:p14="http://schemas.microsoft.com/office/powerpoint/2010/main" val="23755794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8A3FC-5720-9D01-20E6-492E96759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Clustering?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EE716A-B9BF-CE35-FC85-6A1D34AECF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PH" dirty="0"/>
              <a:t>Clustering is an unsupervised machine learning technique designed to group </a:t>
            </a:r>
            <a:r>
              <a:rPr lang="en-PH" b="1" dirty="0"/>
              <a:t>unlabeled examples </a:t>
            </a:r>
            <a:r>
              <a:rPr lang="en-PH" dirty="0"/>
              <a:t>based on their similarity to each other.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76174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769AC-D6F8-F443-1B69-91E63CF07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D47C0-822A-B44C-0930-78CE7724B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Clustering?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FA8F75B-F1D5-5970-4A09-34275916FCD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923175"/>
            <a:ext cx="10515600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/>
              <a:t>Consider a hypothetical animal study designed to segregate animals that will live in a newly built preservation.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/>
              <a:t>During the study, zoologists report the body temperature and the covering of each animal.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/>
              <a:t>Researchers can use clustering analysis to group animals with similar features into clusters.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lang="en-US" altLang="en-US" dirty="0"/>
            </a:b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674093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0F18090-5521-8E48-3639-55AC2BFCF8E0}"/>
                  </a:ext>
                </a:extLst>
              </p:cNvPr>
              <p:cNvSpPr txBox="1"/>
              <p:nvPr/>
            </p:nvSpPr>
            <p:spPr>
              <a:xfrm>
                <a:off x="5765251" y="6113471"/>
                <a:ext cx="2987613" cy="4154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100" b="1" dirty="0">
                    <a:solidFill>
                      <a:srgbClr val="FF0000"/>
                    </a:solidFill>
                  </a:rPr>
                  <a:t>Body Temperature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1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1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GB" sz="21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2100" b="1" dirty="0">
                    <a:solidFill>
                      <a:srgbClr val="FF0000"/>
                    </a:solidFill>
                  </a:rPr>
                  <a:t>)</a:t>
                </a:r>
                <a:endParaRPr lang="en-PH" sz="21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0F18090-5521-8E48-3639-55AC2BFCF8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5251" y="6113471"/>
                <a:ext cx="2987613" cy="415498"/>
              </a:xfrm>
              <a:prstGeom prst="rect">
                <a:avLst/>
              </a:prstGeom>
              <a:blipFill>
                <a:blip r:embed="rId3"/>
                <a:stretch>
                  <a:fillRect l="-2542" t="-5882" b="-264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142BE46-CF09-C54D-F006-80A8CFC200A0}"/>
                  </a:ext>
                </a:extLst>
              </p:cNvPr>
              <p:cNvSpPr txBox="1"/>
              <p:nvPr/>
            </p:nvSpPr>
            <p:spPr>
              <a:xfrm>
                <a:off x="387964" y="3216866"/>
                <a:ext cx="1766317" cy="4154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100" b="1" dirty="0">
                    <a:solidFill>
                      <a:srgbClr val="00B050"/>
                    </a:solidFill>
                  </a:rPr>
                  <a:t>Covering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1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1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GB" sz="21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sz="2100" b="1" dirty="0">
                    <a:solidFill>
                      <a:srgbClr val="00B050"/>
                    </a:solidFill>
                  </a:rPr>
                  <a:t>)</a:t>
                </a:r>
                <a:endParaRPr lang="en-PH" sz="21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142BE46-CF09-C54D-F006-80A8CFC200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964" y="3216866"/>
                <a:ext cx="1766317" cy="415498"/>
              </a:xfrm>
              <a:prstGeom prst="rect">
                <a:avLst/>
              </a:prstGeom>
              <a:blipFill>
                <a:blip r:embed="rId4"/>
                <a:stretch>
                  <a:fillRect l="-4286" t="-5882" r="-2857" b="-264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E7CC5CB4-C6C2-7789-0AA2-EB2B1ACCA6F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80355553"/>
              </p:ext>
            </p:extLst>
          </p:nvPr>
        </p:nvGraphicFramePr>
        <p:xfrm>
          <a:off x="2391974" y="989889"/>
          <a:ext cx="8681701" cy="52273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16582900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2347438-399C-CE79-0C4B-8F78F10F9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FFD6977-FABD-93C8-E55F-EE1A6464ADE4}"/>
                  </a:ext>
                </a:extLst>
              </p:cNvPr>
              <p:cNvSpPr txBox="1"/>
              <p:nvPr/>
            </p:nvSpPr>
            <p:spPr>
              <a:xfrm>
                <a:off x="5765251" y="6113471"/>
                <a:ext cx="2987613" cy="4154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100" b="1" dirty="0">
                    <a:solidFill>
                      <a:srgbClr val="FF0000"/>
                    </a:solidFill>
                  </a:rPr>
                  <a:t>Body Temperature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1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1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GB" sz="21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2100" b="1" dirty="0">
                    <a:solidFill>
                      <a:srgbClr val="FF0000"/>
                    </a:solidFill>
                  </a:rPr>
                  <a:t>)</a:t>
                </a:r>
                <a:endParaRPr lang="en-PH" sz="21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FFD6977-FABD-93C8-E55F-EE1A6464AD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5251" y="6113471"/>
                <a:ext cx="2987613" cy="415498"/>
              </a:xfrm>
              <a:prstGeom prst="rect">
                <a:avLst/>
              </a:prstGeom>
              <a:blipFill>
                <a:blip r:embed="rId2"/>
                <a:stretch>
                  <a:fillRect l="-2542" t="-5882" b="-264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A07D3F5-E443-7603-4C6F-8406D3A1DA56}"/>
                  </a:ext>
                </a:extLst>
              </p:cNvPr>
              <p:cNvSpPr txBox="1"/>
              <p:nvPr/>
            </p:nvSpPr>
            <p:spPr>
              <a:xfrm>
                <a:off x="387964" y="3216866"/>
                <a:ext cx="1766317" cy="4154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100" b="1" dirty="0">
                    <a:solidFill>
                      <a:srgbClr val="00B050"/>
                    </a:solidFill>
                  </a:rPr>
                  <a:t>Covering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1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1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GB" sz="21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sz="2100" b="1" dirty="0">
                    <a:solidFill>
                      <a:srgbClr val="00B050"/>
                    </a:solidFill>
                  </a:rPr>
                  <a:t>)</a:t>
                </a:r>
                <a:endParaRPr lang="en-PH" sz="21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A07D3F5-E443-7603-4C6F-8406D3A1DA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964" y="3216866"/>
                <a:ext cx="1766317" cy="415498"/>
              </a:xfrm>
              <a:prstGeom prst="rect">
                <a:avLst/>
              </a:prstGeom>
              <a:blipFill>
                <a:blip r:embed="rId3"/>
                <a:stretch>
                  <a:fillRect l="-4286" t="-5882" r="-2857" b="-264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DE0E4013-BDEC-201A-3F2A-28AD00EDA2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6801" y="89889"/>
            <a:ext cx="932728" cy="900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5E2E433-F639-75BB-D1D3-0365A8EE7D9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6167" y="89889"/>
            <a:ext cx="884072" cy="900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C249C63-DB50-A359-121D-DE2283D7993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0047" y="89889"/>
            <a:ext cx="900000" cy="900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7C09AEC-0B86-22F0-6164-4ACE6C75AC4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0610" y="89889"/>
            <a:ext cx="733065" cy="900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1E3EA7F-2A84-54B2-7EAA-0FFBAEA829D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8484" y="89889"/>
            <a:ext cx="957799" cy="900000"/>
          </a:xfrm>
          <a:prstGeom prst="rect">
            <a:avLst/>
          </a:prstGeom>
        </p:spPr>
      </p:pic>
      <p:pic>
        <p:nvPicPr>
          <p:cNvPr id="10" name="Picture 9" descr="A cartoon of a green lizard&#10;&#10;AI-generated content may be incorrect.">
            <a:extLst>
              <a:ext uri="{FF2B5EF4-FFF2-40B4-BE49-F238E27FC236}">
                <a16:creationId xmlns:a16="http://schemas.microsoft.com/office/drawing/2014/main" id="{D99728C9-7663-65E6-0890-D9ACB115C61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20649" y="89889"/>
            <a:ext cx="1125000" cy="900000"/>
          </a:xfrm>
          <a:prstGeom prst="rect">
            <a:avLst/>
          </a:prstGeom>
        </p:spPr>
      </p:pic>
      <p:pic>
        <p:nvPicPr>
          <p:cNvPr id="11" name="Picture 10" descr="A cartoon of a green alligator&#10;&#10;AI-generated content may be incorrect.">
            <a:extLst>
              <a:ext uri="{FF2B5EF4-FFF2-40B4-BE49-F238E27FC236}">
                <a16:creationId xmlns:a16="http://schemas.microsoft.com/office/drawing/2014/main" id="{46A8BAE8-53A0-4A74-3FFB-2954EA9A418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00565" y="89889"/>
            <a:ext cx="1559566" cy="720000"/>
          </a:xfrm>
          <a:prstGeom prst="rect">
            <a:avLst/>
          </a:prstGeom>
        </p:spPr>
      </p:pic>
      <p:pic>
        <p:nvPicPr>
          <p:cNvPr id="12" name="Picture 11" descr="A cartoon giraffe standing&#10;&#10;AI-generated content may be incorrect.">
            <a:extLst>
              <a:ext uri="{FF2B5EF4-FFF2-40B4-BE49-F238E27FC236}">
                <a16:creationId xmlns:a16="http://schemas.microsoft.com/office/drawing/2014/main" id="{83E3CF70-C951-7893-64DA-2CDF9609F472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b="6547"/>
          <a:stretch>
            <a:fillRect/>
          </a:stretch>
        </p:blipFill>
        <p:spPr>
          <a:xfrm>
            <a:off x="9650757" y="89889"/>
            <a:ext cx="529335" cy="900000"/>
          </a:xfrm>
          <a:prstGeom prst="rect">
            <a:avLst/>
          </a:prstGeom>
        </p:spPr>
      </p:pic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9A49DFFC-BCF2-0F44-490B-0803EAFD70C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66733057"/>
              </p:ext>
            </p:extLst>
          </p:nvPr>
        </p:nvGraphicFramePr>
        <p:xfrm>
          <a:off x="2391974" y="989889"/>
          <a:ext cx="8681701" cy="52273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"/>
          </a:graphicData>
        </a:graphic>
      </p:graphicFrame>
    </p:spTree>
    <p:extLst>
      <p:ext uri="{BB962C8B-B14F-4D97-AF65-F5344CB8AC3E}">
        <p14:creationId xmlns:p14="http://schemas.microsoft.com/office/powerpoint/2010/main" val="3259917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31F9432-66A3-9480-6576-681C3AF92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47C848F-0D02-15CA-1941-844529445E82}"/>
                  </a:ext>
                </a:extLst>
              </p:cNvPr>
              <p:cNvSpPr txBox="1"/>
              <p:nvPr/>
            </p:nvSpPr>
            <p:spPr>
              <a:xfrm>
                <a:off x="5765251" y="6113471"/>
                <a:ext cx="2987613" cy="4154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100" b="1" dirty="0">
                    <a:solidFill>
                      <a:srgbClr val="FF0000"/>
                    </a:solidFill>
                  </a:rPr>
                  <a:t>Body Temperature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1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1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GB" sz="21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2100" b="1" dirty="0">
                    <a:solidFill>
                      <a:srgbClr val="FF0000"/>
                    </a:solidFill>
                  </a:rPr>
                  <a:t>)</a:t>
                </a:r>
                <a:endParaRPr lang="en-PH" sz="21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47C848F-0D02-15CA-1941-844529445E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5251" y="6113471"/>
                <a:ext cx="2987613" cy="415498"/>
              </a:xfrm>
              <a:prstGeom prst="rect">
                <a:avLst/>
              </a:prstGeom>
              <a:blipFill>
                <a:blip r:embed="rId2"/>
                <a:stretch>
                  <a:fillRect l="-2542" t="-5882" b="-264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E9A97D8-268E-CA93-85FA-DD23B1BCF6B4}"/>
                  </a:ext>
                </a:extLst>
              </p:cNvPr>
              <p:cNvSpPr txBox="1"/>
              <p:nvPr/>
            </p:nvSpPr>
            <p:spPr>
              <a:xfrm>
                <a:off x="387964" y="3216866"/>
                <a:ext cx="1766317" cy="4154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100" b="1" dirty="0">
                    <a:solidFill>
                      <a:srgbClr val="00B050"/>
                    </a:solidFill>
                  </a:rPr>
                  <a:t>Covering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1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1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GB" sz="21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sz="2100" b="1" dirty="0">
                    <a:solidFill>
                      <a:srgbClr val="00B050"/>
                    </a:solidFill>
                  </a:rPr>
                  <a:t>)</a:t>
                </a:r>
                <a:endParaRPr lang="en-PH" sz="21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E9A97D8-268E-CA93-85FA-DD23B1BCF6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964" y="3216866"/>
                <a:ext cx="1766317" cy="415498"/>
              </a:xfrm>
              <a:prstGeom prst="rect">
                <a:avLst/>
              </a:prstGeom>
              <a:blipFill>
                <a:blip r:embed="rId3"/>
                <a:stretch>
                  <a:fillRect l="-4286" t="-5882" r="-2857" b="-264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6BC97761-B9BC-3275-16A7-9DD8EC98BA00}"/>
              </a:ext>
            </a:extLst>
          </p:cNvPr>
          <p:cNvGraphicFramePr/>
          <p:nvPr/>
        </p:nvGraphicFramePr>
        <p:xfrm>
          <a:off x="2391974" y="989889"/>
          <a:ext cx="8681701" cy="52273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403A7BE2-EFC0-10D8-40E3-3DD0B9DB904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2921" y="2201680"/>
            <a:ext cx="932728" cy="900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2A0C602-ED4C-1B1F-F648-C005B33527A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5735" y="568435"/>
            <a:ext cx="884072" cy="900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D32A5D0-17B4-67E7-DB96-DC6E7A88519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6167" y="2201680"/>
            <a:ext cx="900000" cy="9000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F40C7AA-5339-63D2-D5C4-9427BDA9E55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6388" y="568435"/>
            <a:ext cx="733065" cy="9000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1A406CA-5471-A081-97D8-E0D81F36BDC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4604" y="2201680"/>
            <a:ext cx="957799" cy="900000"/>
          </a:xfrm>
          <a:prstGeom prst="rect">
            <a:avLst/>
          </a:prstGeom>
        </p:spPr>
      </p:pic>
      <p:pic>
        <p:nvPicPr>
          <p:cNvPr id="18" name="Picture 17" descr="A cartoon of a green lizard&#10;&#10;AI-generated content may be incorrect.">
            <a:extLst>
              <a:ext uri="{FF2B5EF4-FFF2-40B4-BE49-F238E27FC236}">
                <a16:creationId xmlns:a16="http://schemas.microsoft.com/office/drawing/2014/main" id="{CF9AB931-5E96-F11C-67B2-6165DF693B1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40251" y="3683993"/>
            <a:ext cx="1125000" cy="900000"/>
          </a:xfrm>
          <a:prstGeom prst="rect">
            <a:avLst/>
          </a:prstGeom>
        </p:spPr>
      </p:pic>
      <p:pic>
        <p:nvPicPr>
          <p:cNvPr id="19" name="Picture 18" descr="A cartoon of a green alligator&#10;&#10;AI-generated content may be incorrect.">
            <a:extLst>
              <a:ext uri="{FF2B5EF4-FFF2-40B4-BE49-F238E27FC236}">
                <a16:creationId xmlns:a16="http://schemas.microsoft.com/office/drawing/2014/main" id="{1CDD57FA-39E1-E69E-4C49-E7065196C81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133382" y="3773993"/>
            <a:ext cx="1559566" cy="720000"/>
          </a:xfrm>
          <a:prstGeom prst="rect">
            <a:avLst/>
          </a:prstGeom>
        </p:spPr>
      </p:pic>
      <p:pic>
        <p:nvPicPr>
          <p:cNvPr id="20" name="Picture 19" descr="A cartoon giraffe standing&#10;&#10;AI-generated content may be incorrect.">
            <a:extLst>
              <a:ext uri="{FF2B5EF4-FFF2-40B4-BE49-F238E27FC236}">
                <a16:creationId xmlns:a16="http://schemas.microsoft.com/office/drawing/2014/main" id="{060FA759-51A0-4CD4-370D-49291D54B3BD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b="6547"/>
          <a:stretch>
            <a:fillRect/>
          </a:stretch>
        </p:blipFill>
        <p:spPr>
          <a:xfrm>
            <a:off x="6558889" y="568435"/>
            <a:ext cx="529335" cy="9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45086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8D94D3C-5544-DBE9-8372-AEEB728A1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1155F2F-6759-209F-DB7E-12DEF489E0D9}"/>
                  </a:ext>
                </a:extLst>
              </p:cNvPr>
              <p:cNvSpPr txBox="1"/>
              <p:nvPr/>
            </p:nvSpPr>
            <p:spPr>
              <a:xfrm>
                <a:off x="5765251" y="6113471"/>
                <a:ext cx="2987613" cy="4154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100" b="1" dirty="0">
                    <a:solidFill>
                      <a:srgbClr val="FF0000"/>
                    </a:solidFill>
                  </a:rPr>
                  <a:t>Body Temperature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1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1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GB" sz="21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2100" b="1" dirty="0">
                    <a:solidFill>
                      <a:srgbClr val="FF0000"/>
                    </a:solidFill>
                  </a:rPr>
                  <a:t>)</a:t>
                </a:r>
                <a:endParaRPr lang="en-PH" sz="21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1155F2F-6759-209F-DB7E-12DEF489E0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5251" y="6113471"/>
                <a:ext cx="2987613" cy="415498"/>
              </a:xfrm>
              <a:prstGeom prst="rect">
                <a:avLst/>
              </a:prstGeom>
              <a:blipFill>
                <a:blip r:embed="rId2"/>
                <a:stretch>
                  <a:fillRect l="-2542" t="-5882" b="-264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E76AA8F-A77C-42A7-BA3B-9491EAAFC539}"/>
                  </a:ext>
                </a:extLst>
              </p:cNvPr>
              <p:cNvSpPr txBox="1"/>
              <p:nvPr/>
            </p:nvSpPr>
            <p:spPr>
              <a:xfrm>
                <a:off x="387964" y="3216866"/>
                <a:ext cx="1766317" cy="4154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100" b="1" dirty="0">
                    <a:solidFill>
                      <a:srgbClr val="00B050"/>
                    </a:solidFill>
                  </a:rPr>
                  <a:t>Covering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1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1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GB" sz="21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sz="2100" b="1" dirty="0">
                    <a:solidFill>
                      <a:srgbClr val="00B050"/>
                    </a:solidFill>
                  </a:rPr>
                  <a:t>)</a:t>
                </a:r>
                <a:endParaRPr lang="en-PH" sz="21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E76AA8F-A77C-42A7-BA3B-9491EAAFC5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964" y="3216866"/>
                <a:ext cx="1766317" cy="415498"/>
              </a:xfrm>
              <a:prstGeom prst="rect">
                <a:avLst/>
              </a:prstGeom>
              <a:blipFill>
                <a:blip r:embed="rId3"/>
                <a:stretch>
                  <a:fillRect l="-4286" t="-5882" r="-2857" b="-264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19FD9B23-F3D8-7D65-C207-21346B6726D3}"/>
              </a:ext>
            </a:extLst>
          </p:cNvPr>
          <p:cNvGraphicFramePr/>
          <p:nvPr/>
        </p:nvGraphicFramePr>
        <p:xfrm>
          <a:off x="2391974" y="989889"/>
          <a:ext cx="8681701" cy="52273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3960934D-CBFC-11B2-47CA-E7F02618313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2921" y="2201680"/>
            <a:ext cx="932728" cy="900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170AEF5-EEE6-81E5-83BE-1D9F783988B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5735" y="568435"/>
            <a:ext cx="884072" cy="900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0989CD7-89DD-7E1D-8B3E-C7CFEE36666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6167" y="2201680"/>
            <a:ext cx="900000" cy="9000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8D646FB-DB92-08C5-0BF1-5DD02B232D5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6388" y="568435"/>
            <a:ext cx="733065" cy="9000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1F6A6EE-9798-BA95-2538-1275516FC7E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4604" y="2201680"/>
            <a:ext cx="957799" cy="900000"/>
          </a:xfrm>
          <a:prstGeom prst="rect">
            <a:avLst/>
          </a:prstGeom>
        </p:spPr>
      </p:pic>
      <p:pic>
        <p:nvPicPr>
          <p:cNvPr id="18" name="Picture 17" descr="A cartoon of a green lizard&#10;&#10;AI-generated content may be incorrect.">
            <a:extLst>
              <a:ext uri="{FF2B5EF4-FFF2-40B4-BE49-F238E27FC236}">
                <a16:creationId xmlns:a16="http://schemas.microsoft.com/office/drawing/2014/main" id="{B6015E0D-17B5-F08B-C768-FA9C27952AC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40251" y="3683993"/>
            <a:ext cx="1125000" cy="900000"/>
          </a:xfrm>
          <a:prstGeom prst="rect">
            <a:avLst/>
          </a:prstGeom>
        </p:spPr>
      </p:pic>
      <p:pic>
        <p:nvPicPr>
          <p:cNvPr id="19" name="Picture 18" descr="A cartoon of a green alligator&#10;&#10;AI-generated content may be incorrect.">
            <a:extLst>
              <a:ext uri="{FF2B5EF4-FFF2-40B4-BE49-F238E27FC236}">
                <a16:creationId xmlns:a16="http://schemas.microsoft.com/office/drawing/2014/main" id="{1B811A3D-A4A4-435D-5A9C-E0A2FCE7149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133382" y="3773993"/>
            <a:ext cx="1559566" cy="720000"/>
          </a:xfrm>
          <a:prstGeom prst="rect">
            <a:avLst/>
          </a:prstGeom>
        </p:spPr>
      </p:pic>
      <p:pic>
        <p:nvPicPr>
          <p:cNvPr id="20" name="Picture 19" descr="A cartoon giraffe standing&#10;&#10;AI-generated content may be incorrect.">
            <a:extLst>
              <a:ext uri="{FF2B5EF4-FFF2-40B4-BE49-F238E27FC236}">
                <a16:creationId xmlns:a16="http://schemas.microsoft.com/office/drawing/2014/main" id="{8B5C401E-0EA1-D83E-20E2-936F66B68A85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b="6547"/>
          <a:stretch>
            <a:fillRect/>
          </a:stretch>
        </p:blipFill>
        <p:spPr>
          <a:xfrm>
            <a:off x="6558889" y="568435"/>
            <a:ext cx="529335" cy="900000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FF27F4FE-36E9-A1F7-043B-82FE814BB7E2}"/>
              </a:ext>
            </a:extLst>
          </p:cNvPr>
          <p:cNvSpPr/>
          <p:nvPr/>
        </p:nvSpPr>
        <p:spPr>
          <a:xfrm>
            <a:off x="6199816" y="1835426"/>
            <a:ext cx="3421261" cy="1938567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EC41E47-9D57-3326-46CB-96345AE611E2}"/>
              </a:ext>
            </a:extLst>
          </p:cNvPr>
          <p:cNvSpPr/>
          <p:nvPr/>
        </p:nvSpPr>
        <p:spPr>
          <a:xfrm>
            <a:off x="5407744" y="329031"/>
            <a:ext cx="2650159" cy="1415620"/>
          </a:xfrm>
          <a:prstGeom prst="ellipse">
            <a:avLst/>
          </a:prstGeom>
          <a:noFill/>
          <a:ln w="76200">
            <a:solidFill>
              <a:srgbClr val="FFC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E6AACE0-78C7-5EE4-288B-83AD9EB505F4}"/>
              </a:ext>
            </a:extLst>
          </p:cNvPr>
          <p:cNvSpPr/>
          <p:nvPr/>
        </p:nvSpPr>
        <p:spPr>
          <a:xfrm>
            <a:off x="3024182" y="2721778"/>
            <a:ext cx="2865120" cy="2934664"/>
          </a:xfrm>
          <a:prstGeom prst="ellipse">
            <a:avLst/>
          </a:prstGeom>
          <a:noFill/>
          <a:ln w="76200">
            <a:solidFill>
              <a:srgbClr val="00B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7489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D4AE7DD-8B10-CF2F-1C46-CAE94C89F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6086B4B-54F3-6A83-551C-BCD648ADC48D}"/>
                  </a:ext>
                </a:extLst>
              </p:cNvPr>
              <p:cNvSpPr txBox="1"/>
              <p:nvPr/>
            </p:nvSpPr>
            <p:spPr>
              <a:xfrm>
                <a:off x="5175072" y="5099919"/>
                <a:ext cx="2987613" cy="4154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100" b="1" dirty="0">
                    <a:solidFill>
                      <a:srgbClr val="FF0000"/>
                    </a:solidFill>
                  </a:rPr>
                  <a:t>Body Temperature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1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1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GB" sz="21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2100" b="1" dirty="0">
                    <a:solidFill>
                      <a:srgbClr val="FF0000"/>
                    </a:solidFill>
                  </a:rPr>
                  <a:t>)</a:t>
                </a:r>
                <a:endParaRPr lang="en-PH" sz="21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6086B4B-54F3-6A83-551C-BCD648ADC4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5072" y="5099919"/>
                <a:ext cx="2987613" cy="415498"/>
              </a:xfrm>
              <a:prstGeom prst="rect">
                <a:avLst/>
              </a:prstGeom>
              <a:blipFill>
                <a:blip r:embed="rId3"/>
                <a:stretch>
                  <a:fillRect l="-2542" t="-5882" b="-294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7AEA2ED-D3A0-AB5F-A18A-33F671286DB1}"/>
                  </a:ext>
                </a:extLst>
              </p:cNvPr>
              <p:cNvSpPr txBox="1"/>
              <p:nvPr/>
            </p:nvSpPr>
            <p:spPr>
              <a:xfrm>
                <a:off x="222562" y="2801368"/>
                <a:ext cx="1766317" cy="4154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100" b="1" dirty="0">
                    <a:solidFill>
                      <a:srgbClr val="00B050"/>
                    </a:solidFill>
                  </a:rPr>
                  <a:t>Covering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1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1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GB" sz="21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sz="2100" b="1" dirty="0">
                    <a:solidFill>
                      <a:srgbClr val="00B050"/>
                    </a:solidFill>
                  </a:rPr>
                  <a:t>)</a:t>
                </a:r>
                <a:endParaRPr lang="en-PH" sz="21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7AEA2ED-D3A0-AB5F-A18A-33F671286D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562" y="2801368"/>
                <a:ext cx="1766317" cy="415498"/>
              </a:xfrm>
              <a:prstGeom prst="rect">
                <a:avLst/>
              </a:prstGeom>
              <a:blipFill>
                <a:blip r:embed="rId4"/>
                <a:stretch>
                  <a:fillRect l="-3571" t="-5882" r="-2857" b="-294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8181BFFA-FD4F-2192-1B58-3FCA473A8DC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87254209"/>
              </p:ext>
            </p:extLst>
          </p:nvPr>
        </p:nvGraphicFramePr>
        <p:xfrm>
          <a:off x="1988879" y="1416866"/>
          <a:ext cx="4680000" cy="36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3A576E36-B88A-10B9-C846-A450147B07A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65959059"/>
              </p:ext>
            </p:extLst>
          </p:nvPr>
        </p:nvGraphicFramePr>
        <p:xfrm>
          <a:off x="6874004" y="1416866"/>
          <a:ext cx="4680000" cy="36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496F196-4E13-921D-A06F-7652622E50A1}"/>
              </a:ext>
            </a:extLst>
          </p:cNvPr>
          <p:cNvSpPr txBox="1"/>
          <p:nvPr/>
        </p:nvSpPr>
        <p:spPr>
          <a:xfrm>
            <a:off x="3285067" y="918315"/>
            <a:ext cx="2087623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100" b="1" dirty="0" err="1"/>
              <a:t>Unlabeled</a:t>
            </a:r>
            <a:r>
              <a:rPr lang="en-GB" sz="2100" b="1" dirty="0"/>
              <a:t> Data</a:t>
            </a:r>
            <a:endParaRPr lang="en-PH" sz="21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A19F16-5D80-5B76-0484-5A57B1BAB71C}"/>
              </a:ext>
            </a:extLst>
          </p:cNvPr>
          <p:cNvSpPr txBox="1"/>
          <p:nvPr/>
        </p:nvSpPr>
        <p:spPr>
          <a:xfrm>
            <a:off x="8197539" y="918315"/>
            <a:ext cx="2032929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100" b="1" dirty="0"/>
              <a:t>Clustered Data</a:t>
            </a:r>
            <a:endParaRPr lang="en-PH" sz="2100" b="1" dirty="0"/>
          </a:p>
        </p:txBody>
      </p:sp>
    </p:spTree>
    <p:extLst>
      <p:ext uri="{BB962C8B-B14F-4D97-AF65-F5344CB8AC3E}">
        <p14:creationId xmlns:p14="http://schemas.microsoft.com/office/powerpoint/2010/main" val="156495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  <p:bldGraphic spid="5" grpId="0">
        <p:bldAsOne/>
      </p:bldGraphic>
      <p:bldP spid="6" grpId="0"/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9FE63C2-F298-CA6E-9348-E52DD9968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5FD9EA7-3BAD-FFAE-013A-BCC1F7849EB1}"/>
                  </a:ext>
                </a:extLst>
              </p:cNvPr>
              <p:cNvSpPr txBox="1"/>
              <p:nvPr/>
            </p:nvSpPr>
            <p:spPr>
              <a:xfrm>
                <a:off x="5175072" y="5099919"/>
                <a:ext cx="2987613" cy="4154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100" b="1" dirty="0">
                    <a:solidFill>
                      <a:srgbClr val="FF0000"/>
                    </a:solidFill>
                  </a:rPr>
                  <a:t>Body Temperature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1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1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GB" sz="21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2100" b="1" dirty="0">
                    <a:solidFill>
                      <a:srgbClr val="FF0000"/>
                    </a:solidFill>
                  </a:rPr>
                  <a:t>)</a:t>
                </a:r>
                <a:endParaRPr lang="en-PH" sz="2100" b="1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5FD9EA7-3BAD-FFAE-013A-BCC1F7849E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5072" y="5099919"/>
                <a:ext cx="2987613" cy="415498"/>
              </a:xfrm>
              <a:prstGeom prst="rect">
                <a:avLst/>
              </a:prstGeom>
              <a:blipFill>
                <a:blip r:embed="rId3"/>
                <a:stretch>
                  <a:fillRect l="-2542" t="-5882" b="-294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E196D2E-5391-0227-5834-A00BBE7815A1}"/>
                  </a:ext>
                </a:extLst>
              </p:cNvPr>
              <p:cNvSpPr txBox="1"/>
              <p:nvPr/>
            </p:nvSpPr>
            <p:spPr>
              <a:xfrm>
                <a:off x="222562" y="2801368"/>
                <a:ext cx="1766317" cy="4154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100" b="1" dirty="0">
                    <a:solidFill>
                      <a:srgbClr val="00B050"/>
                    </a:solidFill>
                  </a:rPr>
                  <a:t>Covering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1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1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GB" sz="21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sz="2100" b="1" dirty="0">
                    <a:solidFill>
                      <a:srgbClr val="00B050"/>
                    </a:solidFill>
                  </a:rPr>
                  <a:t>)</a:t>
                </a:r>
                <a:endParaRPr lang="en-PH" sz="2100" b="1" dirty="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E196D2E-5391-0227-5834-A00BBE7815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562" y="2801368"/>
                <a:ext cx="1766317" cy="415498"/>
              </a:xfrm>
              <a:prstGeom prst="rect">
                <a:avLst/>
              </a:prstGeom>
              <a:blipFill>
                <a:blip r:embed="rId4"/>
                <a:stretch>
                  <a:fillRect l="-3571" t="-5882" r="-2857" b="-294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2144529A-779A-5E40-9891-A0EAD1063916}"/>
              </a:ext>
            </a:extLst>
          </p:cNvPr>
          <p:cNvGraphicFramePr/>
          <p:nvPr/>
        </p:nvGraphicFramePr>
        <p:xfrm>
          <a:off x="1988879" y="1416866"/>
          <a:ext cx="4680000" cy="36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58D91A6C-8A70-AB52-3DAB-3581EF0360C8}"/>
              </a:ext>
            </a:extLst>
          </p:cNvPr>
          <p:cNvGraphicFramePr/>
          <p:nvPr/>
        </p:nvGraphicFramePr>
        <p:xfrm>
          <a:off x="6874004" y="1416866"/>
          <a:ext cx="4680000" cy="36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036476D-3FBB-5CF0-85DA-C5BF1BB562DE}"/>
              </a:ext>
            </a:extLst>
          </p:cNvPr>
          <p:cNvSpPr txBox="1"/>
          <p:nvPr/>
        </p:nvSpPr>
        <p:spPr>
          <a:xfrm>
            <a:off x="3285067" y="918315"/>
            <a:ext cx="2087623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100" b="1" dirty="0" err="1"/>
              <a:t>Unlabeled</a:t>
            </a:r>
            <a:r>
              <a:rPr lang="en-GB" sz="2100" b="1" dirty="0"/>
              <a:t> Data</a:t>
            </a:r>
            <a:endParaRPr lang="en-PH" sz="21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6597F4-8C31-E171-2F96-1F8E71D2254A}"/>
              </a:ext>
            </a:extLst>
          </p:cNvPr>
          <p:cNvSpPr txBox="1"/>
          <p:nvPr/>
        </p:nvSpPr>
        <p:spPr>
          <a:xfrm>
            <a:off x="8197539" y="918315"/>
            <a:ext cx="2032929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100" b="1" dirty="0"/>
              <a:t>Clustered Data</a:t>
            </a:r>
            <a:endParaRPr lang="en-PH" sz="2100" b="1" dirty="0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F149CB69-9AD9-7B33-4169-21DC797C6D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734" y="5708871"/>
            <a:ext cx="11216532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100" dirty="0">
                <a:latin typeface="+mn-lt"/>
              </a:rPr>
              <a:t>Looking at the unlabeled data on the left, </a:t>
            </a:r>
            <a:r>
              <a:rPr lang="en-US" altLang="en-US" sz="2100" b="1" dirty="0">
                <a:latin typeface="+mn-lt"/>
              </a:rPr>
              <a:t>you could guess that the data forms three clusters</a:t>
            </a:r>
            <a:r>
              <a:rPr lang="en-US" altLang="en-US" sz="2100" dirty="0">
                <a:latin typeface="+mn-lt"/>
              </a:rPr>
              <a:t>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100" dirty="0">
                <a:latin typeface="+mn-lt"/>
              </a:rPr>
              <a:t>even without a formal definition of similarity between data points. </a:t>
            </a:r>
          </a:p>
        </p:txBody>
      </p:sp>
    </p:spTree>
    <p:extLst>
      <p:ext uri="{BB962C8B-B14F-4D97-AF65-F5344CB8AC3E}">
        <p14:creationId xmlns:p14="http://schemas.microsoft.com/office/powerpoint/2010/main" val="42415515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F83F887-1539-24E4-D69E-D72183938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DBAF504-6CB6-8AC0-4E56-70DE2A43A5E4}"/>
                  </a:ext>
                </a:extLst>
              </p:cNvPr>
              <p:cNvSpPr txBox="1"/>
              <p:nvPr/>
            </p:nvSpPr>
            <p:spPr>
              <a:xfrm>
                <a:off x="5175072" y="5099919"/>
                <a:ext cx="2987613" cy="4154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100" b="1" dirty="0">
                    <a:solidFill>
                      <a:srgbClr val="FF0000"/>
                    </a:solidFill>
                  </a:rPr>
                  <a:t>Body Temperature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1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1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GB" sz="21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2100" b="1" dirty="0">
                    <a:solidFill>
                      <a:srgbClr val="FF0000"/>
                    </a:solidFill>
                  </a:rPr>
                  <a:t>)</a:t>
                </a:r>
                <a:endParaRPr lang="en-PH" sz="2100" b="1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DBAF504-6CB6-8AC0-4E56-70DE2A43A5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5072" y="5099919"/>
                <a:ext cx="2987613" cy="415498"/>
              </a:xfrm>
              <a:prstGeom prst="rect">
                <a:avLst/>
              </a:prstGeom>
              <a:blipFill>
                <a:blip r:embed="rId3"/>
                <a:stretch>
                  <a:fillRect l="-2542" t="-5882" b="-294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6074A96-8B65-579B-C3EB-294CF044C9B1}"/>
                  </a:ext>
                </a:extLst>
              </p:cNvPr>
              <p:cNvSpPr txBox="1"/>
              <p:nvPr/>
            </p:nvSpPr>
            <p:spPr>
              <a:xfrm>
                <a:off x="222562" y="2801368"/>
                <a:ext cx="1766317" cy="4154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100" b="1" dirty="0">
                    <a:solidFill>
                      <a:srgbClr val="00B050"/>
                    </a:solidFill>
                  </a:rPr>
                  <a:t>Covering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1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1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GB" sz="21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sz="2100" b="1" dirty="0">
                    <a:solidFill>
                      <a:srgbClr val="00B050"/>
                    </a:solidFill>
                  </a:rPr>
                  <a:t>)</a:t>
                </a:r>
                <a:endParaRPr lang="en-PH" sz="2100" b="1" dirty="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6074A96-8B65-579B-C3EB-294CF044C9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562" y="2801368"/>
                <a:ext cx="1766317" cy="415498"/>
              </a:xfrm>
              <a:prstGeom prst="rect">
                <a:avLst/>
              </a:prstGeom>
              <a:blipFill>
                <a:blip r:embed="rId4"/>
                <a:stretch>
                  <a:fillRect l="-3571" t="-5882" r="-2857" b="-294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4B1C1C1A-F171-A5EC-7F20-1F1580663946}"/>
              </a:ext>
            </a:extLst>
          </p:cNvPr>
          <p:cNvGraphicFramePr/>
          <p:nvPr/>
        </p:nvGraphicFramePr>
        <p:xfrm>
          <a:off x="1988879" y="1416866"/>
          <a:ext cx="4680000" cy="36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F9EBC8EA-F7CE-1FB6-0F49-E784412B96EC}"/>
              </a:ext>
            </a:extLst>
          </p:cNvPr>
          <p:cNvGraphicFramePr/>
          <p:nvPr/>
        </p:nvGraphicFramePr>
        <p:xfrm>
          <a:off x="6874004" y="1416866"/>
          <a:ext cx="4680000" cy="36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34BC137-19EB-339B-5766-01D514CF855C}"/>
              </a:ext>
            </a:extLst>
          </p:cNvPr>
          <p:cNvSpPr txBox="1"/>
          <p:nvPr/>
        </p:nvSpPr>
        <p:spPr>
          <a:xfrm>
            <a:off x="3285067" y="918315"/>
            <a:ext cx="2087623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100" b="1" dirty="0" err="1"/>
              <a:t>Unlabeled</a:t>
            </a:r>
            <a:r>
              <a:rPr lang="en-GB" sz="2100" b="1" dirty="0"/>
              <a:t> Data</a:t>
            </a:r>
            <a:endParaRPr lang="en-PH" sz="21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8E6B20-509B-C14A-F9DB-75D54B4A9F18}"/>
              </a:ext>
            </a:extLst>
          </p:cNvPr>
          <p:cNvSpPr txBox="1"/>
          <p:nvPr/>
        </p:nvSpPr>
        <p:spPr>
          <a:xfrm>
            <a:off x="8197539" y="918315"/>
            <a:ext cx="2032929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100" b="1" dirty="0"/>
              <a:t>Clustered Data</a:t>
            </a:r>
            <a:endParaRPr lang="en-PH" sz="2100" b="1" dirty="0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5E9CD9AD-F34A-FC3C-68BC-36E9B5CEBE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076" y="5708871"/>
            <a:ext cx="11943847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/>
            <a:r>
              <a:rPr lang="en-PH" sz="2100" dirty="0">
                <a:latin typeface="+mn-lt"/>
              </a:rPr>
              <a:t>In real-world applications, however, you need to </a:t>
            </a:r>
            <a:r>
              <a:rPr lang="en-PH" sz="2100" b="1" dirty="0">
                <a:latin typeface="+mn-lt"/>
              </a:rPr>
              <a:t>explicitly define a similarity measure</a:t>
            </a:r>
            <a:r>
              <a:rPr lang="en-PH" sz="2100" dirty="0">
                <a:latin typeface="+mn-lt"/>
              </a:rPr>
              <a:t>, or the metric </a:t>
            </a:r>
          </a:p>
          <a:p>
            <a:pPr lvl="0"/>
            <a:r>
              <a:rPr lang="en-PH" sz="2100" dirty="0">
                <a:latin typeface="+mn-lt"/>
              </a:rPr>
              <a:t>used to compare samples, in terms of the dataset's features. </a:t>
            </a:r>
          </a:p>
        </p:txBody>
      </p:sp>
    </p:spTree>
    <p:extLst>
      <p:ext uri="{BB962C8B-B14F-4D97-AF65-F5344CB8AC3E}">
        <p14:creationId xmlns:p14="http://schemas.microsoft.com/office/powerpoint/2010/main" val="4961710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9F9CEA6-AB57-19B4-13D8-73504835B5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85E644D-9F26-F6B1-105D-D90149F5F11A}"/>
                  </a:ext>
                </a:extLst>
              </p:cNvPr>
              <p:cNvSpPr txBox="1"/>
              <p:nvPr/>
            </p:nvSpPr>
            <p:spPr>
              <a:xfrm>
                <a:off x="5175072" y="5099919"/>
                <a:ext cx="2987613" cy="4154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100" b="1" dirty="0">
                    <a:solidFill>
                      <a:srgbClr val="FF0000"/>
                    </a:solidFill>
                  </a:rPr>
                  <a:t>Body Temperature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1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1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GB" sz="21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2100" b="1" dirty="0">
                    <a:solidFill>
                      <a:srgbClr val="FF0000"/>
                    </a:solidFill>
                  </a:rPr>
                  <a:t>)</a:t>
                </a:r>
                <a:endParaRPr lang="en-PH" sz="2100" b="1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85E644D-9F26-F6B1-105D-D90149F5F1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5072" y="5099919"/>
                <a:ext cx="2987613" cy="415498"/>
              </a:xfrm>
              <a:prstGeom prst="rect">
                <a:avLst/>
              </a:prstGeom>
              <a:blipFill>
                <a:blip r:embed="rId3"/>
                <a:stretch>
                  <a:fillRect l="-2542" t="-5882" b="-294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3A7308E-6F0B-8FB5-EE08-0C85D78C9351}"/>
                  </a:ext>
                </a:extLst>
              </p:cNvPr>
              <p:cNvSpPr txBox="1"/>
              <p:nvPr/>
            </p:nvSpPr>
            <p:spPr>
              <a:xfrm>
                <a:off x="222562" y="2801368"/>
                <a:ext cx="1766317" cy="4154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100" b="1" dirty="0">
                    <a:solidFill>
                      <a:srgbClr val="00B050"/>
                    </a:solidFill>
                  </a:rPr>
                  <a:t>Covering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1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1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GB" sz="21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sz="2100" b="1" dirty="0">
                    <a:solidFill>
                      <a:srgbClr val="00B050"/>
                    </a:solidFill>
                  </a:rPr>
                  <a:t>)</a:t>
                </a:r>
                <a:endParaRPr lang="en-PH" sz="2100" b="1" dirty="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3A7308E-6F0B-8FB5-EE08-0C85D78C93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562" y="2801368"/>
                <a:ext cx="1766317" cy="415498"/>
              </a:xfrm>
              <a:prstGeom prst="rect">
                <a:avLst/>
              </a:prstGeom>
              <a:blipFill>
                <a:blip r:embed="rId4"/>
                <a:stretch>
                  <a:fillRect l="-3571" t="-5882" r="-2857" b="-294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BEAC6B5B-6EDB-A6D5-D143-1DAB44F8DC28}"/>
              </a:ext>
            </a:extLst>
          </p:cNvPr>
          <p:cNvGraphicFramePr/>
          <p:nvPr/>
        </p:nvGraphicFramePr>
        <p:xfrm>
          <a:off x="1988879" y="1416866"/>
          <a:ext cx="4680000" cy="36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028259D0-56BE-6B23-3CC2-D518477228E8}"/>
              </a:ext>
            </a:extLst>
          </p:cNvPr>
          <p:cNvGraphicFramePr/>
          <p:nvPr/>
        </p:nvGraphicFramePr>
        <p:xfrm>
          <a:off x="6874004" y="1416866"/>
          <a:ext cx="4680000" cy="36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4D4BAD6-0F7A-CDB4-DA21-434492E9F055}"/>
              </a:ext>
            </a:extLst>
          </p:cNvPr>
          <p:cNvSpPr txBox="1"/>
          <p:nvPr/>
        </p:nvSpPr>
        <p:spPr>
          <a:xfrm>
            <a:off x="3285067" y="918315"/>
            <a:ext cx="2087623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100" b="1" dirty="0" err="1"/>
              <a:t>Unlabeled</a:t>
            </a:r>
            <a:r>
              <a:rPr lang="en-GB" sz="2100" b="1" dirty="0"/>
              <a:t> Data</a:t>
            </a:r>
            <a:endParaRPr lang="en-PH" sz="21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B4DC94-14BC-CC25-1BFF-4FFB91872C0A}"/>
              </a:ext>
            </a:extLst>
          </p:cNvPr>
          <p:cNvSpPr txBox="1"/>
          <p:nvPr/>
        </p:nvSpPr>
        <p:spPr>
          <a:xfrm>
            <a:off x="8197539" y="918315"/>
            <a:ext cx="2032929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100" b="1" dirty="0"/>
              <a:t>Clustered Data</a:t>
            </a:r>
            <a:endParaRPr lang="en-PH" sz="2100" b="1" dirty="0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0B05840F-A93A-7124-D0DA-FDCE41E32F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949" y="5870453"/>
            <a:ext cx="12107225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/>
            <a:r>
              <a:rPr lang="en-PH" sz="2100" dirty="0">
                <a:latin typeface="+mn-lt"/>
              </a:rPr>
              <a:t>When examples have only a couple of features, visualizing and measuring similarity is </a:t>
            </a:r>
            <a:r>
              <a:rPr lang="en-PH" sz="2100" b="1" dirty="0">
                <a:latin typeface="+mn-lt"/>
              </a:rPr>
              <a:t>straightforward</a:t>
            </a:r>
            <a:r>
              <a:rPr lang="en-PH" sz="2100" dirty="0">
                <a:latin typeface="+mn-lt"/>
              </a:rPr>
              <a:t>. </a:t>
            </a:r>
            <a:endParaRPr lang="en-US" altLang="en-US" sz="21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762506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535226E-DB48-4864-D83F-367B91ED0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>
            <a:extLst>
              <a:ext uri="{FF2B5EF4-FFF2-40B4-BE49-F238E27FC236}">
                <a16:creationId xmlns:a16="http://schemas.microsoft.com/office/drawing/2014/main" id="{62ED8078-FB0E-8B1A-794F-65932A2C96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7782" y="5708871"/>
            <a:ext cx="10407144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/>
            <a:r>
              <a:rPr lang="en-PH" sz="2100" b="1" dirty="0">
                <a:latin typeface="+mn-lt"/>
              </a:rPr>
              <a:t>But as the number of features increases</a:t>
            </a:r>
            <a:r>
              <a:rPr lang="en-PH" sz="2100" dirty="0">
                <a:latin typeface="+mn-lt"/>
              </a:rPr>
              <a:t>,</a:t>
            </a:r>
            <a:r>
              <a:rPr lang="en-PH" sz="2100" b="1" dirty="0">
                <a:latin typeface="+mn-lt"/>
              </a:rPr>
              <a:t> </a:t>
            </a:r>
            <a:r>
              <a:rPr lang="en-PH" sz="2100" dirty="0">
                <a:latin typeface="+mn-lt"/>
              </a:rPr>
              <a:t>combining and comparing features becomes </a:t>
            </a:r>
          </a:p>
          <a:p>
            <a:pPr lvl="0"/>
            <a:r>
              <a:rPr lang="en-PH" sz="2100" b="1" dirty="0">
                <a:latin typeface="+mn-lt"/>
              </a:rPr>
              <a:t>less intuitive and more complex</a:t>
            </a:r>
            <a:r>
              <a:rPr lang="en-PH" sz="2100" dirty="0">
                <a:latin typeface="+mn-lt"/>
              </a:rPr>
              <a:t>.</a:t>
            </a:r>
            <a:endParaRPr lang="en-US" altLang="en-US" sz="2100" dirty="0">
              <a:latin typeface="+mn-lt"/>
            </a:endParaRPr>
          </a:p>
        </p:txBody>
      </p:sp>
      <p:pic>
        <p:nvPicPr>
          <p:cNvPr id="10" name="Picture 9" descr="A graph showing different colored dots&#10;&#10;AI-generated content may be incorrect.">
            <a:extLst>
              <a:ext uri="{FF2B5EF4-FFF2-40B4-BE49-F238E27FC236}">
                <a16:creationId xmlns:a16="http://schemas.microsoft.com/office/drawing/2014/main" id="{95FCD983-62DC-D0F7-35C3-628050E75D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4489" y="1028871"/>
            <a:ext cx="8243021" cy="46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7760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6100D7C-DF8B-101C-A08A-7443987F21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>
            <a:extLst>
              <a:ext uri="{FF2B5EF4-FFF2-40B4-BE49-F238E27FC236}">
                <a16:creationId xmlns:a16="http://schemas.microsoft.com/office/drawing/2014/main" id="{3D7DD00F-CFD6-7773-D77F-E7322D8F9C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7782" y="5708871"/>
            <a:ext cx="10407144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/>
            <a:r>
              <a:rPr lang="en-PH" sz="2100" b="1" dirty="0">
                <a:latin typeface="+mn-lt"/>
              </a:rPr>
              <a:t>But as the number of features increases</a:t>
            </a:r>
            <a:r>
              <a:rPr lang="en-PH" sz="2100" dirty="0">
                <a:latin typeface="+mn-lt"/>
              </a:rPr>
              <a:t>,</a:t>
            </a:r>
            <a:r>
              <a:rPr lang="en-PH" sz="2100" b="1" dirty="0">
                <a:latin typeface="+mn-lt"/>
              </a:rPr>
              <a:t> </a:t>
            </a:r>
            <a:r>
              <a:rPr lang="en-PH" sz="2100" dirty="0">
                <a:latin typeface="+mn-lt"/>
              </a:rPr>
              <a:t>combining and comparing features becomes </a:t>
            </a:r>
          </a:p>
          <a:p>
            <a:pPr lvl="0"/>
            <a:r>
              <a:rPr lang="en-PH" sz="2100" b="1" dirty="0">
                <a:latin typeface="+mn-lt"/>
              </a:rPr>
              <a:t>less intuitive and more complex</a:t>
            </a:r>
            <a:r>
              <a:rPr lang="en-PH" sz="2100" dirty="0">
                <a:latin typeface="+mn-lt"/>
              </a:rPr>
              <a:t>.</a:t>
            </a:r>
            <a:endParaRPr lang="en-US" altLang="en-US" sz="2100" dirty="0">
              <a:latin typeface="+mn-lt"/>
            </a:endParaRPr>
          </a:p>
        </p:txBody>
      </p:sp>
      <p:pic>
        <p:nvPicPr>
          <p:cNvPr id="5" name="Picture 4" descr="A diagram of a data analysis&#10;&#10;AI-generated content may be incorrect.">
            <a:extLst>
              <a:ext uri="{FF2B5EF4-FFF2-40B4-BE49-F238E27FC236}">
                <a16:creationId xmlns:a16="http://schemas.microsoft.com/office/drawing/2014/main" id="{D82A7CF0-4B5F-EF66-758C-F8248768942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912"/>
          <a:stretch>
            <a:fillRect/>
          </a:stretch>
        </p:blipFill>
        <p:spPr>
          <a:xfrm>
            <a:off x="2791263" y="410465"/>
            <a:ext cx="6609474" cy="50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5450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2930EE7-3458-5878-9F7E-E59F8D82A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>
            <a:extLst>
              <a:ext uri="{FF2B5EF4-FFF2-40B4-BE49-F238E27FC236}">
                <a16:creationId xmlns:a16="http://schemas.microsoft.com/office/drawing/2014/main" id="{E4C9C100-B7DF-9349-DAC2-3CB4672F42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558" y="5870454"/>
            <a:ext cx="11472884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/>
            <a:r>
              <a:rPr lang="en-PH" sz="2100" dirty="0"/>
              <a:t>Different similarity measures may be more or less appropriate for different clustering scenarios.</a:t>
            </a:r>
            <a:endParaRPr lang="en-US" altLang="en-US" sz="2100" dirty="0"/>
          </a:p>
        </p:txBody>
      </p:sp>
      <p:pic>
        <p:nvPicPr>
          <p:cNvPr id="5" name="Picture 4" descr="A diagram of a data analysis&#10;&#10;AI-generated content may be incorrect.">
            <a:extLst>
              <a:ext uri="{FF2B5EF4-FFF2-40B4-BE49-F238E27FC236}">
                <a16:creationId xmlns:a16="http://schemas.microsoft.com/office/drawing/2014/main" id="{806DA662-CA68-2261-8273-940DFE1D539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912"/>
          <a:stretch>
            <a:fillRect/>
          </a:stretch>
        </p:blipFill>
        <p:spPr>
          <a:xfrm>
            <a:off x="2791263" y="410465"/>
            <a:ext cx="6609474" cy="50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0774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DF0B3B-333A-D1A0-224E-3A03E58BF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4F914-4217-0B7E-5BFA-C26E4F769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E42B62-0296-36A5-2847-00F97067CA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56369"/>
            <a:ext cx="10515600" cy="3975262"/>
          </a:xfrm>
        </p:spPr>
        <p:txBody>
          <a:bodyPr>
            <a:noAutofit/>
          </a:bodyPr>
          <a:lstStyle/>
          <a:p>
            <a:pPr algn="l">
              <a:buFont typeface="Wingdings" pitchFamily="2" charset="2"/>
              <a:buChar char="Ø"/>
            </a:pPr>
            <a:r>
              <a:rPr lang="en-US" sz="3500" b="1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US" sz="3500" b="1" dirty="0"/>
              <a:t>What is clustering?</a:t>
            </a:r>
          </a:p>
          <a:p>
            <a:pPr algn="l">
              <a:buFont typeface="Wingdings" pitchFamily="2" charset="2"/>
              <a:buChar char="Ø"/>
            </a:pPr>
            <a:r>
              <a:rPr lang="en-US" sz="3500" b="1" dirty="0"/>
              <a:t> Clustering Algorithms</a:t>
            </a:r>
          </a:p>
          <a:p>
            <a:pPr algn="l">
              <a:buFont typeface="Wingdings" pitchFamily="2" charset="2"/>
              <a:buChar char="Ø"/>
            </a:pPr>
            <a:r>
              <a:rPr lang="en-US" sz="3500" b="1" dirty="0">
                <a:solidFill>
                  <a:schemeClr val="bg2">
                    <a:lumMod val="90000"/>
                  </a:schemeClr>
                </a:solidFill>
              </a:rPr>
              <a:t> Clustering workflow</a:t>
            </a:r>
          </a:p>
          <a:p>
            <a:pPr marL="0" indent="0" algn="l">
              <a:buNone/>
            </a:pPr>
            <a:endParaRPr lang="en-US" sz="3500" b="1" dirty="0">
              <a:solidFill>
                <a:schemeClr val="bg2">
                  <a:lumMod val="9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09706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819FE-A957-88E1-B45A-9DBF9FA6C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Clustering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BD2583-61FE-83E3-CC9C-FA60732B3B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Machine learning datasets can have millions of examples, but not all clustering algorithms scale efficiently. </a:t>
            </a:r>
          </a:p>
        </p:txBody>
      </p:sp>
    </p:spTree>
    <p:extLst>
      <p:ext uri="{BB962C8B-B14F-4D97-AF65-F5344CB8AC3E}">
        <p14:creationId xmlns:p14="http://schemas.microsoft.com/office/powerpoint/2010/main" val="31565752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CCF670-78E2-6440-EB67-CCC15A726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3ACE3-E10C-1122-509C-6C1534C50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Clustering Algorithms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E0B5D27-24DE-57B9-CC96-C28AB565B48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Many clustering algorithms compute the similarity between all pairs of examples, which means their runtime increases as the square of the number of examples , denoted as  in complexity notation.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𝑂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dirty="0"/>
                  <a:t>algorithms are not practical for datasets with millions of examples.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E0B5D27-24DE-57B9-CC96-C28AB565B48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624" r="-16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1">
            <a:extLst>
              <a:ext uri="{FF2B5EF4-FFF2-40B4-BE49-F238E27FC236}">
                <a16:creationId xmlns:a16="http://schemas.microsoft.com/office/drawing/2014/main" id="{C3914DAD-F953-DBF9-02D3-18A9EBD537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.  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50226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C06FC-34F3-47E1-4E2B-406162529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Centroid-based clustering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5E68C2-8F36-AB8B-79C8-C1ED7C0FCF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165871"/>
            <a:ext cx="10515600" cy="1325563"/>
          </a:xfrm>
        </p:spPr>
        <p:txBody>
          <a:bodyPr/>
          <a:lstStyle/>
          <a:p>
            <a:pPr marL="0" indent="0">
              <a:buNone/>
            </a:pPr>
            <a:r>
              <a:rPr lang="en-PH" dirty="0"/>
              <a:t>The </a:t>
            </a:r>
            <a:r>
              <a:rPr lang="en-PH" b="1" dirty="0">
                <a:hlinkClick r:id="rId2"/>
              </a:rPr>
              <a:t>centroid</a:t>
            </a:r>
            <a:r>
              <a:rPr lang="en-PH" dirty="0"/>
              <a:t> of a cluster is the arithmetic mean of all the points in the cluster. </a:t>
            </a:r>
            <a:r>
              <a:rPr lang="en-PH" b="1" dirty="0"/>
              <a:t>Centroid-based clustering</a:t>
            </a:r>
            <a:r>
              <a:rPr lang="en-PH" dirty="0"/>
              <a:t> organizes the data into non-hierarchical clusters.</a:t>
            </a:r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810A4E16-5D36-44A2-59F0-0CE059853B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01732" y="1987550"/>
            <a:ext cx="3276600" cy="288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2012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6EB623-084D-F16D-8803-00B3905190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8A1C1-7147-FB58-16E6-21C93A4FE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Centroid-based clustering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22C2AA-195E-1752-D606-5735D0F417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165871"/>
            <a:ext cx="10515600" cy="1325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PH" dirty="0"/>
              <a:t>Centroid-based clustering algorithms are efficient but sensitive to initial conditions and outliers. Of these, k-means is the most widely used.</a:t>
            </a:r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EEA09C19-7945-BED3-0426-592E9640DE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01732" y="1987550"/>
            <a:ext cx="3276600" cy="288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28145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6D0B75-252A-71A1-4EB6-AD65A95BE6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83264-FF22-C537-C402-9C67C360BC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Centroid-based clustering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6ED026-7C67-F4B8-328C-AB72FDB749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165871"/>
            <a:ext cx="10515600" cy="1325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PH" dirty="0"/>
              <a:t>It requires users to define the number of centroids, </a:t>
            </a:r>
            <a:r>
              <a:rPr lang="en-PH" i="1" dirty="0"/>
              <a:t>k</a:t>
            </a:r>
            <a:r>
              <a:rPr lang="en-PH" dirty="0"/>
              <a:t>, and works well with clusters of roughly equal size.</a:t>
            </a:r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81DCFA1-A01B-7966-9B21-0E0A316167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01732" y="1987550"/>
            <a:ext cx="3276600" cy="288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17131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0148BB-78DC-60FA-AD54-0B5D3FE90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CD3B3-F299-5E28-B7EB-8140A8B22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Density-based clustering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E27A44-02D3-DF5E-23F3-7FBB21F7D0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621288"/>
            <a:ext cx="10515600" cy="80161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PH" dirty="0"/>
              <a:t>Density-based clustering connects contiguous areas of high example density into clusters. </a:t>
            </a:r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EE1E57C0-999D-EB48-C322-4C6205E8CD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52900" y="1979984"/>
            <a:ext cx="3886200" cy="328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3568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55FC6-89F4-61DC-E53B-3EF5C810D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D5211-36BC-B73C-00F4-210DA6390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Density-based clustering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535562-84E3-0A02-D9FC-6450BA6504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621288"/>
            <a:ext cx="10515600" cy="80161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PH" dirty="0"/>
              <a:t>This allows for the discovery of any number of clusters of any shape. Outliers are not assigned to clusters. </a:t>
            </a:r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CF4E873-65FC-3E33-79B6-4B1FF743C4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52900" y="1979984"/>
            <a:ext cx="3886200" cy="328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2398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5F33B6-864E-65C7-D728-0CF3F163D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27647-84AC-A27D-0D37-D42814440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Density-based clustering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BD065F-5556-1E0B-DFD0-04F3B3C3BE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621288"/>
            <a:ext cx="10515600" cy="80161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PH" dirty="0"/>
              <a:t>These algorithms have difficulty with clusters of different density and data with high dimensions.</a:t>
            </a:r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ED2A9707-DCA1-B758-B910-5E23068739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52900" y="1979984"/>
            <a:ext cx="3886200" cy="328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05365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2FED3A-F7F4-96F4-FB34-DABAE115B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E4ED1-F029-79F5-1369-BD9469FF3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Distribution clustering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27FA32-CD98-37B4-800A-22B6026F32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671225"/>
            <a:ext cx="10515600" cy="966981"/>
          </a:xfrm>
        </p:spPr>
        <p:txBody>
          <a:bodyPr/>
          <a:lstStyle/>
          <a:p>
            <a:pPr marL="0" indent="0">
              <a:buNone/>
            </a:pPr>
            <a:r>
              <a:rPr lang="en-PH" dirty="0"/>
              <a:t>This clustering approach assumes data is composed of probabilistic distributions, such as </a:t>
            </a:r>
            <a:r>
              <a:rPr lang="en-PH" b="1" dirty="0"/>
              <a:t>Gaussian Distributions</a:t>
            </a:r>
            <a:endParaRPr lang="en-US" b="1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E056B56F-2781-AB11-9417-CE4BD57254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22700" y="2349478"/>
            <a:ext cx="4546600" cy="312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3488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217F1D-6CAF-25E5-F1B0-9CB35F2D1F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DFD58-C7E1-D237-E5C4-10A9EF198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Distribution clustering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A7E257-B2DE-FE31-DBC3-09A68DCB42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671225"/>
            <a:ext cx="10515600" cy="966981"/>
          </a:xfrm>
        </p:spPr>
        <p:txBody>
          <a:bodyPr/>
          <a:lstStyle/>
          <a:p>
            <a:pPr marL="0" indent="0">
              <a:buNone/>
            </a:pPr>
            <a:r>
              <a:rPr lang="en-PH" dirty="0"/>
              <a:t>As </a:t>
            </a:r>
            <a:r>
              <a:rPr lang="en-PH" b="1" dirty="0"/>
              <a:t>distance</a:t>
            </a:r>
            <a:r>
              <a:rPr lang="en-PH" dirty="0"/>
              <a:t> from the distribution's center </a:t>
            </a:r>
            <a:r>
              <a:rPr lang="en-PH" b="1" dirty="0"/>
              <a:t>increases</a:t>
            </a:r>
            <a:r>
              <a:rPr lang="en-PH" dirty="0"/>
              <a:t>, the probability that a point belongs to the distribution </a:t>
            </a:r>
            <a:r>
              <a:rPr lang="en-PH" b="1" dirty="0"/>
              <a:t>decreases</a:t>
            </a:r>
            <a:r>
              <a:rPr lang="en-PH" dirty="0"/>
              <a:t>.</a:t>
            </a:r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A6FBBDBF-B668-AA1C-06FF-08C0BF30C9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22700" y="2349478"/>
            <a:ext cx="4546600" cy="312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991719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E2B312-2A8A-A792-5F4C-0D1F94246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A497D-658F-76A7-652A-4E88B58D6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Distribution clustering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D55BB5-7496-3C69-4937-B61ED850FF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9717" y="5671225"/>
            <a:ext cx="6992566" cy="966981"/>
          </a:xfrm>
        </p:spPr>
        <p:txBody>
          <a:bodyPr/>
          <a:lstStyle/>
          <a:p>
            <a:pPr marL="0" indent="0">
              <a:buNone/>
            </a:pPr>
            <a:r>
              <a:rPr lang="en-PH" dirty="0"/>
              <a:t>The bands show that decrease in probability.</a:t>
            </a:r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404BEB2A-07A0-68B7-965F-11977E377F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22700" y="2349478"/>
            <a:ext cx="4546600" cy="312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78904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1C9223-98CC-7EAE-1130-E158F1F36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72C63-C11E-5C6C-8C06-F9D431EF7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Hierarchical clustering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FB80E5-CA42-7A80-209B-3038293524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671225"/>
            <a:ext cx="10515600" cy="966981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PH" b="1" dirty="0"/>
              <a:t>Hierarchical clustering</a:t>
            </a:r>
            <a:r>
              <a:rPr lang="en-PH" dirty="0"/>
              <a:t> creates a tree of clusters. Hierarchical clustering, not surprisingly, is well suited to hierarchical data, such as taxonomies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474A2CE2-FE69-D6CE-9D18-F825D599CA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03650" y="2286869"/>
            <a:ext cx="4584700" cy="302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40211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5D6D0-1415-577D-9BE8-AD4013C2A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A69A30-FA4A-A401-0622-901D5C83C9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§"/>
            </a:pPr>
            <a:r>
              <a:rPr lang="en-US" dirty="0">
                <a:hlinkClick r:id="rId2"/>
              </a:rPr>
              <a:t>https://developers.google.com/machine-learning/clustering/clustering-algorithms</a:t>
            </a:r>
            <a:endParaRPr lang="en-US" dirty="0"/>
          </a:p>
          <a:p>
            <a:pPr>
              <a:buFont typeface="Wingdings" pitchFamily="2" charset="2"/>
              <a:buChar char="§"/>
            </a:pPr>
            <a:endParaRPr lang="en-US" dirty="0"/>
          </a:p>
          <a:p>
            <a:pPr>
              <a:buFont typeface="Wingdings" pitchFamily="2" charset="2"/>
              <a:buChar char="§"/>
            </a:pPr>
            <a:r>
              <a:rPr lang="en-US" dirty="0">
                <a:hlinkClick r:id="rId3"/>
              </a:rPr>
              <a:t>https://www.ibm.com/think/topics/clustering</a:t>
            </a:r>
            <a:endParaRPr lang="en-US" dirty="0"/>
          </a:p>
          <a:p>
            <a:pPr>
              <a:buFont typeface="Wingdings" pitchFamily="2" charset="2"/>
              <a:buChar char="§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3723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4394</TotalTime>
  <Words>858</Words>
  <Application>Microsoft Macintosh PowerPoint</Application>
  <PresentationFormat>Widescreen</PresentationFormat>
  <Paragraphs>201</Paragraphs>
  <Slides>32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9" baseType="lpstr">
      <vt:lpstr>Aptos</vt:lpstr>
      <vt:lpstr>Aptos Display</vt:lpstr>
      <vt:lpstr>Arial</vt:lpstr>
      <vt:lpstr>Cambria Math</vt:lpstr>
      <vt:lpstr>Roboto</vt:lpstr>
      <vt:lpstr>Wingdings</vt:lpstr>
      <vt:lpstr>Office Theme</vt:lpstr>
      <vt:lpstr>Introduction to Clustering</vt:lpstr>
      <vt:lpstr>Outline</vt:lpstr>
      <vt:lpstr>PowerPoint Presentation</vt:lpstr>
      <vt:lpstr>PowerPoint Presentation</vt:lpstr>
      <vt:lpstr>PowerPoint Presentation</vt:lpstr>
      <vt:lpstr>What is Clustering?</vt:lpstr>
      <vt:lpstr>What is Clustering?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Outline</vt:lpstr>
      <vt:lpstr>Clustering Algorithms</vt:lpstr>
      <vt:lpstr>Clustering Algorithms</vt:lpstr>
      <vt:lpstr>Centroid-based clustering</vt:lpstr>
      <vt:lpstr>Centroid-based clustering</vt:lpstr>
      <vt:lpstr>Centroid-based clustering</vt:lpstr>
      <vt:lpstr>Density-based clustering</vt:lpstr>
      <vt:lpstr>Density-based clustering</vt:lpstr>
      <vt:lpstr>Density-based clustering</vt:lpstr>
      <vt:lpstr>Distribution clustering</vt:lpstr>
      <vt:lpstr>Distribution clustering</vt:lpstr>
      <vt:lpstr>Distribution clustering</vt:lpstr>
      <vt:lpstr>Hierarchical clustering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Palenzuela, Ronnel</dc:creator>
  <cp:lastModifiedBy>Elizer Jr. D. Ponio</cp:lastModifiedBy>
  <cp:revision>651</cp:revision>
  <dcterms:created xsi:type="dcterms:W3CDTF">2024-08-08T01:29:50Z</dcterms:created>
  <dcterms:modified xsi:type="dcterms:W3CDTF">2025-11-12T10:01:41Z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a813f4b-519a-4481-a498-85770f517757_Enabled">
    <vt:lpwstr>true</vt:lpwstr>
  </property>
  <property fmtid="{D5CDD505-2E9C-101B-9397-08002B2CF9AE}" pid="3" name="MSIP_Label_8a813f4b-519a-4481-a498-85770f517757_SetDate">
    <vt:lpwstr>2024-08-08T02:28:55Z</vt:lpwstr>
  </property>
  <property fmtid="{D5CDD505-2E9C-101B-9397-08002B2CF9AE}" pid="4" name="MSIP_Label_8a813f4b-519a-4481-a498-85770f517757_Method">
    <vt:lpwstr>Standard</vt:lpwstr>
  </property>
  <property fmtid="{D5CDD505-2E9C-101B-9397-08002B2CF9AE}" pid="5" name="MSIP_Label_8a813f4b-519a-4481-a498-85770f517757_Name">
    <vt:lpwstr>Anyone (unrestricted)</vt:lpwstr>
  </property>
  <property fmtid="{D5CDD505-2E9C-101B-9397-08002B2CF9AE}" pid="6" name="MSIP_Label_8a813f4b-519a-4481-a498-85770f517757_SiteId">
    <vt:lpwstr>1d981f77-3ca3-46ae-b0d4-e8044e6c7f84</vt:lpwstr>
  </property>
  <property fmtid="{D5CDD505-2E9C-101B-9397-08002B2CF9AE}" pid="7" name="MSIP_Label_8a813f4b-519a-4481-a498-85770f517757_ActionId">
    <vt:lpwstr>6e000025-dfc4-466b-8a1a-3abd180e870b</vt:lpwstr>
  </property>
  <property fmtid="{D5CDD505-2E9C-101B-9397-08002B2CF9AE}" pid="8" name="MSIP_Label_8a813f4b-519a-4481-a498-85770f517757_ContentBits">
    <vt:lpwstr>0</vt:lpwstr>
  </property>
</Properties>
</file>