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4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5"/>
  </p:notesMasterIdLst>
  <p:sldIdLst>
    <p:sldId id="257" r:id="rId2"/>
    <p:sldId id="263" r:id="rId3"/>
    <p:sldId id="470" r:id="rId4"/>
    <p:sldId id="475" r:id="rId5"/>
    <p:sldId id="476" r:id="rId6"/>
    <p:sldId id="477" r:id="rId7"/>
    <p:sldId id="479" r:id="rId8"/>
    <p:sldId id="480" r:id="rId9"/>
    <p:sldId id="469" r:id="rId10"/>
    <p:sldId id="483" r:id="rId11"/>
    <p:sldId id="488" r:id="rId12"/>
    <p:sldId id="484" r:id="rId13"/>
    <p:sldId id="485" r:id="rId14"/>
    <p:sldId id="486" r:id="rId15"/>
    <p:sldId id="487" r:id="rId16"/>
    <p:sldId id="489" r:id="rId17"/>
    <p:sldId id="481" r:id="rId18"/>
    <p:sldId id="478" r:id="rId19"/>
    <p:sldId id="490" r:id="rId20"/>
    <p:sldId id="557" r:id="rId21"/>
    <p:sldId id="558" r:id="rId22"/>
    <p:sldId id="559" r:id="rId23"/>
    <p:sldId id="560" r:id="rId24"/>
    <p:sldId id="561" r:id="rId25"/>
    <p:sldId id="562" r:id="rId26"/>
    <p:sldId id="563" r:id="rId27"/>
    <p:sldId id="564" r:id="rId28"/>
    <p:sldId id="565" r:id="rId29"/>
    <p:sldId id="566" r:id="rId30"/>
    <p:sldId id="567" r:id="rId31"/>
    <p:sldId id="491" r:id="rId32"/>
    <p:sldId id="519" r:id="rId33"/>
    <p:sldId id="520" r:id="rId34"/>
    <p:sldId id="517" r:id="rId35"/>
    <p:sldId id="521" r:id="rId36"/>
    <p:sldId id="522" r:id="rId37"/>
    <p:sldId id="523" r:id="rId38"/>
    <p:sldId id="525" r:id="rId39"/>
    <p:sldId id="526" r:id="rId40"/>
    <p:sldId id="527" r:id="rId41"/>
    <p:sldId id="528" r:id="rId42"/>
    <p:sldId id="529" r:id="rId43"/>
    <p:sldId id="530" r:id="rId44"/>
    <p:sldId id="532" r:id="rId45"/>
    <p:sldId id="531" r:id="rId46"/>
    <p:sldId id="533" r:id="rId47"/>
    <p:sldId id="534" r:id="rId48"/>
    <p:sldId id="535" r:id="rId49"/>
    <p:sldId id="536" r:id="rId50"/>
    <p:sldId id="537" r:id="rId51"/>
    <p:sldId id="538" r:id="rId52"/>
    <p:sldId id="539" r:id="rId53"/>
    <p:sldId id="540" r:id="rId54"/>
    <p:sldId id="541" r:id="rId55"/>
    <p:sldId id="542" r:id="rId56"/>
    <p:sldId id="543" r:id="rId57"/>
    <p:sldId id="552" r:id="rId58"/>
    <p:sldId id="549" r:id="rId59"/>
    <p:sldId id="551" r:id="rId60"/>
    <p:sldId id="550" r:id="rId61"/>
    <p:sldId id="548" r:id="rId62"/>
    <p:sldId id="553" r:id="rId63"/>
    <p:sldId id="554" r:id="rId64"/>
    <p:sldId id="555" r:id="rId65"/>
    <p:sldId id="556" r:id="rId66"/>
    <p:sldId id="501" r:id="rId67"/>
    <p:sldId id="502" r:id="rId68"/>
    <p:sldId id="510" r:id="rId69"/>
    <p:sldId id="511" r:id="rId70"/>
    <p:sldId id="508" r:id="rId71"/>
    <p:sldId id="509" r:id="rId72"/>
    <p:sldId id="505" r:id="rId73"/>
    <p:sldId id="507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4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F8E01-DE24-0F4F-A559-943D670B7764}" v="50" dt="2024-08-14T17:48:44.4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20"/>
    <p:restoredTop sz="94344"/>
  </p:normalViewPr>
  <p:slideViewPr>
    <p:cSldViewPr snapToGrid="0">
      <p:cViewPr>
        <p:scale>
          <a:sx n="75" d="100"/>
          <a:sy n="75" d="100"/>
        </p:scale>
        <p:origin x="276" y="17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nel D. Palenzuela" userId="27216d6f-a712-48da-bcb2-613e4bc945ac" providerId="ADAL" clId="{16736750-74B4-184C-AACF-97E7E4B9FAA6}"/>
    <pc:docChg chg="undo custSel addSld delSld modSld sldOrd modMainMaster">
      <pc:chgData name="Ronnel D. Palenzuela" userId="27216d6f-a712-48da-bcb2-613e4bc945ac" providerId="ADAL" clId="{16736750-74B4-184C-AACF-97E7E4B9FAA6}" dt="2024-08-13T03:37:12.131" v="3508" actId="207"/>
      <pc:docMkLst>
        <pc:docMk/>
      </pc:docMkLst>
      <pc:sldChg chg="modSp mod">
        <pc:chgData name="Ronnel D. Palenzuela" userId="27216d6f-a712-48da-bcb2-613e4bc945ac" providerId="ADAL" clId="{16736750-74B4-184C-AACF-97E7E4B9FAA6}" dt="2024-08-11T23:14:10.328" v="2625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736750-74B4-184C-AACF-97E7E4B9FAA6}" dt="2024-08-11T23:14:10.328" v="2625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Sp delSp modSp del mod setBg modNotesTx">
        <pc:chgData name="Ronnel D. Palenzuela" userId="27216d6f-a712-48da-bcb2-613e4bc945ac" providerId="ADAL" clId="{16736750-74B4-184C-AACF-97E7E4B9FAA6}" dt="2024-08-11T06:16:40.205" v="363" actId="2696"/>
        <pc:sldMkLst>
          <pc:docMk/>
          <pc:sldMk cId="218736974" sldId="258"/>
        </pc:sldMkLst>
        <pc:spChg chg="mod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16:25.529" v="353" actId="21"/>
          <ac:spMkLst>
            <pc:docMk/>
            <pc:sldMk cId="218736974" sldId="25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9" creationId="{04812C46-200A-4DEB-A05E-3ED6C68C2387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11" creationId="{D1EA859B-E555-4109-94F3-6700E046E008}"/>
          </ac:spMkLst>
        </pc:spChg>
        <pc:picChg chg="add del mod ord">
          <ac:chgData name="Ronnel D. Palenzuela" userId="27216d6f-a712-48da-bcb2-613e4bc945ac" providerId="ADAL" clId="{16736750-74B4-184C-AACF-97E7E4B9FAA6}" dt="2024-08-11T06:16:38.323" v="362" actId="21"/>
          <ac:picMkLst>
            <pc:docMk/>
            <pc:sldMk cId="218736974" sldId="258"/>
            <ac:picMk id="4" creationId="{98D0E626-B0C1-BC0F-8BBE-013B7E7B3AA6}"/>
          </ac:picMkLst>
        </pc:picChg>
      </pc:sldChg>
      <pc:sldChg chg="addSp delSp modSp mod modNotesTx">
        <pc:chgData name="Ronnel D. Palenzuela" userId="27216d6f-a712-48da-bcb2-613e4bc945ac" providerId="ADAL" clId="{16736750-74B4-184C-AACF-97E7E4B9FAA6}" dt="2024-08-11T12:37:53.539" v="2618" actId="20577"/>
        <pc:sldMkLst>
          <pc:docMk/>
          <pc:sldMk cId="3256538018" sldId="259"/>
        </pc:sldMkLst>
        <pc:spChg chg="mod">
          <ac:chgData name="Ronnel D. Palenzuela" userId="27216d6f-a712-48da-bcb2-613e4bc945ac" providerId="ADAL" clId="{16736750-74B4-184C-AACF-97E7E4B9FAA6}" dt="2024-08-11T06:18:47.941" v="388" actId="14100"/>
          <ac:spMkLst>
            <pc:docMk/>
            <pc:sldMk cId="3256538018" sldId="25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37:53.539" v="2618" actId="20577"/>
          <ac:spMkLst>
            <pc:docMk/>
            <pc:sldMk cId="3256538018" sldId="25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21:54.031" v="403" actId="1076"/>
          <ac:picMkLst>
            <pc:docMk/>
            <pc:sldMk cId="3256538018" sldId="259"/>
            <ac:picMk id="4" creationId="{E700435F-1E7A-3EEC-4AA8-86923D600596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5" creationId="{D3CE80CF-7820-04DC-00A6-061A45338617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6" creationId="{105319CD-EE8D-3939-D407-76A3761FCAFE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7" creationId="{763F4613-1B0F-8B43-1A32-113F3480FFDD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8" creationId="{3F65A7A7-479E-10AB-F526-C7D8854988BE}"/>
          </ac:picMkLst>
        </pc:picChg>
        <pc:picChg chg="add mod">
          <ac:chgData name="Ronnel D. Palenzuela" userId="27216d6f-a712-48da-bcb2-613e4bc945ac" providerId="ADAL" clId="{16736750-74B4-184C-AACF-97E7E4B9FAA6}" dt="2024-08-11T06:21:54.464" v="404" actId="1076"/>
          <ac:picMkLst>
            <pc:docMk/>
            <pc:sldMk cId="3256538018" sldId="259"/>
            <ac:picMk id="9" creationId="{5039F99A-C68C-0B5B-1A0E-5505DF7E762C}"/>
          </ac:picMkLst>
        </pc:picChg>
      </pc:sldChg>
      <pc:sldChg chg="del modNotesTx">
        <pc:chgData name="Ronnel D. Palenzuela" userId="27216d6f-a712-48da-bcb2-613e4bc945ac" providerId="ADAL" clId="{16736750-74B4-184C-AACF-97E7E4B9FAA6}" dt="2024-08-11T06:22:16.116" v="405" actId="2696"/>
        <pc:sldMkLst>
          <pc:docMk/>
          <pc:sldMk cId="606913761" sldId="260"/>
        </pc:sldMkLst>
      </pc:sldChg>
      <pc:sldChg chg="del">
        <pc:chgData name="Ronnel D. Palenzuela" userId="27216d6f-a712-48da-bcb2-613e4bc945ac" providerId="ADAL" clId="{16736750-74B4-184C-AACF-97E7E4B9FAA6}" dt="2024-08-11T06:22:16.124" v="406" actId="2696"/>
        <pc:sldMkLst>
          <pc:docMk/>
          <pc:sldMk cId="285302475" sldId="261"/>
        </pc:sldMkLst>
      </pc:sldChg>
      <pc:sldChg chg="del modNotesTx">
        <pc:chgData name="Ronnel D. Palenzuela" userId="27216d6f-a712-48da-bcb2-613e4bc945ac" providerId="ADAL" clId="{16736750-74B4-184C-AACF-97E7E4B9FAA6}" dt="2024-08-11T09:23:38.794" v="1383" actId="2696"/>
        <pc:sldMkLst>
          <pc:docMk/>
          <pc:sldMk cId="1633078811" sldId="262"/>
        </pc:sldMkLst>
      </pc:sldChg>
      <pc:sldChg chg="addSp delSp modSp mod ord setBg modNotesTx">
        <pc:chgData name="Ronnel D. Palenzuela" userId="27216d6f-a712-48da-bcb2-613e4bc945ac" providerId="ADAL" clId="{16736750-74B4-184C-AACF-97E7E4B9FAA6}" dt="2024-08-11T07:26:40.554" v="869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736750-74B4-184C-AACF-97E7E4B9FAA6}" dt="2024-08-11T07:26:40.554" v="869" actId="20577"/>
          <ac:spMkLst>
            <pc:docMk/>
            <pc:sldMk cId="3611571112" sldId="263"/>
            <ac:spMk id="2" creationId="{4B9DC0FD-E73C-26A6-891F-61B461076958}"/>
          </ac:spMkLst>
        </pc:spChg>
        <pc:spChg chg="del mod">
          <ac:chgData name="Ronnel D. Palenzuela" userId="27216d6f-a712-48da-bcb2-613e4bc945ac" providerId="ADAL" clId="{16736750-74B4-184C-AACF-97E7E4B9FAA6}" dt="2024-08-11T05:58:13.516" v="174" actId="478"/>
          <ac:spMkLst>
            <pc:docMk/>
            <pc:sldMk cId="3611571112" sldId="263"/>
            <ac:spMk id="3" creationId="{55CA8846-F5F9-9E2F-7E86-4EDFA1AEFED2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9" creationId="{0DBF1ABE-8590-450D-BB49-BDDCCF3EEA9E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1" creationId="{18D32C3D-8F76-4E99-BE56-0836CC38CC8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3" creationId="{70766076-46F5-42D5-A773-2B3BEF2B8B7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5" creationId="{CB7B90D9-1EC2-4A12-B24A-342C1BCA2FA1}"/>
          </ac:spMkLst>
        </pc:spChg>
        <pc:picChg chg="add del mod">
          <ac:chgData name="Ronnel D. Palenzuela" userId="27216d6f-a712-48da-bcb2-613e4bc945ac" providerId="ADAL" clId="{16736750-74B4-184C-AACF-97E7E4B9FAA6}" dt="2024-08-11T06:09:13.684" v="283" actId="478"/>
          <ac:picMkLst>
            <pc:docMk/>
            <pc:sldMk cId="3611571112" sldId="263"/>
            <ac:picMk id="4" creationId="{C459ACEE-C018-E6AA-F0E7-E4078174E3AF}"/>
          </ac:picMkLst>
        </pc:picChg>
      </pc:sldChg>
      <pc:sldChg chg="modSp mod">
        <pc:chgData name="Ronnel D. Palenzuela" userId="27216d6f-a712-48da-bcb2-613e4bc945ac" providerId="ADAL" clId="{16736750-74B4-184C-AACF-97E7E4B9FAA6}" dt="2024-08-11T05:45:49.289" v="62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736750-74B4-184C-AACF-97E7E4B9FAA6}" dt="2024-08-11T05:45:49.289" v="62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Sp delSp modSp add mod modNotesTx">
        <pc:chgData name="Ronnel D. Palenzuela" userId="27216d6f-a712-48da-bcb2-613e4bc945ac" providerId="ADAL" clId="{16736750-74B4-184C-AACF-97E7E4B9FAA6}" dt="2024-08-11T06:53:23.498" v="651" actId="20577"/>
        <pc:sldMkLst>
          <pc:docMk/>
          <pc:sldMk cId="538568147" sldId="265"/>
        </pc:sldMkLst>
        <pc:spChg chg="mod">
          <ac:chgData name="Ronnel D. Palenzuela" userId="27216d6f-a712-48da-bcb2-613e4bc945ac" providerId="ADAL" clId="{16736750-74B4-184C-AACF-97E7E4B9FAA6}" dt="2024-08-11T06:24:33.995" v="426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3:05.724" v="648" actId="207"/>
          <ac:spMkLst>
            <pc:docMk/>
            <pc:sldMk cId="538568147" sldId="265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6:53:08.656" v="650" actId="478"/>
          <ac:spMkLst>
            <pc:docMk/>
            <pc:sldMk cId="538568147" sldId="265"/>
            <ac:spMk id="11" creationId="{2E179526-39F5-A7F9-BE56-7FA6A5CD0F1A}"/>
          </ac:spMkLst>
        </pc:spChg>
        <pc:picChg chg="del">
          <ac:chgData name="Ronnel D. Palenzuela" userId="27216d6f-a712-48da-bcb2-613e4bc945ac" providerId="ADAL" clId="{16736750-74B4-184C-AACF-97E7E4B9FAA6}" dt="2024-08-11T06:28:11.603" v="470" actId="478"/>
          <ac:picMkLst>
            <pc:docMk/>
            <pc:sldMk cId="538568147" sldId="265"/>
            <ac:picMk id="4" creationId="{E700435F-1E7A-3EEC-4AA8-86923D600596}"/>
          </ac:picMkLst>
        </pc:picChg>
        <pc:picChg chg="add del mod">
          <ac:chgData name="Ronnel D. Palenzuela" userId="27216d6f-a712-48da-bcb2-613e4bc945ac" providerId="ADAL" clId="{16736750-74B4-184C-AACF-97E7E4B9FAA6}" dt="2024-08-11T06:29:57.039" v="479" actId="478"/>
          <ac:picMkLst>
            <pc:docMk/>
            <pc:sldMk cId="538568147" sldId="265"/>
            <ac:picMk id="5" creationId="{6120C7BE-6D16-542F-8D12-5F374110B259}"/>
          </ac:picMkLst>
        </pc:picChg>
        <pc:picChg chg="add mod">
          <ac:chgData name="Ronnel D. Palenzuela" userId="27216d6f-a712-48da-bcb2-613e4bc945ac" providerId="ADAL" clId="{16736750-74B4-184C-AACF-97E7E4B9FAA6}" dt="2024-08-11T06:37:15.786" v="541" actId="1076"/>
          <ac:picMkLst>
            <pc:docMk/>
            <pc:sldMk cId="538568147" sldId="265"/>
            <ac:picMk id="6" creationId="{E6F66661-8045-D9A5-7A22-9C32CFDC9130}"/>
          </ac:picMkLst>
        </pc:picChg>
        <pc:picChg chg="add mod">
          <ac:chgData name="Ronnel D. Palenzuela" userId="27216d6f-a712-48da-bcb2-613e4bc945ac" providerId="ADAL" clId="{16736750-74B4-184C-AACF-97E7E4B9FAA6}" dt="2024-08-11T06:38:05.418" v="564" actId="1076"/>
          <ac:picMkLst>
            <pc:docMk/>
            <pc:sldMk cId="538568147" sldId="265"/>
            <ac:picMk id="7" creationId="{034B6557-36A5-121F-76C7-3EA4B37D7CFA}"/>
          </ac:picMkLst>
        </pc:picChg>
        <pc:picChg chg="add mod">
          <ac:chgData name="Ronnel D. Palenzuela" userId="27216d6f-a712-48da-bcb2-613e4bc945ac" providerId="ADAL" clId="{16736750-74B4-184C-AACF-97E7E4B9FAA6}" dt="2024-08-11T06:38:07.200" v="565" actId="1076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28:10.344" v="469" actId="478"/>
          <ac:picMkLst>
            <pc:docMk/>
            <pc:sldMk cId="538568147" sldId="265"/>
            <ac:picMk id="9" creationId="{5039F99A-C68C-0B5B-1A0E-5505DF7E762C}"/>
          </ac:picMkLst>
        </pc:picChg>
        <pc:picChg chg="add mod">
          <ac:chgData name="Ronnel D. Palenzuela" userId="27216d6f-a712-48da-bcb2-613e4bc945ac" providerId="ADAL" clId="{16736750-74B4-184C-AACF-97E7E4B9FAA6}" dt="2024-08-11T06:38:14.300" v="567" actId="1076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02:04.499" v="710" actId="207"/>
        <pc:sldMkLst>
          <pc:docMk/>
          <pc:sldMk cId="3029220167" sldId="266"/>
        </pc:sldMkLst>
        <pc:spChg chg="mod">
          <ac:chgData name="Ronnel D. Palenzuela" userId="27216d6f-a712-48da-bcb2-613e4bc945ac" providerId="ADAL" clId="{16736750-74B4-184C-AACF-97E7E4B9FAA6}" dt="2024-08-11T06:42:43.526" v="580"/>
          <ac:spMkLst>
            <pc:docMk/>
            <pc:sldMk cId="302922016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2:04.499" v="710" actId="207"/>
          <ac:spMkLst>
            <pc:docMk/>
            <pc:sldMk cId="3029220167" sldId="26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50:04.050" v="627" actId="1076"/>
          <ac:picMkLst>
            <pc:docMk/>
            <pc:sldMk cId="3029220167" sldId="266"/>
            <ac:picMk id="4" creationId="{976997AD-2D0B-ADA0-F7E4-E6B598F2CBB8}"/>
          </ac:picMkLst>
        </pc:picChg>
        <pc:picChg chg="add mod">
          <ac:chgData name="Ronnel D. Palenzuela" userId="27216d6f-a712-48da-bcb2-613e4bc945ac" providerId="ADAL" clId="{16736750-74B4-184C-AACF-97E7E4B9FAA6}" dt="2024-08-11T06:50:05.208" v="628" actId="1076"/>
          <ac:picMkLst>
            <pc:docMk/>
            <pc:sldMk cId="3029220167" sldId="266"/>
            <ac:picMk id="5" creationId="{543B0815-1AAB-9A0C-012F-1501ED91F33D}"/>
          </ac:picMkLst>
        </pc:picChg>
        <pc:picChg chg="del">
          <ac:chgData name="Ronnel D. Palenzuela" userId="27216d6f-a712-48da-bcb2-613e4bc945ac" providerId="ADAL" clId="{16736750-74B4-184C-AACF-97E7E4B9FAA6}" dt="2024-08-11T06:42:45.638" v="581" actId="478"/>
          <ac:picMkLst>
            <pc:docMk/>
            <pc:sldMk cId="3029220167" sldId="266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736750-74B4-184C-AACF-97E7E4B9FAA6}" dt="2024-08-11T06:42:46.348" v="583" actId="478"/>
          <ac:picMkLst>
            <pc:docMk/>
            <pc:sldMk cId="3029220167" sldId="266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736750-74B4-184C-AACF-97E7E4B9FAA6}" dt="2024-08-11T06:42:46.099" v="582" actId="478"/>
          <ac:picMkLst>
            <pc:docMk/>
            <pc:sldMk cId="3029220167" sldId="266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42:47.223" v="584" actId="478"/>
          <ac:picMkLst>
            <pc:docMk/>
            <pc:sldMk cId="3029220167" sldId="266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6:58:25.859" v="689" actId="1076"/>
        <pc:sldMkLst>
          <pc:docMk/>
          <pc:sldMk cId="3285671655" sldId="267"/>
        </pc:sldMkLst>
        <pc:spChg chg="mod">
          <ac:chgData name="Ronnel D. Palenzuela" userId="27216d6f-a712-48da-bcb2-613e4bc945ac" providerId="ADAL" clId="{16736750-74B4-184C-AACF-97E7E4B9FAA6}" dt="2024-08-11T06:51:36.841" v="633"/>
          <ac:spMkLst>
            <pc:docMk/>
            <pc:sldMk cId="3285671655" sldId="26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5:05.721" v="666" actId="207"/>
          <ac:spMkLst>
            <pc:docMk/>
            <pc:sldMk cId="3285671655" sldId="267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56:21.472" v="668" actId="22"/>
          <ac:spMkLst>
            <pc:docMk/>
            <pc:sldMk cId="3285671655" sldId="267"/>
            <ac:spMk id="7" creationId="{596F8A18-C394-6B31-5658-595AADFFEFA2}"/>
          </ac:spMkLst>
        </pc:spChg>
        <pc:picChg chg="del">
          <ac:chgData name="Ronnel D. Palenzuela" userId="27216d6f-a712-48da-bcb2-613e4bc945ac" providerId="ADAL" clId="{16736750-74B4-184C-AACF-97E7E4B9FAA6}" dt="2024-08-11T06:51:38.803" v="634" actId="478"/>
          <ac:picMkLst>
            <pc:docMk/>
            <pc:sldMk cId="3285671655" sldId="267"/>
            <ac:picMk id="4" creationId="{976997AD-2D0B-ADA0-F7E4-E6B598F2CBB8}"/>
          </ac:picMkLst>
        </pc:picChg>
        <pc:picChg chg="del">
          <ac:chgData name="Ronnel D. Palenzuela" userId="27216d6f-a712-48da-bcb2-613e4bc945ac" providerId="ADAL" clId="{16736750-74B4-184C-AACF-97E7E4B9FAA6}" dt="2024-08-11T06:51:39.955" v="635" actId="478"/>
          <ac:picMkLst>
            <pc:docMk/>
            <pc:sldMk cId="3285671655" sldId="267"/>
            <ac:picMk id="5" creationId="{543B0815-1AAB-9A0C-012F-1501ED91F33D}"/>
          </ac:picMkLst>
        </pc:picChg>
        <pc:picChg chg="add mod">
          <ac:chgData name="Ronnel D. Palenzuela" userId="27216d6f-a712-48da-bcb2-613e4bc945ac" providerId="ADAL" clId="{16736750-74B4-184C-AACF-97E7E4B9FAA6}" dt="2024-08-11T06:57:04.182" v="677" actId="1076"/>
          <ac:picMkLst>
            <pc:docMk/>
            <pc:sldMk cId="3285671655" sldId="267"/>
            <ac:picMk id="8" creationId="{35691684-4C7D-7C51-9845-5864FCF62DB6}"/>
          </ac:picMkLst>
        </pc:picChg>
        <pc:picChg chg="add mod">
          <ac:chgData name="Ronnel D. Palenzuela" userId="27216d6f-a712-48da-bcb2-613e4bc945ac" providerId="ADAL" clId="{16736750-74B4-184C-AACF-97E7E4B9FAA6}" dt="2024-08-11T06:58:22.395" v="688" actId="1076"/>
          <ac:picMkLst>
            <pc:docMk/>
            <pc:sldMk cId="3285671655" sldId="267"/>
            <ac:picMk id="9" creationId="{F54E6630-57D0-5DF2-6976-D72FAC436DA6}"/>
          </ac:picMkLst>
        </pc:picChg>
        <pc:picChg chg="add mod">
          <ac:chgData name="Ronnel D. Palenzuela" userId="27216d6f-a712-48da-bcb2-613e4bc945ac" providerId="ADAL" clId="{16736750-74B4-184C-AACF-97E7E4B9FAA6}" dt="2024-08-11T06:58:25.859" v="689" actId="1076"/>
          <ac:picMkLst>
            <pc:docMk/>
            <pc:sldMk cId="3285671655" sldId="267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12:26.720" v="817" actId="20577"/>
        <pc:sldMkLst>
          <pc:docMk/>
          <pc:sldMk cId="1637530094" sldId="268"/>
        </pc:sldMkLst>
        <pc:spChg chg="mod">
          <ac:chgData name="Ronnel D. Palenzuela" userId="27216d6f-a712-48da-bcb2-613e4bc945ac" providerId="ADAL" clId="{16736750-74B4-184C-AACF-97E7E4B9FAA6}" dt="2024-08-11T07:00:32.200" v="691"/>
          <ac:spMkLst>
            <pc:docMk/>
            <pc:sldMk cId="1637530094" sldId="26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6:36.137" v="780" actId="207"/>
          <ac:spMkLst>
            <pc:docMk/>
            <pc:sldMk cId="1637530094" sldId="26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7:11:16.031" v="804" actId="1076"/>
          <ac:picMkLst>
            <pc:docMk/>
            <pc:sldMk cId="1637530094" sldId="268"/>
            <ac:picMk id="4" creationId="{8DAC9A4B-5053-02D1-90FB-C7079F1A4364}"/>
          </ac:picMkLst>
        </pc:picChg>
        <pc:picChg chg="add mod">
          <ac:chgData name="Ronnel D. Palenzuela" userId="27216d6f-a712-48da-bcb2-613e4bc945ac" providerId="ADAL" clId="{16736750-74B4-184C-AACF-97E7E4B9FAA6}" dt="2024-08-11T07:11:22.625" v="808" actId="1076"/>
          <ac:picMkLst>
            <pc:docMk/>
            <pc:sldMk cId="1637530094" sldId="268"/>
            <ac:picMk id="5" creationId="{BBAB1D32-E234-CA12-BE46-CDECE16B2766}"/>
          </ac:picMkLst>
        </pc:picChg>
        <pc:picChg chg="add mod">
          <ac:chgData name="Ronnel D. Palenzuela" userId="27216d6f-a712-48da-bcb2-613e4bc945ac" providerId="ADAL" clId="{16736750-74B4-184C-AACF-97E7E4B9FAA6}" dt="2024-08-11T07:11:16.947" v="805" actId="1076"/>
          <ac:picMkLst>
            <pc:docMk/>
            <pc:sldMk cId="1637530094" sldId="268"/>
            <ac:picMk id="6" creationId="{A1B4DA84-5E5D-50EE-1E64-F68500316F28}"/>
          </ac:picMkLst>
        </pc:picChg>
        <pc:picChg chg="del">
          <ac:chgData name="Ronnel D. Palenzuela" userId="27216d6f-a712-48da-bcb2-613e4bc945ac" providerId="ADAL" clId="{16736750-74B4-184C-AACF-97E7E4B9FAA6}" dt="2024-08-11T07:00:35.202" v="692" actId="478"/>
          <ac:picMkLst>
            <pc:docMk/>
            <pc:sldMk cId="1637530094" sldId="268"/>
            <ac:picMk id="8" creationId="{35691684-4C7D-7C51-9845-5864FCF62DB6}"/>
          </ac:picMkLst>
        </pc:picChg>
        <pc:picChg chg="del">
          <ac:chgData name="Ronnel D. Palenzuela" userId="27216d6f-a712-48da-bcb2-613e4bc945ac" providerId="ADAL" clId="{16736750-74B4-184C-AACF-97E7E4B9FAA6}" dt="2024-08-11T07:00:35.776" v="694" actId="478"/>
          <ac:picMkLst>
            <pc:docMk/>
            <pc:sldMk cId="1637530094" sldId="268"/>
            <ac:picMk id="9" creationId="{F54E6630-57D0-5DF2-6976-D72FAC436DA6}"/>
          </ac:picMkLst>
        </pc:picChg>
        <pc:picChg chg="del">
          <ac:chgData name="Ronnel D. Palenzuela" userId="27216d6f-a712-48da-bcb2-613e4bc945ac" providerId="ADAL" clId="{16736750-74B4-184C-AACF-97E7E4B9FAA6}" dt="2024-08-11T07:00:35.569" v="693" actId="478"/>
          <ac:picMkLst>
            <pc:docMk/>
            <pc:sldMk cId="1637530094" sldId="268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44:59.535" v="983" actId="1076"/>
        <pc:sldMkLst>
          <pc:docMk/>
          <pc:sldMk cId="4018365145" sldId="269"/>
        </pc:sldMkLst>
        <pc:spChg chg="mod">
          <ac:chgData name="Ronnel D. Palenzuela" userId="27216d6f-a712-48da-bcb2-613e4bc945ac" providerId="ADAL" clId="{16736750-74B4-184C-AACF-97E7E4B9FAA6}" dt="2024-08-11T07:16:05.119" v="827"/>
          <ac:spMkLst>
            <pc:docMk/>
            <pc:sldMk cId="4018365145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35:30.083" v="915" actId="20577"/>
          <ac:spMkLst>
            <pc:docMk/>
            <pc:sldMk cId="4018365145" sldId="26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7:32:02.501" v="903" actId="478"/>
          <ac:spMkLst>
            <pc:docMk/>
            <pc:sldMk cId="4018365145" sldId="269"/>
            <ac:spMk id="10" creationId="{2210EC6B-E565-AE8A-6A22-E5A42BCDC8C6}"/>
          </ac:spMkLst>
        </pc:spChg>
        <pc:picChg chg="add del">
          <ac:chgData name="Ronnel D. Palenzuela" userId="27216d6f-a712-48da-bcb2-613e4bc945ac" providerId="ADAL" clId="{16736750-74B4-184C-AACF-97E7E4B9FAA6}" dt="2024-08-11T07:12:39.765" v="821" actId="478"/>
          <ac:picMkLst>
            <pc:docMk/>
            <pc:sldMk cId="4018365145" sldId="269"/>
            <ac:picMk id="4" creationId="{8DAC9A4B-5053-02D1-90FB-C7079F1A4364}"/>
          </ac:picMkLst>
        </pc:picChg>
        <pc:picChg chg="add del">
          <ac:chgData name="Ronnel D. Palenzuela" userId="27216d6f-a712-48da-bcb2-613e4bc945ac" providerId="ADAL" clId="{16736750-74B4-184C-AACF-97E7E4B9FAA6}" dt="2024-08-11T07:12:39.556" v="820" actId="478"/>
          <ac:picMkLst>
            <pc:docMk/>
            <pc:sldMk cId="4018365145" sldId="269"/>
            <ac:picMk id="5" creationId="{BBAB1D32-E234-CA12-BE46-CDECE16B2766}"/>
          </ac:picMkLst>
        </pc:picChg>
        <pc:picChg chg="add del">
          <ac:chgData name="Ronnel D. Palenzuela" userId="27216d6f-a712-48da-bcb2-613e4bc945ac" providerId="ADAL" clId="{16736750-74B4-184C-AACF-97E7E4B9FAA6}" dt="2024-08-11T07:12:39.082" v="819" actId="478"/>
          <ac:picMkLst>
            <pc:docMk/>
            <pc:sldMk cId="4018365145" sldId="269"/>
            <ac:picMk id="6" creationId="{A1B4DA84-5E5D-50EE-1E64-F68500316F28}"/>
          </ac:picMkLst>
        </pc:picChg>
        <pc:picChg chg="add del mod modCrop">
          <ac:chgData name="Ronnel D. Palenzuela" userId="27216d6f-a712-48da-bcb2-613e4bc945ac" providerId="ADAL" clId="{16736750-74B4-184C-AACF-97E7E4B9FAA6}" dt="2024-08-11T07:25:14.336" v="838" actId="478"/>
          <ac:picMkLst>
            <pc:docMk/>
            <pc:sldMk cId="4018365145" sldId="269"/>
            <ac:picMk id="7" creationId="{24E2E089-CDE5-B152-E63B-AF3B2C77DA83}"/>
          </ac:picMkLst>
        </pc:picChg>
        <pc:picChg chg="add mod">
          <ac:chgData name="Ronnel D. Palenzuela" userId="27216d6f-a712-48da-bcb2-613e4bc945ac" providerId="ADAL" clId="{16736750-74B4-184C-AACF-97E7E4B9FAA6}" dt="2024-08-11T07:44:45.826" v="980" actId="1076"/>
          <ac:picMkLst>
            <pc:docMk/>
            <pc:sldMk cId="4018365145" sldId="269"/>
            <ac:picMk id="8" creationId="{0B4C34F2-2634-FB62-A93A-843DDDFAA85D}"/>
          </ac:picMkLst>
        </pc:picChg>
        <pc:picChg chg="add mod">
          <ac:chgData name="Ronnel D. Palenzuela" userId="27216d6f-a712-48da-bcb2-613e4bc945ac" providerId="ADAL" clId="{16736750-74B4-184C-AACF-97E7E4B9FAA6}" dt="2024-08-11T07:44:44.353" v="979" actId="1076"/>
          <ac:picMkLst>
            <pc:docMk/>
            <pc:sldMk cId="4018365145" sldId="269"/>
            <ac:picMk id="9" creationId="{0A80EF80-4C5E-8CE0-3F3B-ECF4BE782924}"/>
          </ac:picMkLst>
        </pc:picChg>
        <pc:picChg chg="add mod">
          <ac:chgData name="Ronnel D. Palenzuela" userId="27216d6f-a712-48da-bcb2-613e4bc945ac" providerId="ADAL" clId="{16736750-74B4-184C-AACF-97E7E4B9FAA6}" dt="2024-08-11T07:44:59.535" v="983" actId="1076"/>
          <ac:picMkLst>
            <pc:docMk/>
            <pc:sldMk cId="4018365145" sldId="269"/>
            <ac:picMk id="11" creationId="{366A9246-6DE2-2DC2-8255-E647DD2BB3B9}"/>
          </ac:picMkLst>
        </pc:picChg>
        <pc:picChg chg="add mod">
          <ac:chgData name="Ronnel D. Palenzuela" userId="27216d6f-a712-48da-bcb2-613e4bc945ac" providerId="ADAL" clId="{16736750-74B4-184C-AACF-97E7E4B9FAA6}" dt="2024-08-11T07:44:56.447" v="982" actId="1076"/>
          <ac:picMkLst>
            <pc:docMk/>
            <pc:sldMk cId="4018365145" sldId="269"/>
            <ac:picMk id="12" creationId="{26BABAC0-44F4-586F-DED0-718E3F89CC7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05:47.119" v="1143" actId="20577"/>
        <pc:sldMkLst>
          <pc:docMk/>
          <pc:sldMk cId="1107698705" sldId="270"/>
        </pc:sldMkLst>
        <pc:spChg chg="mod">
          <ac:chgData name="Ronnel D. Palenzuela" userId="27216d6f-a712-48da-bcb2-613e4bc945ac" providerId="ADAL" clId="{16736750-74B4-184C-AACF-97E7E4B9FAA6}" dt="2024-08-11T07:46:29.276" v="985"/>
          <ac:spMkLst>
            <pc:docMk/>
            <pc:sldMk cId="1107698705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05:47.119" v="1143" actId="20577"/>
          <ac:spMkLst>
            <pc:docMk/>
            <pc:sldMk cId="1107698705" sldId="270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7:47:33" v="994" actId="22"/>
          <ac:spMkLst>
            <pc:docMk/>
            <pc:sldMk cId="1107698705" sldId="270"/>
            <ac:spMk id="5" creationId="{0260329E-59D7-30D5-FD3B-CA26C6DA4CC2}"/>
          </ac:spMkLst>
        </pc:spChg>
        <pc:picChg chg="add del mod">
          <ac:chgData name="Ronnel D. Palenzuela" userId="27216d6f-a712-48da-bcb2-613e4bc945ac" providerId="ADAL" clId="{16736750-74B4-184C-AACF-97E7E4B9FAA6}" dt="2024-08-11T08:04:21.279" v="1113" actId="478"/>
          <ac:picMkLst>
            <pc:docMk/>
            <pc:sldMk cId="1107698705" sldId="270"/>
            <ac:picMk id="6" creationId="{F6F0913D-5280-6557-E0D6-37177696C3FE}"/>
          </ac:picMkLst>
        </pc:picChg>
        <pc:picChg chg="add del mod">
          <ac:chgData name="Ronnel D. Palenzuela" userId="27216d6f-a712-48da-bcb2-613e4bc945ac" providerId="ADAL" clId="{16736750-74B4-184C-AACF-97E7E4B9FAA6}" dt="2024-08-11T08:04:30.393" v="1121" actId="478"/>
          <ac:picMkLst>
            <pc:docMk/>
            <pc:sldMk cId="1107698705" sldId="270"/>
            <ac:picMk id="7" creationId="{73AC98AD-0135-55B1-7582-41B411BF169A}"/>
          </ac:picMkLst>
        </pc:picChg>
        <pc:picChg chg="del">
          <ac:chgData name="Ronnel D. Palenzuela" userId="27216d6f-a712-48da-bcb2-613e4bc945ac" providerId="ADAL" clId="{16736750-74B4-184C-AACF-97E7E4B9FAA6}" dt="2024-08-11T07:46:30.576" v="986" actId="478"/>
          <ac:picMkLst>
            <pc:docMk/>
            <pc:sldMk cId="1107698705" sldId="270"/>
            <ac:picMk id="8" creationId="{0B4C34F2-2634-FB62-A93A-843DDDFAA85D}"/>
          </ac:picMkLst>
        </pc:picChg>
        <pc:picChg chg="del">
          <ac:chgData name="Ronnel D. Palenzuela" userId="27216d6f-a712-48da-bcb2-613e4bc945ac" providerId="ADAL" clId="{16736750-74B4-184C-AACF-97E7E4B9FAA6}" dt="2024-08-11T07:46:30.931" v="987" actId="478"/>
          <ac:picMkLst>
            <pc:docMk/>
            <pc:sldMk cId="1107698705" sldId="270"/>
            <ac:picMk id="9" creationId="{0A80EF80-4C5E-8CE0-3F3B-ECF4BE782924}"/>
          </ac:picMkLst>
        </pc:picChg>
        <pc:picChg chg="add del mod">
          <ac:chgData name="Ronnel D. Palenzuela" userId="27216d6f-a712-48da-bcb2-613e4bc945ac" providerId="ADAL" clId="{16736750-74B4-184C-AACF-97E7E4B9FAA6}" dt="2024-08-11T08:04:21.761" v="1114" actId="478"/>
          <ac:picMkLst>
            <pc:docMk/>
            <pc:sldMk cId="1107698705" sldId="270"/>
            <ac:picMk id="10" creationId="{FB900905-76C3-10D6-5718-53388A3313CC}"/>
          </ac:picMkLst>
        </pc:picChg>
        <pc:picChg chg="del">
          <ac:chgData name="Ronnel D. Palenzuela" userId="27216d6f-a712-48da-bcb2-613e4bc945ac" providerId="ADAL" clId="{16736750-74B4-184C-AACF-97E7E4B9FAA6}" dt="2024-08-11T07:46:31.747" v="989" actId="478"/>
          <ac:picMkLst>
            <pc:docMk/>
            <pc:sldMk cId="1107698705" sldId="270"/>
            <ac:picMk id="11" creationId="{366A9246-6DE2-2DC2-8255-E647DD2BB3B9}"/>
          </ac:picMkLst>
        </pc:picChg>
        <pc:picChg chg="del">
          <ac:chgData name="Ronnel D. Palenzuela" userId="27216d6f-a712-48da-bcb2-613e4bc945ac" providerId="ADAL" clId="{16736750-74B4-184C-AACF-97E7E4B9FAA6}" dt="2024-08-11T07:46:31.281" v="988" actId="478"/>
          <ac:picMkLst>
            <pc:docMk/>
            <pc:sldMk cId="1107698705" sldId="270"/>
            <ac:picMk id="12" creationId="{26BABAC0-44F4-586F-DED0-718E3F89CC72}"/>
          </ac:picMkLst>
        </pc:picChg>
        <pc:picChg chg="add del mod">
          <ac:chgData name="Ronnel D. Palenzuela" userId="27216d6f-a712-48da-bcb2-613e4bc945ac" providerId="ADAL" clId="{16736750-74B4-184C-AACF-97E7E4B9FAA6}" dt="2024-08-11T08:04:34.244" v="1123" actId="478"/>
          <ac:picMkLst>
            <pc:docMk/>
            <pc:sldMk cId="1107698705" sldId="270"/>
            <ac:picMk id="13" creationId="{40D2E8AD-13B2-4451-835B-FE5BF5DE9D4C}"/>
          </ac:picMkLst>
        </pc:picChg>
        <pc:picChg chg="add mod">
          <ac:chgData name="Ronnel D. Palenzuela" userId="27216d6f-a712-48da-bcb2-613e4bc945ac" providerId="ADAL" clId="{16736750-74B4-184C-AACF-97E7E4B9FAA6}" dt="2024-08-11T08:04:58.108" v="1137" actId="1076"/>
          <ac:picMkLst>
            <pc:docMk/>
            <pc:sldMk cId="1107698705" sldId="270"/>
            <ac:picMk id="14" creationId="{DEEFCEAC-1237-459D-26DA-27A3A5A33B86}"/>
          </ac:picMkLst>
        </pc:picChg>
        <pc:picChg chg="add mod">
          <ac:chgData name="Ronnel D. Palenzuela" userId="27216d6f-a712-48da-bcb2-613e4bc945ac" providerId="ADAL" clId="{16736750-74B4-184C-AACF-97E7E4B9FAA6}" dt="2024-08-11T08:04:59.410" v="1138" actId="1076"/>
          <ac:picMkLst>
            <pc:docMk/>
            <pc:sldMk cId="1107698705" sldId="270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0:17.053" v="1250" actId="20577"/>
        <pc:sldMkLst>
          <pc:docMk/>
          <pc:sldMk cId="4120804606" sldId="271"/>
        </pc:sldMkLst>
        <pc:spChg chg="mod">
          <ac:chgData name="Ronnel D. Palenzuela" userId="27216d6f-a712-48da-bcb2-613e4bc945ac" providerId="ADAL" clId="{16736750-74B4-184C-AACF-97E7E4B9FAA6}" dt="2024-08-11T08:08:21.681" v="1145"/>
          <ac:spMkLst>
            <pc:docMk/>
            <pc:sldMk cId="4120804606" sldId="27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0:17.053" v="1250" actId="20577"/>
          <ac:spMkLst>
            <pc:docMk/>
            <pc:sldMk cId="4120804606" sldId="271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736750-74B4-184C-AACF-97E7E4B9FAA6}" dt="2024-08-11T08:09:48.461" v="1154" actId="478"/>
          <ac:picMkLst>
            <pc:docMk/>
            <pc:sldMk cId="4120804606" sldId="271"/>
            <ac:picMk id="4" creationId="{05CF3097-3CF3-75ED-05FC-9536932B2EE9}"/>
          </ac:picMkLst>
        </pc:picChg>
        <pc:picChg chg="add del mod">
          <ac:chgData name="Ronnel D. Palenzuela" userId="27216d6f-a712-48da-bcb2-613e4bc945ac" providerId="ADAL" clId="{16736750-74B4-184C-AACF-97E7E4B9FAA6}" dt="2024-08-11T08:18:17.760" v="1203" actId="478"/>
          <ac:picMkLst>
            <pc:docMk/>
            <pc:sldMk cId="4120804606" sldId="271"/>
            <ac:picMk id="5" creationId="{665C9A19-3821-78C6-FC0A-487058CA88E4}"/>
          </ac:picMkLst>
        </pc:picChg>
        <pc:picChg chg="add del mod">
          <ac:chgData name="Ronnel D. Palenzuela" userId="27216d6f-a712-48da-bcb2-613e4bc945ac" providerId="ADAL" clId="{16736750-74B4-184C-AACF-97E7E4B9FAA6}" dt="2024-08-11T08:18:10.881" v="1199" actId="478"/>
          <ac:picMkLst>
            <pc:docMk/>
            <pc:sldMk cId="4120804606" sldId="271"/>
            <ac:picMk id="6" creationId="{571E8300-9783-5EBD-3CC8-5324DBDFD52C}"/>
          </ac:picMkLst>
        </pc:picChg>
        <pc:picChg chg="add del mod">
          <ac:chgData name="Ronnel D. Palenzuela" userId="27216d6f-a712-48da-bcb2-613e4bc945ac" providerId="ADAL" clId="{16736750-74B4-184C-AACF-97E7E4B9FAA6}" dt="2024-08-11T08:19:22.200" v="1207" actId="478"/>
          <ac:picMkLst>
            <pc:docMk/>
            <pc:sldMk cId="4120804606" sldId="271"/>
            <ac:picMk id="7" creationId="{28745F73-0D36-24F7-98C0-E083AC4F1A88}"/>
          </ac:picMkLst>
        </pc:picChg>
        <pc:picChg chg="add mod">
          <ac:chgData name="Ronnel D. Palenzuela" userId="27216d6f-a712-48da-bcb2-613e4bc945ac" providerId="ADAL" clId="{16736750-74B4-184C-AACF-97E7E4B9FAA6}" dt="2024-08-11T08:28:37.501" v="1248" actId="1076"/>
          <ac:picMkLst>
            <pc:docMk/>
            <pc:sldMk cId="4120804606" sldId="271"/>
            <ac:picMk id="8" creationId="{762CEDE9-A9D3-C688-E605-DC73BE380267}"/>
          </ac:picMkLst>
        </pc:picChg>
        <pc:picChg chg="add del mod">
          <ac:chgData name="Ronnel D. Palenzuela" userId="27216d6f-a712-48da-bcb2-613e4bc945ac" providerId="ADAL" clId="{16736750-74B4-184C-AACF-97E7E4B9FAA6}" dt="2024-08-11T08:21:51.715" v="1233" actId="478"/>
          <ac:picMkLst>
            <pc:docMk/>
            <pc:sldMk cId="4120804606" sldId="271"/>
            <ac:picMk id="9" creationId="{B6DAC2B0-EC1A-2208-6BFC-EAB9EA85DF1C}"/>
          </ac:picMkLst>
        </pc:picChg>
        <pc:picChg chg="add mod">
          <ac:chgData name="Ronnel D. Palenzuela" userId="27216d6f-a712-48da-bcb2-613e4bc945ac" providerId="ADAL" clId="{16736750-74B4-184C-AACF-97E7E4B9FAA6}" dt="2024-08-11T08:28:33.027" v="1244" actId="1076"/>
          <ac:picMkLst>
            <pc:docMk/>
            <pc:sldMk cId="4120804606" sldId="271"/>
            <ac:picMk id="11" creationId="{14161C46-4147-A2BC-6E6B-03C93F3A5393}"/>
          </ac:picMkLst>
        </pc:picChg>
        <pc:picChg chg="del">
          <ac:chgData name="Ronnel D. Palenzuela" userId="27216d6f-a712-48da-bcb2-613e4bc945ac" providerId="ADAL" clId="{16736750-74B4-184C-AACF-97E7E4B9FAA6}" dt="2024-08-11T08:08:26.254" v="1146" actId="478"/>
          <ac:picMkLst>
            <pc:docMk/>
            <pc:sldMk cId="4120804606" sldId="271"/>
            <ac:picMk id="14" creationId="{DEEFCEAC-1237-459D-26DA-27A3A5A33B86}"/>
          </ac:picMkLst>
        </pc:picChg>
        <pc:picChg chg="del">
          <ac:chgData name="Ronnel D. Palenzuela" userId="27216d6f-a712-48da-bcb2-613e4bc945ac" providerId="ADAL" clId="{16736750-74B4-184C-AACF-97E7E4B9FAA6}" dt="2024-08-11T08:08:26.809" v="1147" actId="478"/>
          <ac:picMkLst>
            <pc:docMk/>
            <pc:sldMk cId="4120804606" sldId="271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8:43.052" v="1339" actId="20577"/>
        <pc:sldMkLst>
          <pc:docMk/>
          <pc:sldMk cId="2005021045" sldId="272"/>
        </pc:sldMkLst>
        <pc:spChg chg="mod">
          <ac:chgData name="Ronnel D. Palenzuela" userId="27216d6f-a712-48da-bcb2-613e4bc945ac" providerId="ADAL" clId="{16736750-74B4-184C-AACF-97E7E4B9FAA6}" dt="2024-08-11T08:33:35.166" v="1280" actId="20577"/>
          <ac:spMkLst>
            <pc:docMk/>
            <pc:sldMk cId="2005021045" sldId="27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8:43.052" v="1339" actId="20577"/>
          <ac:spMkLst>
            <pc:docMk/>
            <pc:sldMk cId="2005021045" sldId="272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8:38:33.161" v="1335" actId="1076"/>
          <ac:picMkLst>
            <pc:docMk/>
            <pc:sldMk cId="2005021045" sldId="272"/>
            <ac:picMk id="4" creationId="{C58E0955-A6E5-3DF9-60B5-434CA13B5223}"/>
          </ac:picMkLst>
        </pc:picChg>
        <pc:picChg chg="add mod">
          <ac:chgData name="Ronnel D. Palenzuela" userId="27216d6f-a712-48da-bcb2-613e4bc945ac" providerId="ADAL" clId="{16736750-74B4-184C-AACF-97E7E4B9FAA6}" dt="2024-08-11T08:38:22.972" v="1329" actId="1076"/>
          <ac:picMkLst>
            <pc:docMk/>
            <pc:sldMk cId="2005021045" sldId="272"/>
            <ac:picMk id="5" creationId="{011B8271-BC30-5D9C-4A14-C6A2BD722232}"/>
          </ac:picMkLst>
        </pc:picChg>
        <pc:picChg chg="add mod">
          <ac:chgData name="Ronnel D. Palenzuela" userId="27216d6f-a712-48da-bcb2-613e4bc945ac" providerId="ADAL" clId="{16736750-74B4-184C-AACF-97E7E4B9FAA6}" dt="2024-08-11T08:38:30.888" v="1333" actId="1076"/>
          <ac:picMkLst>
            <pc:docMk/>
            <pc:sldMk cId="2005021045" sldId="272"/>
            <ac:picMk id="6" creationId="{7318861F-9B77-C07E-C1CE-32F286B82B60}"/>
          </ac:picMkLst>
        </pc:picChg>
        <pc:picChg chg="add mod">
          <ac:chgData name="Ronnel D. Palenzuela" userId="27216d6f-a712-48da-bcb2-613e4bc945ac" providerId="ADAL" clId="{16736750-74B4-184C-AACF-97E7E4B9FAA6}" dt="2024-08-11T08:38:32.013" v="1334" actId="1076"/>
          <ac:picMkLst>
            <pc:docMk/>
            <pc:sldMk cId="2005021045" sldId="272"/>
            <ac:picMk id="7" creationId="{C8697425-57CC-FF65-50F6-27D241D928DA}"/>
          </ac:picMkLst>
        </pc:picChg>
        <pc:picChg chg="del">
          <ac:chgData name="Ronnel D. Palenzuela" userId="27216d6f-a712-48da-bcb2-613e4bc945ac" providerId="ADAL" clId="{16736750-74B4-184C-AACF-97E7E4B9FAA6}" dt="2024-08-11T08:30:57.107" v="1253" actId="478"/>
          <ac:picMkLst>
            <pc:docMk/>
            <pc:sldMk cId="2005021045" sldId="272"/>
            <ac:picMk id="8" creationId="{762CEDE9-A9D3-C688-E605-DC73BE380267}"/>
          </ac:picMkLst>
        </pc:picChg>
        <pc:picChg chg="del">
          <ac:chgData name="Ronnel D. Palenzuela" userId="27216d6f-a712-48da-bcb2-613e4bc945ac" providerId="ADAL" clId="{16736750-74B4-184C-AACF-97E7E4B9FAA6}" dt="2024-08-11T08:30:57.503" v="1254" actId="478"/>
          <ac:picMkLst>
            <pc:docMk/>
            <pc:sldMk cId="2005021045" sldId="272"/>
            <ac:picMk id="11" creationId="{14161C46-4147-A2BC-6E6B-03C93F3A5393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4:36.582" v="1494" actId="207"/>
        <pc:sldMkLst>
          <pc:docMk/>
          <pc:sldMk cId="716507679" sldId="273"/>
        </pc:sldMkLst>
        <pc:spChg chg="mod">
          <ac:chgData name="Ronnel D. Palenzuela" userId="27216d6f-a712-48da-bcb2-613e4bc945ac" providerId="ADAL" clId="{16736750-74B4-184C-AACF-97E7E4B9FAA6}" dt="2024-08-11T09:27:17.626" v="1447"/>
          <ac:spMkLst>
            <pc:docMk/>
            <pc:sldMk cId="716507679" sldId="27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4:36.582" v="1494" actId="207"/>
          <ac:spMkLst>
            <pc:docMk/>
            <pc:sldMk cId="716507679" sldId="273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08:41:45.309" v="1346" actId="478"/>
          <ac:picMkLst>
            <pc:docMk/>
            <pc:sldMk cId="716507679" sldId="273"/>
            <ac:picMk id="4" creationId="{C58E0955-A6E5-3DF9-60B5-434CA13B5223}"/>
          </ac:picMkLst>
        </pc:picChg>
        <pc:picChg chg="del">
          <ac:chgData name="Ronnel D. Palenzuela" userId="27216d6f-a712-48da-bcb2-613e4bc945ac" providerId="ADAL" clId="{16736750-74B4-184C-AACF-97E7E4B9FAA6}" dt="2024-08-11T08:41:44.959" v="1345" actId="478"/>
          <ac:picMkLst>
            <pc:docMk/>
            <pc:sldMk cId="716507679" sldId="273"/>
            <ac:picMk id="5" creationId="{011B8271-BC30-5D9C-4A14-C6A2BD722232}"/>
          </ac:picMkLst>
        </pc:picChg>
        <pc:picChg chg="del">
          <ac:chgData name="Ronnel D. Palenzuela" userId="27216d6f-a712-48da-bcb2-613e4bc945ac" providerId="ADAL" clId="{16736750-74B4-184C-AACF-97E7E4B9FAA6}" dt="2024-08-11T08:41:44.691" v="1344" actId="478"/>
          <ac:picMkLst>
            <pc:docMk/>
            <pc:sldMk cId="716507679" sldId="273"/>
            <ac:picMk id="6" creationId="{7318861F-9B77-C07E-C1CE-32F286B82B60}"/>
          </ac:picMkLst>
        </pc:picChg>
        <pc:picChg chg="del">
          <ac:chgData name="Ronnel D. Palenzuela" userId="27216d6f-a712-48da-bcb2-613e4bc945ac" providerId="ADAL" clId="{16736750-74B4-184C-AACF-97E7E4B9FAA6}" dt="2024-08-11T08:41:44.331" v="1343" actId="478"/>
          <ac:picMkLst>
            <pc:docMk/>
            <pc:sldMk cId="716507679" sldId="273"/>
            <ac:picMk id="7" creationId="{C8697425-57CC-FF65-50F6-27D241D928DA}"/>
          </ac:picMkLst>
        </pc:picChg>
        <pc:picChg chg="add mod">
          <ac:chgData name="Ronnel D. Palenzuela" userId="27216d6f-a712-48da-bcb2-613e4bc945ac" providerId="ADAL" clId="{16736750-74B4-184C-AACF-97E7E4B9FAA6}" dt="2024-08-11T09:33:19.257" v="1478" actId="1076"/>
          <ac:picMkLst>
            <pc:docMk/>
            <pc:sldMk cId="716507679" sldId="273"/>
            <ac:picMk id="8" creationId="{6A41232A-1391-85E0-E984-111E1B99BCB9}"/>
          </ac:picMkLst>
        </pc:picChg>
        <pc:picChg chg="add mod">
          <ac:chgData name="Ronnel D. Palenzuela" userId="27216d6f-a712-48da-bcb2-613e4bc945ac" providerId="ADAL" clId="{16736750-74B4-184C-AACF-97E7E4B9FAA6}" dt="2024-08-11T09:33:17.730" v="1477" actId="1076"/>
          <ac:picMkLst>
            <pc:docMk/>
            <pc:sldMk cId="716507679" sldId="273"/>
            <ac:picMk id="9" creationId="{EC279DBC-B987-F36B-2CF3-861842904062}"/>
          </ac:picMkLst>
        </pc:picChg>
      </pc:sldChg>
      <pc:sldChg chg="modSp add del mod">
        <pc:chgData name="Ronnel D. Palenzuela" userId="27216d6f-a712-48da-bcb2-613e4bc945ac" providerId="ADAL" clId="{16736750-74B4-184C-AACF-97E7E4B9FAA6}" dt="2024-08-11T09:23:48.477" v="1385" actId="2696"/>
        <pc:sldMkLst>
          <pc:docMk/>
          <pc:sldMk cId="1830806133" sldId="274"/>
        </pc:sldMkLst>
        <pc:spChg chg="mod">
          <ac:chgData name="Ronnel D. Palenzuela" userId="27216d6f-a712-48da-bcb2-613e4bc945ac" providerId="ADAL" clId="{16736750-74B4-184C-AACF-97E7E4B9FAA6}" dt="2024-08-11T09:23:37.355" v="1382" actId="1076"/>
          <ac:spMkLst>
            <pc:docMk/>
            <pc:sldMk cId="1830806133" sldId="274"/>
            <ac:spMk id="2" creationId="{1FD87645-D8E6-23DE-A822-448BF1054783}"/>
          </ac:spMkLst>
        </pc:spChg>
      </pc:sldChg>
      <pc:sldChg chg="addSp delSp modSp new add del mod modShow">
        <pc:chgData name="Ronnel D. Palenzuela" userId="27216d6f-a712-48da-bcb2-613e4bc945ac" providerId="ADAL" clId="{16736750-74B4-184C-AACF-97E7E4B9FAA6}" dt="2024-08-12T01:08:08.349" v="2627" actId="478"/>
        <pc:sldMkLst>
          <pc:docMk/>
          <pc:sldMk cId="4070147815" sldId="275"/>
        </pc:sldMkLst>
        <pc:spChg chg="mod">
          <ac:chgData name="Ronnel D. Palenzuela" userId="27216d6f-a712-48da-bcb2-613e4bc945ac" providerId="ADAL" clId="{16736750-74B4-184C-AACF-97E7E4B9FAA6}" dt="2024-08-11T09:23:54.422" v="1398" actId="207"/>
          <ac:spMkLst>
            <pc:docMk/>
            <pc:sldMk cId="4070147815" sldId="275"/>
            <ac:spMk id="2" creationId="{72D16057-EC3B-FB8F-5DA4-3B5CAD5F2095}"/>
          </ac:spMkLst>
        </pc:spChg>
        <pc:spChg chg="del">
          <ac:chgData name="Ronnel D. Palenzuela" userId="27216d6f-a712-48da-bcb2-613e4bc945ac" providerId="ADAL" clId="{16736750-74B4-184C-AACF-97E7E4B9FAA6}" dt="2024-08-11T09:25:00.857" v="1434" actId="478"/>
          <ac:spMkLst>
            <pc:docMk/>
            <pc:sldMk cId="4070147815" sldId="275"/>
            <ac:spMk id="3" creationId="{61C2E07B-D7DC-27D2-F796-78B79090AD46}"/>
          </ac:spMkLst>
        </pc:spChg>
        <pc:spChg chg="del mod">
          <ac:chgData name="Ronnel D. Palenzuela" userId="27216d6f-a712-48da-bcb2-613e4bc945ac" providerId="ADAL" clId="{16736750-74B4-184C-AACF-97E7E4B9FAA6}" dt="2024-08-11T09:25:04.168" v="1436" actId="478"/>
          <ac:spMkLst>
            <pc:docMk/>
            <pc:sldMk cId="4070147815" sldId="275"/>
            <ac:spMk id="4" creationId="{BFAA05E5-3AFA-16A4-35BE-E3698034E94A}"/>
          </ac:spMkLst>
        </pc:spChg>
        <pc:spChg chg="del">
          <ac:chgData name="Ronnel D. Palenzuela" userId="27216d6f-a712-48da-bcb2-613e4bc945ac" providerId="ADAL" clId="{16736750-74B4-184C-AACF-97E7E4B9FAA6}" dt="2024-08-11T09:25:02.528" v="1435" actId="478"/>
          <ac:spMkLst>
            <pc:docMk/>
            <pc:sldMk cId="4070147815" sldId="275"/>
            <ac:spMk id="5" creationId="{9090BE7E-E541-40F4-CAB7-4ED9ED41B3E7}"/>
          </ac:spMkLst>
        </pc:spChg>
        <pc:spChg chg="del">
          <ac:chgData name="Ronnel D. Palenzuela" userId="27216d6f-a712-48da-bcb2-613e4bc945ac" providerId="ADAL" clId="{16736750-74B4-184C-AACF-97E7E4B9FAA6}" dt="2024-08-11T09:25:06.438" v="1437" actId="478"/>
          <ac:spMkLst>
            <pc:docMk/>
            <pc:sldMk cId="4070147815" sldId="275"/>
            <ac:spMk id="6" creationId="{AAD5694D-5962-5E7B-910A-644A4450844C}"/>
          </ac:spMkLst>
        </pc:spChg>
        <pc:picChg chg="add mod">
          <ac:chgData name="Ronnel D. Palenzuela" userId="27216d6f-a712-48da-bcb2-613e4bc945ac" providerId="ADAL" clId="{16736750-74B4-184C-AACF-97E7E4B9FAA6}" dt="2024-08-11T09:25:08.382" v="1439" actId="1076"/>
          <ac:picMkLst>
            <pc:docMk/>
            <pc:sldMk cId="4070147815" sldId="275"/>
            <ac:picMk id="7" creationId="{99864649-FA50-6FFA-B187-2476F03C0B8A}"/>
          </ac:picMkLst>
        </pc:picChg>
        <pc:picChg chg="add mod">
          <ac:chgData name="Ronnel D. Palenzuela" userId="27216d6f-a712-48da-bcb2-613e4bc945ac" providerId="ADAL" clId="{16736750-74B4-184C-AACF-97E7E4B9FAA6}" dt="2024-08-11T09:25:23.798" v="1441" actId="1076"/>
          <ac:picMkLst>
            <pc:docMk/>
            <pc:sldMk cId="4070147815" sldId="275"/>
            <ac:picMk id="8" creationId="{D3D96A7B-3E18-8096-4822-82F2190AA200}"/>
          </ac:picMkLst>
        </pc:picChg>
        <pc:picChg chg="add mod">
          <ac:chgData name="Ronnel D. Palenzuela" userId="27216d6f-a712-48da-bcb2-613e4bc945ac" providerId="ADAL" clId="{16736750-74B4-184C-AACF-97E7E4B9FAA6}" dt="2024-08-11T09:26:15.599" v="1444" actId="1076"/>
          <ac:picMkLst>
            <pc:docMk/>
            <pc:sldMk cId="4070147815" sldId="275"/>
            <ac:picMk id="9" creationId="{DC8ADF69-4686-1FA6-97CE-7E914C4105AC}"/>
          </ac:picMkLst>
        </pc:picChg>
        <pc:picChg chg="add del mod">
          <ac:chgData name="Ronnel D. Palenzuela" userId="27216d6f-a712-48da-bcb2-613e4bc945ac" providerId="ADAL" clId="{16736750-74B4-184C-AACF-97E7E4B9FAA6}" dt="2024-08-12T01:08:08.349" v="2627" actId="478"/>
          <ac:picMkLst>
            <pc:docMk/>
            <pc:sldMk cId="4070147815" sldId="275"/>
            <ac:picMk id="10" creationId="{D6F205F6-07AF-131A-C9BC-55B5083256E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7:58.074" v="1526" actId="20577"/>
        <pc:sldMkLst>
          <pc:docMk/>
          <pc:sldMk cId="3621742425" sldId="276"/>
        </pc:sldMkLst>
        <pc:spChg chg="mod">
          <ac:chgData name="Ronnel D. Palenzuela" userId="27216d6f-a712-48da-bcb2-613e4bc945ac" providerId="ADAL" clId="{16736750-74B4-184C-AACF-97E7E4B9FAA6}" dt="2024-08-11T09:36:08.788" v="1507"/>
          <ac:spMkLst>
            <pc:docMk/>
            <pc:sldMk cId="3621742425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7:58.074" v="1526" actId="20577"/>
          <ac:spMkLst>
            <pc:docMk/>
            <pc:sldMk cId="3621742425" sldId="27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9:36:18.848" v="1513" actId="1076"/>
          <ac:picMkLst>
            <pc:docMk/>
            <pc:sldMk cId="3621742425" sldId="276"/>
            <ac:picMk id="4" creationId="{7D236930-8DEA-71E6-6EFE-32878ED88FCB}"/>
          </ac:picMkLst>
        </pc:picChg>
        <pc:picChg chg="add mod">
          <ac:chgData name="Ronnel D. Palenzuela" userId="27216d6f-a712-48da-bcb2-613e4bc945ac" providerId="ADAL" clId="{16736750-74B4-184C-AACF-97E7E4B9FAA6}" dt="2024-08-11T09:36:21.005" v="1514" actId="1076"/>
          <ac:picMkLst>
            <pc:docMk/>
            <pc:sldMk cId="3621742425" sldId="276"/>
            <ac:picMk id="5" creationId="{48A92B06-E8F1-465B-BA38-C701071C2CB0}"/>
          </ac:picMkLst>
        </pc:picChg>
        <pc:picChg chg="del">
          <ac:chgData name="Ronnel D. Palenzuela" userId="27216d6f-a712-48da-bcb2-613e4bc945ac" providerId="ADAL" clId="{16736750-74B4-184C-AACF-97E7E4B9FAA6}" dt="2024-08-11T09:35:36.078" v="1496" actId="478"/>
          <ac:picMkLst>
            <pc:docMk/>
            <pc:sldMk cId="3621742425" sldId="276"/>
            <ac:picMk id="8" creationId="{6A41232A-1391-85E0-E984-111E1B99BCB9}"/>
          </ac:picMkLst>
        </pc:picChg>
        <pc:picChg chg="del">
          <ac:chgData name="Ronnel D. Palenzuela" userId="27216d6f-a712-48da-bcb2-613e4bc945ac" providerId="ADAL" clId="{16736750-74B4-184C-AACF-97E7E4B9FAA6}" dt="2024-08-11T09:35:36.389" v="1497" actId="478"/>
          <ac:picMkLst>
            <pc:docMk/>
            <pc:sldMk cId="3621742425" sldId="276"/>
            <ac:picMk id="9" creationId="{EC279DBC-B987-F36B-2CF3-861842904062}"/>
          </ac:picMkLst>
        </pc:picChg>
      </pc:sldChg>
      <pc:sldChg chg="addSp delSp modSp add del mod modNotesTx">
        <pc:chgData name="Ronnel D. Palenzuela" userId="27216d6f-a712-48da-bcb2-613e4bc945ac" providerId="ADAL" clId="{16736750-74B4-184C-AACF-97E7E4B9FAA6}" dt="2024-08-11T10:21:41.293" v="1630"/>
        <pc:sldMkLst>
          <pc:docMk/>
          <pc:sldMk cId="908275361" sldId="277"/>
        </pc:sldMkLst>
        <pc:spChg chg="mod">
          <ac:chgData name="Ronnel D. Palenzuela" userId="27216d6f-a712-48da-bcb2-613e4bc945ac" providerId="ADAL" clId="{16736750-74B4-184C-AACF-97E7E4B9FAA6}" dt="2024-08-11T10:17:35.535" v="1565" actId="20577"/>
          <ac:spMkLst>
            <pc:docMk/>
            <pc:sldMk cId="908275361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19:03.303" v="1605" actId="207"/>
          <ac:spMkLst>
            <pc:docMk/>
            <pc:sldMk cId="908275361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12:20.490" v="1529" actId="478"/>
          <ac:picMkLst>
            <pc:docMk/>
            <pc:sldMk cId="908275361" sldId="277"/>
            <ac:picMk id="4" creationId="{7D236930-8DEA-71E6-6EFE-32878ED88FCB}"/>
          </ac:picMkLst>
        </pc:picChg>
        <pc:picChg chg="del">
          <ac:chgData name="Ronnel D. Palenzuela" userId="27216d6f-a712-48da-bcb2-613e4bc945ac" providerId="ADAL" clId="{16736750-74B4-184C-AACF-97E7E4B9FAA6}" dt="2024-08-11T10:12:20.868" v="1530" actId="478"/>
          <ac:picMkLst>
            <pc:docMk/>
            <pc:sldMk cId="908275361" sldId="277"/>
            <ac:picMk id="5" creationId="{48A92B06-E8F1-465B-BA38-C701071C2CB0}"/>
          </ac:picMkLst>
        </pc:picChg>
        <pc:picChg chg="add del mod">
          <ac:chgData name="Ronnel D. Palenzuela" userId="27216d6f-a712-48da-bcb2-613e4bc945ac" providerId="ADAL" clId="{16736750-74B4-184C-AACF-97E7E4B9FAA6}" dt="2024-08-11T10:17:55.266" v="1566" actId="478"/>
          <ac:picMkLst>
            <pc:docMk/>
            <pc:sldMk cId="908275361" sldId="277"/>
            <ac:picMk id="6" creationId="{95424F7C-61E3-7971-3ED3-0E45DFC06ACC}"/>
          </ac:picMkLst>
        </pc:picChg>
        <pc:picChg chg="add mod">
          <ac:chgData name="Ronnel D. Palenzuela" userId="27216d6f-a712-48da-bcb2-613e4bc945ac" providerId="ADAL" clId="{16736750-74B4-184C-AACF-97E7E4B9FAA6}" dt="2024-08-11T10:18:17.368" v="1576" actId="1076"/>
          <ac:picMkLst>
            <pc:docMk/>
            <pc:sldMk cId="908275361" sldId="277"/>
            <ac:picMk id="7" creationId="{9516A05D-894B-7EC0-51E9-33F7A244CA5D}"/>
          </ac:picMkLst>
        </pc:picChg>
        <pc:picChg chg="add mod">
          <ac:chgData name="Ronnel D. Palenzuela" userId="27216d6f-a712-48da-bcb2-613e4bc945ac" providerId="ADAL" clId="{16736750-74B4-184C-AACF-97E7E4B9FAA6}" dt="2024-08-11T10:18:22.970" v="1580" actId="14100"/>
          <ac:picMkLst>
            <pc:docMk/>
            <pc:sldMk cId="908275361" sldId="277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29:24.402" v="1741" actId="1076"/>
        <pc:sldMkLst>
          <pc:docMk/>
          <pc:sldMk cId="928633288" sldId="278"/>
        </pc:sldMkLst>
        <pc:spChg chg="mod">
          <ac:chgData name="Ronnel D. Palenzuela" userId="27216d6f-a712-48da-bcb2-613e4bc945ac" providerId="ADAL" clId="{16736750-74B4-184C-AACF-97E7E4B9FAA6}" dt="2024-08-11T10:22:14.060" v="1661" actId="20577"/>
          <ac:spMkLst>
            <pc:docMk/>
            <pc:sldMk cId="928633288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28:32.158" v="1730" actId="207"/>
          <ac:spMkLst>
            <pc:docMk/>
            <pc:sldMk cId="928633288" sldId="27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29:23.562" v="1740" actId="1076"/>
          <ac:picMkLst>
            <pc:docMk/>
            <pc:sldMk cId="928633288" sldId="278"/>
            <ac:picMk id="4" creationId="{52F48CE9-2A4C-9BB0-0621-C561F6B91A33}"/>
          </ac:picMkLst>
        </pc:picChg>
        <pc:picChg chg="add mod">
          <ac:chgData name="Ronnel D. Palenzuela" userId="27216d6f-a712-48da-bcb2-613e4bc945ac" providerId="ADAL" clId="{16736750-74B4-184C-AACF-97E7E4B9FAA6}" dt="2024-08-11T10:29:24.402" v="1741" actId="1076"/>
          <ac:picMkLst>
            <pc:docMk/>
            <pc:sldMk cId="928633288" sldId="278"/>
            <ac:picMk id="5" creationId="{59B35BCD-7340-3A02-2CB8-2FBE0A617B62}"/>
          </ac:picMkLst>
        </pc:picChg>
        <pc:picChg chg="del">
          <ac:chgData name="Ronnel D. Palenzuela" userId="27216d6f-a712-48da-bcb2-613e4bc945ac" providerId="ADAL" clId="{16736750-74B4-184C-AACF-97E7E4B9FAA6}" dt="2024-08-11T10:22:22.851" v="1662" actId="478"/>
          <ac:picMkLst>
            <pc:docMk/>
            <pc:sldMk cId="928633288" sldId="278"/>
            <ac:picMk id="7" creationId="{9516A05D-894B-7EC0-51E9-33F7A244CA5D}"/>
          </ac:picMkLst>
        </pc:picChg>
        <pc:picChg chg="del">
          <ac:chgData name="Ronnel D. Palenzuela" userId="27216d6f-a712-48da-bcb2-613e4bc945ac" providerId="ADAL" clId="{16736750-74B4-184C-AACF-97E7E4B9FAA6}" dt="2024-08-11T10:22:24.031" v="1663" actId="478"/>
          <ac:picMkLst>
            <pc:docMk/>
            <pc:sldMk cId="928633288" sldId="278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50:20.515" v="1826" actId="1076"/>
        <pc:sldMkLst>
          <pc:docMk/>
          <pc:sldMk cId="2220697961" sldId="279"/>
        </pc:sldMkLst>
        <pc:spChg chg="mod">
          <ac:chgData name="Ronnel D. Palenzuela" userId="27216d6f-a712-48da-bcb2-613e4bc945ac" providerId="ADAL" clId="{16736750-74B4-184C-AACF-97E7E4B9FAA6}" dt="2024-08-11T10:33:50.865" v="1743"/>
          <ac:spMkLst>
            <pc:docMk/>
            <pc:sldMk cId="2220697961" sldId="27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36:20.786" v="1790"/>
          <ac:spMkLst>
            <pc:docMk/>
            <pc:sldMk cId="2220697961" sldId="279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33:52.820" v="1744" actId="478"/>
          <ac:picMkLst>
            <pc:docMk/>
            <pc:sldMk cId="2220697961" sldId="279"/>
            <ac:picMk id="4" creationId="{52F48CE9-2A4C-9BB0-0621-C561F6B91A33}"/>
          </ac:picMkLst>
        </pc:picChg>
        <pc:picChg chg="del">
          <ac:chgData name="Ronnel D. Palenzuela" userId="27216d6f-a712-48da-bcb2-613e4bc945ac" providerId="ADAL" clId="{16736750-74B4-184C-AACF-97E7E4B9FAA6}" dt="2024-08-11T10:33:53.161" v="1745" actId="478"/>
          <ac:picMkLst>
            <pc:docMk/>
            <pc:sldMk cId="2220697961" sldId="279"/>
            <ac:picMk id="5" creationId="{59B35BCD-7340-3A02-2CB8-2FBE0A617B62}"/>
          </ac:picMkLst>
        </pc:picChg>
        <pc:picChg chg="add del mod">
          <ac:chgData name="Ronnel D. Palenzuela" userId="27216d6f-a712-48da-bcb2-613e4bc945ac" providerId="ADAL" clId="{16736750-74B4-184C-AACF-97E7E4B9FAA6}" dt="2024-08-11T10:35:17.454" v="1755" actId="478"/>
          <ac:picMkLst>
            <pc:docMk/>
            <pc:sldMk cId="2220697961" sldId="279"/>
            <ac:picMk id="6" creationId="{444F1BE0-3550-1DD3-6280-D3193130D524}"/>
          </ac:picMkLst>
        </pc:picChg>
        <pc:picChg chg="add mod">
          <ac:chgData name="Ronnel D. Palenzuela" userId="27216d6f-a712-48da-bcb2-613e4bc945ac" providerId="ADAL" clId="{16736750-74B4-184C-AACF-97E7E4B9FAA6}" dt="2024-08-11T10:50:20.515" v="1826" actId="1076"/>
          <ac:picMkLst>
            <pc:docMk/>
            <pc:sldMk cId="2220697961" sldId="279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02:07.030" v="1881"/>
        <pc:sldMkLst>
          <pc:docMk/>
          <pc:sldMk cId="2456681114" sldId="280"/>
        </pc:sldMkLst>
        <pc:spChg chg="mod">
          <ac:chgData name="Ronnel D. Palenzuela" userId="27216d6f-a712-48da-bcb2-613e4bc945ac" providerId="ADAL" clId="{16736750-74B4-184C-AACF-97E7E4B9FAA6}" dt="2024-08-11T10:50:13.888" v="1824" actId="20577"/>
          <ac:spMkLst>
            <pc:docMk/>
            <pc:sldMk cId="2456681114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01:42.294" v="1880" actId="27636"/>
          <ac:spMkLst>
            <pc:docMk/>
            <pc:sldMk cId="2456681114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52:05.480" v="1866" actId="1076"/>
          <ac:picMkLst>
            <pc:docMk/>
            <pc:sldMk cId="2456681114" sldId="280"/>
            <ac:picMk id="4" creationId="{73833336-6A94-55AD-10D0-0089D9921599}"/>
          </ac:picMkLst>
        </pc:picChg>
        <pc:picChg chg="add mod">
          <ac:chgData name="Ronnel D. Palenzuela" userId="27216d6f-a712-48da-bcb2-613e4bc945ac" providerId="ADAL" clId="{16736750-74B4-184C-AACF-97E7E4B9FAA6}" dt="2024-08-11T10:52:07.011" v="1867" actId="1076"/>
          <ac:picMkLst>
            <pc:docMk/>
            <pc:sldMk cId="2456681114" sldId="280"/>
            <ac:picMk id="5" creationId="{A413D30E-4FEC-659F-7A93-6D8C19127C82}"/>
          </ac:picMkLst>
        </pc:picChg>
        <pc:picChg chg="del">
          <ac:chgData name="Ronnel D. Palenzuela" userId="27216d6f-a712-48da-bcb2-613e4bc945ac" providerId="ADAL" clId="{16736750-74B4-184C-AACF-97E7E4B9FAA6}" dt="2024-08-11T10:50:15.693" v="1825" actId="478"/>
          <ac:picMkLst>
            <pc:docMk/>
            <pc:sldMk cId="2456681114" sldId="280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25:32.352" v="2048" actId="1076"/>
        <pc:sldMkLst>
          <pc:docMk/>
          <pc:sldMk cId="1557213172" sldId="281"/>
        </pc:sldMkLst>
        <pc:spChg chg="mod">
          <ac:chgData name="Ronnel D. Palenzuela" userId="27216d6f-a712-48da-bcb2-613e4bc945ac" providerId="ADAL" clId="{16736750-74B4-184C-AACF-97E7E4B9FAA6}" dt="2024-08-11T11:15:51.541" v="1975" actId="20577"/>
          <ac:spMkLst>
            <pc:docMk/>
            <pc:sldMk cId="1557213172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16:45.122" v="2003" actId="207"/>
          <ac:spMkLst>
            <pc:docMk/>
            <pc:sldMk cId="1557213172" sldId="281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58:22.444" v="1871" actId="478"/>
          <ac:picMkLst>
            <pc:docMk/>
            <pc:sldMk cId="1557213172" sldId="281"/>
            <ac:picMk id="4" creationId="{73833336-6A94-55AD-10D0-0089D9921599}"/>
          </ac:picMkLst>
        </pc:picChg>
        <pc:picChg chg="del">
          <ac:chgData name="Ronnel D. Palenzuela" userId="27216d6f-a712-48da-bcb2-613e4bc945ac" providerId="ADAL" clId="{16736750-74B4-184C-AACF-97E7E4B9FAA6}" dt="2024-08-11T10:58:21.160" v="1870" actId="478"/>
          <ac:picMkLst>
            <pc:docMk/>
            <pc:sldMk cId="1557213172" sldId="281"/>
            <ac:picMk id="5" creationId="{A413D30E-4FEC-659F-7A93-6D8C19127C82}"/>
          </ac:picMkLst>
        </pc:picChg>
        <pc:picChg chg="add del mod">
          <ac:chgData name="Ronnel D. Palenzuela" userId="27216d6f-a712-48da-bcb2-613e4bc945ac" providerId="ADAL" clId="{16736750-74B4-184C-AACF-97E7E4B9FAA6}" dt="2024-08-11T11:23:21.071" v="2009" actId="478"/>
          <ac:picMkLst>
            <pc:docMk/>
            <pc:sldMk cId="1557213172" sldId="281"/>
            <ac:picMk id="6" creationId="{852FA35F-6B76-3ACC-4F39-F65EF2740076}"/>
          </ac:picMkLst>
        </pc:picChg>
        <pc:picChg chg="add mod">
          <ac:chgData name="Ronnel D. Palenzuela" userId="27216d6f-a712-48da-bcb2-613e4bc945ac" providerId="ADAL" clId="{16736750-74B4-184C-AACF-97E7E4B9FAA6}" dt="2024-08-11T11:25:32.352" v="2048" actId="1076"/>
          <ac:picMkLst>
            <pc:docMk/>
            <pc:sldMk cId="1557213172" sldId="281"/>
            <ac:picMk id="7" creationId="{C0442B70-B5E1-0D06-9A6B-2C529318C43C}"/>
          </ac:picMkLst>
        </pc:picChg>
        <pc:picChg chg="add mod">
          <ac:chgData name="Ronnel D. Palenzuela" userId="27216d6f-a712-48da-bcb2-613e4bc945ac" providerId="ADAL" clId="{16736750-74B4-184C-AACF-97E7E4B9FAA6}" dt="2024-08-11T11:25:25.205" v="2043" actId="1076"/>
          <ac:picMkLst>
            <pc:docMk/>
            <pc:sldMk cId="1557213172" sldId="281"/>
            <ac:picMk id="8" creationId="{2E2C6D27-AF3A-A4C2-F435-87D1586FAACA}"/>
          </ac:picMkLst>
        </pc:picChg>
        <pc:picChg chg="add mod">
          <ac:chgData name="Ronnel D. Palenzuela" userId="27216d6f-a712-48da-bcb2-613e4bc945ac" providerId="ADAL" clId="{16736750-74B4-184C-AACF-97E7E4B9FAA6}" dt="2024-08-11T11:25:26.120" v="2044" actId="1076"/>
          <ac:picMkLst>
            <pc:docMk/>
            <pc:sldMk cId="1557213172" sldId="281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38:34.643" v="2166" actId="1076"/>
        <pc:sldMkLst>
          <pc:docMk/>
          <pc:sldMk cId="296683317" sldId="282"/>
        </pc:sldMkLst>
        <pc:spChg chg="mod">
          <ac:chgData name="Ronnel D. Palenzuela" userId="27216d6f-a712-48da-bcb2-613e4bc945ac" providerId="ADAL" clId="{16736750-74B4-184C-AACF-97E7E4B9FAA6}" dt="2024-08-11T11:36:00.243" v="2116"/>
          <ac:spMkLst>
            <pc:docMk/>
            <pc:sldMk cId="296683317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36:43.156" v="2154" actId="33524"/>
          <ac:spMkLst>
            <pc:docMk/>
            <pc:sldMk cId="296683317" sldId="282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11:37:17.460" v="2156" actId="22"/>
          <ac:spMkLst>
            <pc:docMk/>
            <pc:sldMk cId="296683317" sldId="282"/>
            <ac:spMk id="5" creationId="{01186E94-225A-646B-6BE7-DE3170C2B523}"/>
          </ac:spMkLst>
        </pc:spChg>
        <pc:picChg chg="add mod">
          <ac:chgData name="Ronnel D. Palenzuela" userId="27216d6f-a712-48da-bcb2-613e4bc945ac" providerId="ADAL" clId="{16736750-74B4-184C-AACF-97E7E4B9FAA6}" dt="2024-08-11T11:38:34.643" v="2166" actId="1076"/>
          <ac:picMkLst>
            <pc:docMk/>
            <pc:sldMk cId="296683317" sldId="282"/>
            <ac:picMk id="6" creationId="{C94A0A88-9294-A7B5-558E-0329F8DF2C01}"/>
          </ac:picMkLst>
        </pc:picChg>
        <pc:picChg chg="del">
          <ac:chgData name="Ronnel D. Palenzuela" userId="27216d6f-a712-48da-bcb2-613e4bc945ac" providerId="ADAL" clId="{16736750-74B4-184C-AACF-97E7E4B9FAA6}" dt="2024-08-11T11:35:26.093" v="2099" actId="478"/>
          <ac:picMkLst>
            <pc:docMk/>
            <pc:sldMk cId="296683317" sldId="282"/>
            <ac:picMk id="7" creationId="{C0442B70-B5E1-0D06-9A6B-2C529318C43C}"/>
          </ac:picMkLst>
        </pc:picChg>
        <pc:picChg chg="del">
          <ac:chgData name="Ronnel D. Palenzuela" userId="27216d6f-a712-48da-bcb2-613e4bc945ac" providerId="ADAL" clId="{16736750-74B4-184C-AACF-97E7E4B9FAA6}" dt="2024-08-11T11:35:26.422" v="2100" actId="478"/>
          <ac:picMkLst>
            <pc:docMk/>
            <pc:sldMk cId="296683317" sldId="282"/>
            <ac:picMk id="8" creationId="{2E2C6D27-AF3A-A4C2-F435-87D1586FAACA}"/>
          </ac:picMkLst>
        </pc:picChg>
        <pc:picChg chg="del">
          <ac:chgData name="Ronnel D. Palenzuela" userId="27216d6f-a712-48da-bcb2-613e4bc945ac" providerId="ADAL" clId="{16736750-74B4-184C-AACF-97E7E4B9FAA6}" dt="2024-08-11T11:35:26.655" v="2101" actId="478"/>
          <ac:picMkLst>
            <pc:docMk/>
            <pc:sldMk cId="296683317" sldId="282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44:29.650" v="2204" actId="20577"/>
        <pc:sldMkLst>
          <pc:docMk/>
          <pc:sldMk cId="993575964" sldId="283"/>
        </pc:sldMkLst>
        <pc:spChg chg="mod">
          <ac:chgData name="Ronnel D. Palenzuela" userId="27216d6f-a712-48da-bcb2-613e4bc945ac" providerId="ADAL" clId="{16736750-74B4-184C-AACF-97E7E4B9FAA6}" dt="2024-08-11T11:39:12.084" v="2168"/>
          <ac:spMkLst>
            <pc:docMk/>
            <pc:sldMk cId="99357596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0:34.052" v="2197" actId="207"/>
          <ac:spMkLst>
            <pc:docMk/>
            <pc:sldMk cId="993575964" sldId="283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1:43:38.835" v="2202" actId="1076"/>
          <ac:picMkLst>
            <pc:docMk/>
            <pc:sldMk cId="993575964" sldId="283"/>
            <ac:picMk id="4" creationId="{B7960360-83A2-6270-EECE-30A36048B200}"/>
          </ac:picMkLst>
        </pc:picChg>
        <pc:picChg chg="del">
          <ac:chgData name="Ronnel D. Palenzuela" userId="27216d6f-a712-48da-bcb2-613e4bc945ac" providerId="ADAL" clId="{16736750-74B4-184C-AACF-97E7E4B9FAA6}" dt="2024-08-11T11:39:13.621" v="2169" actId="478"/>
          <ac:picMkLst>
            <pc:docMk/>
            <pc:sldMk cId="993575964" sldId="283"/>
            <ac:picMk id="6" creationId="{C94A0A88-9294-A7B5-558E-0329F8DF2C01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50:32.912" v="2231" actId="1076"/>
        <pc:sldMkLst>
          <pc:docMk/>
          <pc:sldMk cId="1253337562" sldId="284"/>
        </pc:sldMkLst>
        <pc:spChg chg="mod">
          <ac:chgData name="Ronnel D. Palenzuela" userId="27216d6f-a712-48da-bcb2-613e4bc945ac" providerId="ADAL" clId="{16736750-74B4-184C-AACF-97E7E4B9FAA6}" dt="2024-08-11T11:45:06.797" v="2206"/>
          <ac:spMkLst>
            <pc:docMk/>
            <pc:sldMk cId="1253337562" sldId="284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8:12.471" v="2222"/>
          <ac:spMkLst>
            <pc:docMk/>
            <pc:sldMk cId="1253337562" sldId="284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1:48:48.651" v="2224" actId="478"/>
          <ac:picMkLst>
            <pc:docMk/>
            <pc:sldMk cId="1253337562" sldId="284"/>
            <ac:picMk id="4" creationId="{B7960360-83A2-6270-EECE-30A36048B200}"/>
          </ac:picMkLst>
        </pc:picChg>
        <pc:picChg chg="add mod">
          <ac:chgData name="Ronnel D. Palenzuela" userId="27216d6f-a712-48da-bcb2-613e4bc945ac" providerId="ADAL" clId="{16736750-74B4-184C-AACF-97E7E4B9FAA6}" dt="2024-08-11T11:50:17.104" v="2227" actId="1076"/>
          <ac:picMkLst>
            <pc:docMk/>
            <pc:sldMk cId="1253337562" sldId="284"/>
            <ac:picMk id="5" creationId="{9D0F0297-4AB5-4797-A885-928619C7A572}"/>
          </ac:picMkLst>
        </pc:picChg>
        <pc:picChg chg="add mod">
          <ac:chgData name="Ronnel D. Palenzuela" userId="27216d6f-a712-48da-bcb2-613e4bc945ac" providerId="ADAL" clId="{16736750-74B4-184C-AACF-97E7E4B9FAA6}" dt="2024-08-11T11:50:32.912" v="2231" actId="1076"/>
          <ac:picMkLst>
            <pc:docMk/>
            <pc:sldMk cId="1253337562" sldId="284"/>
            <ac:picMk id="6" creationId="{F1C8719A-AF10-CA25-32B8-5B12B63B6F48}"/>
          </ac:picMkLst>
        </pc:picChg>
      </pc:sldChg>
      <pc:sldChg chg="addSp delSp modSp add mod">
        <pc:chgData name="Ronnel D. Palenzuela" userId="27216d6f-a712-48da-bcb2-613e4bc945ac" providerId="ADAL" clId="{16736750-74B4-184C-AACF-97E7E4B9FAA6}" dt="2024-08-11T12:26:02.933" v="2546" actId="20577"/>
        <pc:sldMkLst>
          <pc:docMk/>
          <pc:sldMk cId="2980579114" sldId="285"/>
        </pc:sldMkLst>
        <pc:spChg chg="mod">
          <ac:chgData name="Ronnel D. Palenzuela" userId="27216d6f-a712-48da-bcb2-613e4bc945ac" providerId="ADAL" clId="{16736750-74B4-184C-AACF-97E7E4B9FAA6}" dt="2024-08-11T12:25:58.060" v="2543" actId="20577"/>
          <ac:spMkLst>
            <pc:docMk/>
            <pc:sldMk cId="2980579114" sldId="28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6:02.933" v="2546" actId="20577"/>
          <ac:spMkLst>
            <pc:docMk/>
            <pc:sldMk cId="2980579114" sldId="28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2:11:35.139" v="2251" actId="1076"/>
          <ac:picMkLst>
            <pc:docMk/>
            <pc:sldMk cId="2980579114" sldId="285"/>
            <ac:picMk id="4" creationId="{74248AEE-FABF-0F2A-B1B2-1777799F48BD}"/>
          </ac:picMkLst>
        </pc:picChg>
        <pc:picChg chg="del">
          <ac:chgData name="Ronnel D. Palenzuela" userId="27216d6f-a712-48da-bcb2-613e4bc945ac" providerId="ADAL" clId="{16736750-74B4-184C-AACF-97E7E4B9FAA6}" dt="2024-08-11T12:09:33.931" v="2234" actId="478"/>
          <ac:picMkLst>
            <pc:docMk/>
            <pc:sldMk cId="2980579114" sldId="285"/>
            <ac:picMk id="5" creationId="{9D0F0297-4AB5-4797-A885-928619C7A572}"/>
          </ac:picMkLst>
        </pc:picChg>
        <pc:picChg chg="del">
          <ac:chgData name="Ronnel D. Palenzuela" userId="27216d6f-a712-48da-bcb2-613e4bc945ac" providerId="ADAL" clId="{16736750-74B4-184C-AACF-97E7E4B9FAA6}" dt="2024-08-11T12:09:35.158" v="2235" actId="478"/>
          <ac:picMkLst>
            <pc:docMk/>
            <pc:sldMk cId="2980579114" sldId="285"/>
            <ac:picMk id="6" creationId="{F1C8719A-AF10-CA25-32B8-5B12B63B6F48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25:18.008" v="2520" actId="1076"/>
        <pc:sldMkLst>
          <pc:docMk/>
          <pc:sldMk cId="1581186720" sldId="286"/>
        </pc:sldMkLst>
        <pc:spChg chg="mod">
          <ac:chgData name="Ronnel D. Palenzuela" userId="27216d6f-a712-48da-bcb2-613e4bc945ac" providerId="ADAL" clId="{16736750-74B4-184C-AACF-97E7E4B9FAA6}" dt="2024-08-11T12:25:16.630" v="2519" actId="1076"/>
          <ac:spMkLst>
            <pc:docMk/>
            <pc:sldMk cId="1581186720" sldId="28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736750-74B4-184C-AACF-97E7E4B9FAA6}" dt="2024-08-11T12:25:18.008" v="2520" actId="1076"/>
          <ac:spMkLst>
            <pc:docMk/>
            <pc:sldMk cId="1581186720" sldId="286"/>
            <ac:spMk id="5" creationId="{63E79591-2F27-370E-329D-A0B622A8CFA5}"/>
          </ac:spMkLst>
        </pc:spChg>
        <pc:spChg chg="add mod">
          <ac:chgData name="Ronnel D. Palenzuela" userId="27216d6f-a712-48da-bcb2-613e4bc945ac" providerId="ADAL" clId="{16736750-74B4-184C-AACF-97E7E4B9FAA6}" dt="2024-08-11T12:22:19.024" v="2454"/>
          <ac:spMkLst>
            <pc:docMk/>
            <pc:sldMk cId="1581186720" sldId="286"/>
            <ac:spMk id="6" creationId="{8E044E04-0B5A-32C0-8EEE-D905F6C6381E}"/>
          </ac:spMkLst>
        </pc:spChg>
        <pc:spChg chg="add mod">
          <ac:chgData name="Ronnel D. Palenzuela" userId="27216d6f-a712-48da-bcb2-613e4bc945ac" providerId="ADAL" clId="{16736750-74B4-184C-AACF-97E7E4B9FAA6}" dt="2024-08-11T12:22:33.783" v="2457" actId="767"/>
          <ac:spMkLst>
            <pc:docMk/>
            <pc:sldMk cId="1581186720" sldId="286"/>
            <ac:spMk id="7" creationId="{75AD83E7-4E98-C144-0CA8-1D34A9078DFC}"/>
          </ac:spMkLst>
        </pc:spChg>
        <pc:spChg chg="add del">
          <ac:chgData name="Ronnel D. Palenzuela" userId="27216d6f-a712-48da-bcb2-613e4bc945ac" providerId="ADAL" clId="{16736750-74B4-184C-AACF-97E7E4B9FAA6}" dt="2024-08-11T12:24:47.787" v="2511" actId="22"/>
          <ac:spMkLst>
            <pc:docMk/>
            <pc:sldMk cId="1581186720" sldId="286"/>
            <ac:spMk id="9" creationId="{5AFEA3DF-0E3B-7218-22F8-B412FEC8C03F}"/>
          </ac:spMkLst>
        </pc:spChg>
        <pc:picChg chg="del">
          <ac:chgData name="Ronnel D. Palenzuela" userId="27216d6f-a712-48da-bcb2-613e4bc945ac" providerId="ADAL" clId="{16736750-74B4-184C-AACF-97E7E4B9FAA6}" dt="2024-08-11T12:15:21.761" v="2282" actId="478"/>
          <ac:picMkLst>
            <pc:docMk/>
            <pc:sldMk cId="1581186720" sldId="286"/>
            <ac:picMk id="4" creationId="{74248AEE-FABF-0F2A-B1B2-1777799F48B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32:58.139" v="2586"/>
        <pc:sldMkLst>
          <pc:docMk/>
          <pc:sldMk cId="4278137860" sldId="287"/>
        </pc:sldMkLst>
        <pc:spChg chg="mod">
          <ac:chgData name="Ronnel D. Palenzuela" userId="27216d6f-a712-48da-bcb2-613e4bc945ac" providerId="ADAL" clId="{16736750-74B4-184C-AACF-97E7E4B9FAA6}" dt="2024-08-11T12:26:17.544" v="2548"/>
          <ac:spMkLst>
            <pc:docMk/>
            <pc:sldMk cId="4278137860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7:02.548" v="2568"/>
          <ac:spMkLst>
            <pc:docMk/>
            <pc:sldMk cId="4278137860" sldId="287"/>
            <ac:spMk id="3" creationId="{F9E9654B-D8E5-22CA-371A-57FADD13842B}"/>
          </ac:spMkLst>
        </pc:spChg>
        <pc:spChg chg="del">
          <ac:chgData name="Ronnel D. Palenzuela" userId="27216d6f-a712-48da-bcb2-613e4bc945ac" providerId="ADAL" clId="{16736750-74B4-184C-AACF-97E7E4B9FAA6}" dt="2024-08-11T12:26:19.941" v="2549" actId="478"/>
          <ac:spMkLst>
            <pc:docMk/>
            <pc:sldMk cId="4278137860" sldId="287"/>
            <ac:spMk id="5" creationId="{63E79591-2F27-370E-329D-A0B622A8CFA5}"/>
          </ac:spMkLst>
        </pc:spChg>
        <pc:picChg chg="add mod">
          <ac:chgData name="Ronnel D. Palenzuela" userId="27216d6f-a712-48da-bcb2-613e4bc945ac" providerId="ADAL" clId="{16736750-74B4-184C-AACF-97E7E4B9FAA6}" dt="2024-08-11T12:30:03.374" v="2578" actId="1076"/>
          <ac:picMkLst>
            <pc:docMk/>
            <pc:sldMk cId="4278137860" sldId="287"/>
            <ac:picMk id="4" creationId="{C94F73C7-EE3C-5039-6716-AA5F092B56AC}"/>
          </ac:picMkLst>
        </pc:picChg>
        <pc:picChg chg="add mod">
          <ac:chgData name="Ronnel D. Palenzuela" userId="27216d6f-a712-48da-bcb2-613e4bc945ac" providerId="ADAL" clId="{16736750-74B4-184C-AACF-97E7E4B9FAA6}" dt="2024-08-11T12:30:04.674" v="2579" actId="1076"/>
          <ac:picMkLst>
            <pc:docMk/>
            <pc:sldMk cId="4278137860" sldId="287"/>
            <ac:picMk id="6" creationId="{7982849D-C7FF-134E-B589-F96BF9176D03}"/>
          </ac:picMkLst>
        </pc:picChg>
      </pc:sldChg>
      <pc:sldChg chg="delSp modSp add mod">
        <pc:chgData name="Ronnel D. Palenzuela" userId="27216d6f-a712-48da-bcb2-613e4bc945ac" providerId="ADAL" clId="{16736750-74B4-184C-AACF-97E7E4B9FAA6}" dt="2024-08-12T02:16:02.449" v="3153" actId="20577"/>
        <pc:sldMkLst>
          <pc:docMk/>
          <pc:sldMk cId="3972629357" sldId="288"/>
        </pc:sldMkLst>
        <pc:spChg chg="mod">
          <ac:chgData name="Ronnel D. Palenzuela" userId="27216d6f-a712-48da-bcb2-613e4bc945ac" providerId="ADAL" clId="{16736750-74B4-184C-AACF-97E7E4B9FAA6}" dt="2024-08-12T02:16:02.449" v="3153" actId="20577"/>
          <ac:spMkLst>
            <pc:docMk/>
            <pc:sldMk cId="3972629357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11:51.983" v="3029" actId="207"/>
          <ac:spMkLst>
            <pc:docMk/>
            <pc:sldMk cId="3972629357" sldId="288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2T01:08:18.288" v="2654" actId="478"/>
          <ac:picMkLst>
            <pc:docMk/>
            <pc:sldMk cId="3972629357" sldId="288"/>
            <ac:picMk id="4" creationId="{C94F73C7-EE3C-5039-6716-AA5F092B56AC}"/>
          </ac:picMkLst>
        </pc:picChg>
        <pc:picChg chg="del">
          <ac:chgData name="Ronnel D. Palenzuela" userId="27216d6f-a712-48da-bcb2-613e4bc945ac" providerId="ADAL" clId="{16736750-74B4-184C-AACF-97E7E4B9FAA6}" dt="2024-08-12T01:08:18.480" v="2655" actId="478"/>
          <ac:picMkLst>
            <pc:docMk/>
            <pc:sldMk cId="3972629357" sldId="288"/>
            <ac:picMk id="6" creationId="{7982849D-C7FF-134E-B589-F96BF9176D03}"/>
          </ac:picMkLst>
        </pc:picChg>
      </pc:sldChg>
      <pc:sldChg chg="modSp add mod">
        <pc:chgData name="Ronnel D. Palenzuela" userId="27216d6f-a712-48da-bcb2-613e4bc945ac" providerId="ADAL" clId="{16736750-74B4-184C-AACF-97E7E4B9FAA6}" dt="2024-08-12T02:22:03.220" v="3182" actId="11"/>
        <pc:sldMkLst>
          <pc:docMk/>
          <pc:sldMk cId="2990164252" sldId="289"/>
        </pc:sldMkLst>
        <pc:spChg chg="mod">
          <ac:chgData name="Ronnel D. Palenzuela" userId="27216d6f-a712-48da-bcb2-613e4bc945ac" providerId="ADAL" clId="{16736750-74B4-184C-AACF-97E7E4B9FAA6}" dt="2024-08-12T02:16:06.498" v="3154" actId="20577"/>
          <ac:spMkLst>
            <pc:docMk/>
            <pc:sldMk cId="2990164252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2:03.220" v="3182" actId="11"/>
          <ac:spMkLst>
            <pc:docMk/>
            <pc:sldMk cId="2990164252" sldId="289"/>
            <ac:spMk id="3" creationId="{F9E9654B-D8E5-22CA-371A-57FADD13842B}"/>
          </ac:spMkLst>
        </pc:spChg>
      </pc:sldChg>
      <pc:sldChg chg="modSp add mod">
        <pc:chgData name="Ronnel D. Palenzuela" userId="27216d6f-a712-48da-bcb2-613e4bc945ac" providerId="ADAL" clId="{16736750-74B4-184C-AACF-97E7E4B9FAA6}" dt="2024-08-13T03:37:12.131" v="3508" actId="207"/>
        <pc:sldMkLst>
          <pc:docMk/>
          <pc:sldMk cId="1111498698" sldId="290"/>
        </pc:sldMkLst>
        <pc:spChg chg="mod">
          <ac:chgData name="Ronnel D. Palenzuela" userId="27216d6f-a712-48da-bcb2-613e4bc945ac" providerId="ADAL" clId="{16736750-74B4-184C-AACF-97E7E4B9FAA6}" dt="2024-08-13T03:27:17.210" v="3359" actId="20577"/>
          <ac:spMkLst>
            <pc:docMk/>
            <pc:sldMk cId="1111498698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3T03:37:12.131" v="3508" actId="207"/>
          <ac:spMkLst>
            <pc:docMk/>
            <pc:sldMk cId="1111498698" sldId="290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927110459" sldId="290"/>
        </pc:sldMkLst>
        <pc:spChg chg="mod">
          <ac:chgData name="Ronnel D. Palenzuela" userId="27216d6f-a712-48da-bcb2-613e4bc945ac" providerId="ADAL" clId="{16736750-74B4-184C-AACF-97E7E4B9FAA6}" dt="2024-08-12T02:17:40.195" v="3179" actId="20577"/>
          <ac:spMkLst>
            <pc:docMk/>
            <pc:sldMk cId="1927110459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5:46.161" v="3276" actId="20577"/>
          <ac:spMkLst>
            <pc:docMk/>
            <pc:sldMk cId="1927110459" sldId="290"/>
            <ac:spMk id="3" creationId="{F9E9654B-D8E5-22CA-371A-57FADD13842B}"/>
          </ac:spMkLst>
        </pc:spChg>
      </pc:sldChg>
      <pc:sldChg chg="modSp add mod ord">
        <pc:chgData name="Ronnel D. Palenzuela" userId="27216d6f-a712-48da-bcb2-613e4bc945ac" providerId="ADAL" clId="{16736750-74B4-184C-AACF-97E7E4B9FAA6}" dt="2024-08-13T03:34:24.591" v="3466" actId="207"/>
        <pc:sldMkLst>
          <pc:docMk/>
          <pc:sldMk cId="815011119" sldId="291"/>
        </pc:sldMkLst>
        <pc:spChg chg="mod">
          <ac:chgData name="Ronnel D. Palenzuela" userId="27216d6f-a712-48da-bcb2-613e4bc945ac" providerId="ADAL" clId="{16736750-74B4-184C-AACF-97E7E4B9FAA6}" dt="2024-08-13T03:34:24.591" v="3466" actId="207"/>
          <ac:spMkLst>
            <pc:docMk/>
            <pc:sldMk cId="81501111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81441069" sldId="291"/>
        </pc:sldMkLst>
        <pc:spChg chg="mod">
          <ac:chgData name="Ronnel D. Palenzuela" userId="27216d6f-a712-48da-bcb2-613e4bc945ac" providerId="ADAL" clId="{16736750-74B4-184C-AACF-97E7E4B9FAA6}" dt="2024-08-12T02:28:06.903" v="3321" actId="11"/>
          <ac:spMkLst>
            <pc:docMk/>
            <pc:sldMk cId="178144106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65234647" sldId="292"/>
        </pc:sldMkLst>
        <pc:spChg chg="mod">
          <ac:chgData name="Ronnel D. Palenzuela" userId="27216d6f-a712-48da-bcb2-613e4bc945ac" providerId="ADAL" clId="{16736750-74B4-184C-AACF-97E7E4B9FAA6}" dt="2024-08-12T02:28:26.710" v="3324" actId="403"/>
          <ac:spMkLst>
            <pc:docMk/>
            <pc:sldMk cId="1765234647" sldId="292"/>
            <ac:spMk id="3" creationId="{F9E9654B-D8E5-22CA-371A-57FADD13842B}"/>
          </ac:spMkLst>
        </pc:spChg>
      </pc:sldChg>
      <pc:sldMasterChg chg="modSldLayout">
        <pc:chgData name="Ronnel D. Palenzuela" userId="27216d6f-a712-48da-bcb2-613e4bc945ac" providerId="ADAL" clId="{16736750-74B4-184C-AACF-97E7E4B9FAA6}" dt="2024-08-11T07:03:06.010" v="731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736750-74B4-184C-AACF-97E7E4B9FAA6}" dt="2024-08-11T07:03:06.010" v="731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736750-74B4-184C-AACF-97E7E4B9FAA6}" dt="2024-08-11T07:03:06.010" v="731" actId="20577"/>
            <ac:spMkLst>
              <pc:docMk/>
              <pc:sldMasterMk cId="651270159" sldId="2147483648"/>
              <pc:sldLayoutMk cId="2921653432" sldId="2147483649"/>
              <ac:spMk id="5" creationId="{3794B7A0-4232-A0AC-7E3A-3BF632F0C83D}"/>
            </ac:spMkLst>
          </pc:spChg>
        </pc:sldLayoutChg>
      </pc:sldMasterChg>
    </pc:docChg>
  </pc:docChgLst>
  <pc:docChgLst>
    <pc:chgData name="Ronnel D. Palenzuela" userId="27216d6f-a712-48da-bcb2-613e4bc945ac" providerId="ADAL" clId="{16FF8E01-DE24-0F4F-A559-943D670B7764}"/>
    <pc:docChg chg="undo custSel addSld delSld modSld sldOrd modMainMaster">
      <pc:chgData name="Ronnel D. Palenzuela" userId="27216d6f-a712-48da-bcb2-613e4bc945ac" providerId="ADAL" clId="{16FF8E01-DE24-0F4F-A559-943D670B7764}" dt="2024-08-15T06:12:31.924" v="2533" actId="729"/>
      <pc:docMkLst>
        <pc:docMk/>
      </pc:docMkLst>
      <pc:sldChg chg="modSp mod">
        <pc:chgData name="Ronnel D. Palenzuela" userId="27216d6f-a712-48da-bcb2-613e4bc945ac" providerId="ADAL" clId="{16FF8E01-DE24-0F4F-A559-943D670B7764}" dt="2024-08-14T16:09:01.930" v="1419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FF8E01-DE24-0F4F-A559-943D670B7764}" dt="2024-08-14T16:08:42.416" v="1364" actId="14100"/>
          <ac:spMkLst>
            <pc:docMk/>
            <pc:sldMk cId="3455369248" sldId="257"/>
            <ac:spMk id="2" creationId="{4B9DC0FD-E73C-26A6-891F-61B461076958}"/>
          </ac:spMkLst>
        </pc:spChg>
        <pc:spChg chg="mod">
          <ac:chgData name="Ronnel D. Palenzuela" userId="27216d6f-a712-48da-bcb2-613e4bc945ac" providerId="ADAL" clId="{16FF8E01-DE24-0F4F-A559-943D670B7764}" dt="2024-08-14T16:09:01.930" v="1419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56538018" sldId="259"/>
        </pc:sldMkLst>
      </pc:sldChg>
      <pc:sldChg chg="modSp mod modNotesTx">
        <pc:chgData name="Ronnel D. Palenzuela" userId="27216d6f-a712-48da-bcb2-613e4bc945ac" providerId="ADAL" clId="{16FF8E01-DE24-0F4F-A559-943D670B7764}" dt="2024-08-14T16:25:10.072" v="1665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FF8E01-DE24-0F4F-A559-943D670B7764}" dt="2024-08-14T16:09:37.186" v="1435" actId="1076"/>
          <ac:spMkLst>
            <pc:docMk/>
            <pc:sldMk cId="3611571112" sldId="263"/>
            <ac:spMk id="2" creationId="{4B9DC0FD-E73C-26A6-891F-61B461076958}"/>
          </ac:spMkLst>
        </pc:spChg>
      </pc:sldChg>
      <pc:sldChg chg="modSp mod">
        <pc:chgData name="Ronnel D. Palenzuela" userId="27216d6f-a712-48da-bcb2-613e4bc945ac" providerId="ADAL" clId="{16FF8E01-DE24-0F4F-A559-943D670B7764}" dt="2024-08-14T15:58:28.162" v="1311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FF8E01-DE24-0F4F-A559-943D670B7764}" dt="2024-08-14T15:58:28.162" v="1311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1.309" v="136" actId="2890"/>
        <pc:sldMkLst>
          <pc:docMk/>
          <pc:sldMk cId="393610469" sldId="265"/>
        </pc:sldMkLst>
      </pc:sldChg>
      <pc:sldChg chg="addSp delSp modSp add del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538568147" sldId="265"/>
        </pc:sldMkLst>
        <pc:spChg chg="mod">
          <ac:chgData name="Ronnel D. Palenzuela" userId="27216d6f-a712-48da-bcb2-613e4bc945ac" providerId="ADAL" clId="{16FF8E01-DE24-0F4F-A559-943D670B7764}" dt="2024-08-14T14:55:35.293" v="832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46:58.170" v="402" actId="113"/>
          <ac:spMkLst>
            <pc:docMk/>
            <pc:sldMk cId="538568147" sldId="26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4:08:52.904" v="652" actId="1076"/>
          <ac:picMkLst>
            <pc:docMk/>
            <pc:sldMk cId="538568147" sldId="265"/>
            <ac:picMk id="5" creationId="{70008023-F501-145C-0B44-5194C048510F}"/>
          </ac:picMkLst>
        </pc:picChg>
        <pc:picChg chg="add mod">
          <ac:chgData name="Ronnel D. Palenzuela" userId="27216d6f-a712-48da-bcb2-613e4bc945ac" providerId="ADAL" clId="{16FF8E01-DE24-0F4F-A559-943D670B7764}" dt="2024-08-14T14:08:59.711" v="656" actId="1076"/>
          <ac:picMkLst>
            <pc:docMk/>
            <pc:sldMk cId="538568147" sldId="265"/>
            <ac:picMk id="6" creationId="{24353777-D960-C968-46B2-C9D39EBD397E}"/>
          </ac:picMkLst>
        </pc:picChg>
        <pc:picChg chg="del">
          <ac:chgData name="Ronnel D. Palenzuela" userId="27216d6f-a712-48da-bcb2-613e4bc945ac" providerId="ADAL" clId="{16FF8E01-DE24-0F4F-A559-943D670B7764}" dt="2024-08-14T13:36:35.785" v="186" actId="478"/>
          <ac:picMkLst>
            <pc:docMk/>
            <pc:sldMk cId="538568147" sldId="265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FF8E01-DE24-0F4F-A559-943D670B7764}" dt="2024-08-14T13:36:36.302" v="188" actId="478"/>
          <ac:picMkLst>
            <pc:docMk/>
            <pc:sldMk cId="538568147" sldId="265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FF8E01-DE24-0F4F-A559-943D670B7764}" dt="2024-08-14T13:36:36.076" v="187" actId="478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FF8E01-DE24-0F4F-A559-943D670B7764}" dt="2024-08-14T13:36:36.597" v="189" actId="478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82960047" sldId="266"/>
        </pc:sldMkLst>
        <pc:spChg chg="mod">
          <ac:chgData name="Ronnel D. Palenzuela" userId="27216d6f-a712-48da-bcb2-613e4bc945ac" providerId="ADAL" clId="{16FF8E01-DE24-0F4F-A559-943D670B7764}" dt="2024-08-14T13:45:50.997" v="383" actId="20577"/>
          <ac:spMkLst>
            <pc:docMk/>
            <pc:sldMk cId="178296004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52:01.538" v="473" actId="207"/>
          <ac:spMkLst>
            <pc:docMk/>
            <pc:sldMk cId="1782960047" sldId="26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3:54:36.838" v="483" actId="1076"/>
          <ac:spMkLst>
            <pc:docMk/>
            <pc:sldMk cId="1782960047" sldId="266"/>
            <ac:spMk id="6" creationId="{D96DF1EF-8473-896F-2BBC-6D1558971D10}"/>
          </ac:spMkLst>
        </pc:spChg>
        <pc:picChg chg="del">
          <ac:chgData name="Ronnel D. Palenzuela" userId="27216d6f-a712-48da-bcb2-613e4bc945ac" providerId="ADAL" clId="{16FF8E01-DE24-0F4F-A559-943D670B7764}" dt="2024-08-14T13:45:55.174" v="384" actId="478"/>
          <ac:picMkLst>
            <pc:docMk/>
            <pc:sldMk cId="1782960047" sldId="266"/>
            <ac:picMk id="5" creationId="{70008023-F501-145C-0B44-5194C048510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029220167" sldId="266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149631211" sldId="267"/>
        </pc:sldMkLst>
        <pc:spChg chg="mod">
          <ac:chgData name="Ronnel D. Palenzuela" userId="27216d6f-a712-48da-bcb2-613e4bc945ac" providerId="ADAL" clId="{16FF8E01-DE24-0F4F-A559-943D670B7764}" dt="2024-08-14T15:58:59.103" v="1314" actId="11"/>
          <ac:spMkLst>
            <pc:docMk/>
            <pc:sldMk cId="2149631211" sldId="267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13:54:04.562" v="479" actId="2696"/>
        <pc:sldMkLst>
          <pc:docMk/>
          <pc:sldMk cId="2717857131" sldId="267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85671655" sldId="267"/>
        </pc:sldMkLst>
      </pc:sldChg>
      <pc:sldChg chg="add del">
        <pc:chgData name="Ronnel D. Palenzuela" userId="27216d6f-a712-48da-bcb2-613e4bc945ac" providerId="ADAL" clId="{16FF8E01-DE24-0F4F-A559-943D670B7764}" dt="2024-08-14T13:54:30.391" v="482" actId="2696"/>
        <pc:sldMkLst>
          <pc:docMk/>
          <pc:sldMk cId="3367849497" sldId="267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55138258" sldId="268"/>
        </pc:sldMkLst>
        <pc:spChg chg="mod">
          <ac:chgData name="Ronnel D. Palenzuela" userId="27216d6f-a712-48da-bcb2-613e4bc945ac" providerId="ADAL" clId="{16FF8E01-DE24-0F4F-A559-943D670B7764}" dt="2024-08-14T15:59:15.816" v="1315" actId="11"/>
          <ac:spMkLst>
            <pc:docMk/>
            <pc:sldMk cId="155138258" sldId="268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637530094" sldId="268"/>
        </pc:sldMkLst>
      </pc:sldChg>
      <pc:sldChg chg="add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831007090" sldId="269"/>
        </pc:sldMkLst>
        <pc:spChg chg="mod">
          <ac:chgData name="Ronnel D. Palenzuela" userId="27216d6f-a712-48da-bcb2-613e4bc945ac" providerId="ADAL" clId="{16FF8E01-DE24-0F4F-A559-943D670B7764}" dt="2024-08-14T14:10:47.606" v="696" actId="20577"/>
          <ac:spMkLst>
            <pc:docMk/>
            <pc:sldMk cId="2831007090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4:16:06.339" v="778" actId="1076"/>
          <ac:spMkLst>
            <pc:docMk/>
            <pc:sldMk cId="2831007090" sldId="269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4:15:42.779" v="771" actId="113"/>
          <ac:spMkLst>
            <pc:docMk/>
            <pc:sldMk cId="2831007090" sldId="269"/>
            <ac:spMk id="4" creationId="{CB6DD4F9-08BE-3AF6-FDDC-AB693A0D38F1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18365145" sldId="269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07698705" sldId="270"/>
        </pc:sldMkLst>
      </pc:sldChg>
      <pc:sldChg chg="addSp del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073403413" sldId="270"/>
        </pc:sldMkLst>
        <pc:spChg chg="mod">
          <ac:chgData name="Ronnel D. Palenzuela" userId="27216d6f-a712-48da-bcb2-613e4bc945ac" providerId="ADAL" clId="{16FF8E01-DE24-0F4F-A559-943D670B7764}" dt="2024-08-14T14:55:39.952" v="834" actId="20577"/>
          <ac:spMkLst>
            <pc:docMk/>
            <pc:sldMk cId="2073403413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5:31:54.057" v="880" actId="207"/>
          <ac:spMkLst>
            <pc:docMk/>
            <pc:sldMk cId="2073403413" sldId="27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5:09:23.422" v="836" actId="478"/>
          <ac:picMkLst>
            <pc:docMk/>
            <pc:sldMk cId="2073403413" sldId="270"/>
            <ac:picMk id="4" creationId="{369191B6-2A1C-3113-9BFD-747A4657F8D7}"/>
          </ac:picMkLst>
        </pc:picChg>
        <pc:picChg chg="del">
          <ac:chgData name="Ronnel D. Palenzuela" userId="27216d6f-a712-48da-bcb2-613e4bc945ac" providerId="ADAL" clId="{16FF8E01-DE24-0F4F-A559-943D670B7764}" dt="2024-08-14T14:53:40.293" v="791" actId="478"/>
          <ac:picMkLst>
            <pc:docMk/>
            <pc:sldMk cId="2073403413" sldId="270"/>
            <ac:picMk id="5" creationId="{70008023-F501-145C-0B44-5194C048510F}"/>
          </ac:picMkLst>
        </pc:picChg>
        <pc:picChg chg="del">
          <ac:chgData name="Ronnel D. Palenzuela" userId="27216d6f-a712-48da-bcb2-613e4bc945ac" providerId="ADAL" clId="{16FF8E01-DE24-0F4F-A559-943D670B7764}" dt="2024-08-14T14:53:41.454" v="792" actId="478"/>
          <ac:picMkLst>
            <pc:docMk/>
            <pc:sldMk cId="2073403413" sldId="270"/>
            <ac:picMk id="6" creationId="{24353777-D960-C968-46B2-C9D39EBD397E}"/>
          </ac:picMkLst>
        </pc:picChg>
        <pc:picChg chg="add del mod">
          <ac:chgData name="Ronnel D. Palenzuela" userId="27216d6f-a712-48da-bcb2-613e4bc945ac" providerId="ADAL" clId="{16FF8E01-DE24-0F4F-A559-943D670B7764}" dt="2024-08-14T15:09:24.556" v="837" actId="478"/>
          <ac:picMkLst>
            <pc:docMk/>
            <pc:sldMk cId="2073403413" sldId="270"/>
            <ac:picMk id="7" creationId="{CFF5A6F2-A391-E973-A9F9-EEAEDEBC41C8}"/>
          </ac:picMkLst>
        </pc:picChg>
        <pc:picChg chg="add del mod">
          <ac:chgData name="Ronnel D. Palenzuela" userId="27216d6f-a712-48da-bcb2-613e4bc945ac" providerId="ADAL" clId="{16FF8E01-DE24-0F4F-A559-943D670B7764}" dt="2024-08-14T15:38:21.939" v="921"/>
          <ac:picMkLst>
            <pc:docMk/>
            <pc:sldMk cId="2073403413" sldId="270"/>
            <ac:picMk id="8" creationId="{7628CA4E-3E92-F09C-D2FD-C46202C5E649}"/>
          </ac:picMkLst>
        </pc:picChg>
        <pc:picChg chg="add mod">
          <ac:chgData name="Ronnel D. Palenzuela" userId="27216d6f-a712-48da-bcb2-613e4bc945ac" providerId="ADAL" clId="{16FF8E01-DE24-0F4F-A559-943D670B7764}" dt="2024-08-14T15:34:34.583" v="908" actId="1076"/>
          <ac:picMkLst>
            <pc:docMk/>
            <pc:sldMk cId="2073403413" sldId="270"/>
            <ac:picMk id="9" creationId="{FFA2BE38-0E04-5FB6-310F-C9B71C57486B}"/>
          </ac:picMkLst>
        </pc:picChg>
        <pc:picChg chg="add mod">
          <ac:chgData name="Ronnel D. Palenzuela" userId="27216d6f-a712-48da-bcb2-613e4bc945ac" providerId="ADAL" clId="{16FF8E01-DE24-0F4F-A559-943D670B7764}" dt="2024-08-14T15:34:23.881" v="905" actId="1076"/>
          <ac:picMkLst>
            <pc:docMk/>
            <pc:sldMk cId="2073403413" sldId="270"/>
            <ac:picMk id="10" creationId="{667804E6-901E-3F8A-8E71-F3840CE73713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406508294" sldId="271"/>
        </pc:sldMkLst>
        <pc:spChg chg="mod">
          <ac:chgData name="Ronnel D. Palenzuela" userId="27216d6f-a712-48da-bcb2-613e4bc945ac" providerId="ADAL" clId="{16FF8E01-DE24-0F4F-A559-943D670B7764}" dt="2024-08-14T15:45:04.117" v="1046" actId="20577"/>
          <ac:spMkLst>
            <pc:docMk/>
            <pc:sldMk cId="2406508294" sldId="271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5:35:02.613" v="915" actId="22"/>
          <ac:spMkLst>
            <pc:docMk/>
            <pc:sldMk cId="2406508294" sldId="271"/>
            <ac:spMk id="5" creationId="{4142F3C9-0F99-D487-F109-5D1080BCD242}"/>
          </ac:spMkLst>
        </pc:spChg>
        <pc:spChg chg="add mod">
          <ac:chgData name="Ronnel D. Palenzuela" userId="27216d6f-a712-48da-bcb2-613e4bc945ac" providerId="ADAL" clId="{16FF8E01-DE24-0F4F-A559-943D670B7764}" dt="2024-08-14T15:35:21.596" v="919" actId="1076"/>
          <ac:spMkLst>
            <pc:docMk/>
            <pc:sldMk cId="2406508294" sldId="271"/>
            <ac:spMk id="7" creationId="{59101826-B0CF-114B-0320-F5905D2B047C}"/>
          </ac:spMkLst>
        </pc:spChg>
        <pc:picChg chg="del">
          <ac:chgData name="Ronnel D. Palenzuela" userId="27216d6f-a712-48da-bcb2-613e4bc945ac" providerId="ADAL" clId="{16FF8E01-DE24-0F4F-A559-943D670B7764}" dt="2024-08-14T15:34:53.519" v="911" actId="478"/>
          <ac:picMkLst>
            <pc:docMk/>
            <pc:sldMk cId="2406508294" sldId="271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5:34:52.857" v="910" actId="478"/>
          <ac:picMkLst>
            <pc:docMk/>
            <pc:sldMk cId="2406508294" sldId="271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5:34:53.775" v="912" actId="478"/>
          <ac:picMkLst>
            <pc:docMk/>
            <pc:sldMk cId="2406508294" sldId="271"/>
            <ac:picMk id="10" creationId="{667804E6-901E-3F8A-8E71-F3840CE73713}"/>
          </ac:picMkLst>
        </pc:picChg>
        <pc:picChg chg="add del mod">
          <ac:chgData name="Ronnel D. Palenzuela" userId="27216d6f-a712-48da-bcb2-613e4bc945ac" providerId="ADAL" clId="{16FF8E01-DE24-0F4F-A559-943D670B7764}" dt="2024-08-14T15:40:56.703" v="965" actId="478"/>
          <ac:picMkLst>
            <pc:docMk/>
            <pc:sldMk cId="2406508294" sldId="271"/>
            <ac:picMk id="11" creationId="{7451C57A-98EA-DF71-2373-89D7F90904C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120804606" sldId="271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005021045" sldId="272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217730064" sldId="272"/>
        </pc:sldMkLst>
        <pc:spChg chg="mod">
          <ac:chgData name="Ronnel D. Palenzuela" userId="27216d6f-a712-48da-bcb2-613e4bc945ac" providerId="ADAL" clId="{16FF8E01-DE24-0F4F-A559-943D670B7764}" dt="2024-08-14T15:59:35.416" v="1316" actId="11"/>
          <ac:spMkLst>
            <pc:docMk/>
            <pc:sldMk cId="2217730064" sldId="272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716507679" sldId="273"/>
        </pc:sldMkLst>
      </pc:sldChg>
      <pc:sldChg chg="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73650369" sldId="273"/>
        </pc:sldMkLst>
        <pc:spChg chg="mod">
          <ac:chgData name="Ronnel D. Palenzuela" userId="27216d6f-a712-48da-bcb2-613e4bc945ac" providerId="ADAL" clId="{16FF8E01-DE24-0F4F-A559-943D670B7764}" dt="2024-08-14T15:59:48.974" v="1318" actId="11"/>
          <ac:spMkLst>
            <pc:docMk/>
            <pc:sldMk cId="1773650369" sldId="273"/>
            <ac:spMk id="3" creationId="{F9E9654B-D8E5-22CA-371A-57FADD13842B}"/>
          </ac:spMkLst>
        </pc:spChg>
      </pc:sldChg>
      <pc:sldChg chg="add del ord">
        <pc:chgData name="Ronnel D. Palenzuela" userId="27216d6f-a712-48da-bcb2-613e4bc945ac" providerId="ADAL" clId="{16FF8E01-DE24-0F4F-A559-943D670B7764}" dt="2024-08-14T16:09:44.931" v="1436" actId="2696"/>
        <pc:sldMkLst>
          <pc:docMk/>
          <pc:sldMk cId="415108391" sldId="274"/>
        </pc:sldMkLst>
      </pc:sldChg>
      <pc:sldChg chg="addSp modSp add mod modNotesTx">
        <pc:chgData name="Ronnel D. Palenzuela" userId="27216d6f-a712-48da-bcb2-613e4bc945ac" providerId="ADAL" clId="{16FF8E01-DE24-0F4F-A559-943D670B7764}" dt="2024-08-14T17:35:56.996" v="2348" actId="207"/>
        <pc:sldMkLst>
          <pc:docMk/>
          <pc:sldMk cId="3520817057" sldId="274"/>
        </pc:sldMkLst>
        <pc:spChg chg="mod">
          <ac:chgData name="Ronnel D. Palenzuela" userId="27216d6f-a712-48da-bcb2-613e4bc945ac" providerId="ADAL" clId="{16FF8E01-DE24-0F4F-A559-943D670B7764}" dt="2024-08-14T16:34:48.838" v="1740" actId="1076"/>
          <ac:spMkLst>
            <pc:docMk/>
            <pc:sldMk cId="3520817057" sldId="274"/>
            <ac:spMk id="2" creationId="{4B9DC0FD-E73C-26A6-891F-61B461076958}"/>
          </ac:spMkLst>
        </pc:spChg>
        <pc:spChg chg="add mod">
          <ac:chgData name="Ronnel D. Palenzuela" userId="27216d6f-a712-48da-bcb2-613e4bc945ac" providerId="ADAL" clId="{16FF8E01-DE24-0F4F-A559-943D670B7764}" dt="2024-08-14T17:35:56.996" v="2348" actId="207"/>
          <ac:spMkLst>
            <pc:docMk/>
            <pc:sldMk cId="3520817057" sldId="274"/>
            <ac:spMk id="4" creationId="{02334A40-A4A9-25FE-DC7A-9B1C1C6A0886}"/>
          </ac:spMkLst>
        </pc:spChg>
      </pc:sldChg>
      <pc:sldChg chg="addSp delSp modSp add del mod">
        <pc:chgData name="Ronnel D. Palenzuela" userId="27216d6f-a712-48da-bcb2-613e4bc945ac" providerId="ADAL" clId="{16FF8E01-DE24-0F4F-A559-943D670B7764}" dt="2024-08-14T16:15:45.956" v="1532" actId="2696"/>
        <pc:sldMkLst>
          <pc:docMk/>
          <pc:sldMk cId="2172138736" sldId="275"/>
        </pc:sldMkLst>
        <pc:spChg chg="mod">
          <ac:chgData name="Ronnel D. Palenzuela" userId="27216d6f-a712-48da-bcb2-613e4bc945ac" providerId="ADAL" clId="{16FF8E01-DE24-0F4F-A559-943D670B7764}" dt="2024-08-14T16:15:14.648" v="1524" actId="20577"/>
          <ac:spMkLst>
            <pc:docMk/>
            <pc:sldMk cId="2172138736" sldId="27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40.915" v="1531"/>
          <ac:spMkLst>
            <pc:docMk/>
            <pc:sldMk cId="2172138736" sldId="275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6:15:16.283" v="1525" actId="478"/>
          <ac:picMkLst>
            <pc:docMk/>
            <pc:sldMk cId="2172138736" sldId="275"/>
            <ac:picMk id="4" creationId="{3DD2775A-1217-7607-D818-9986C2B95701}"/>
          </ac:picMkLst>
        </pc:picChg>
        <pc:picChg chg="del">
          <ac:chgData name="Ronnel D. Palenzuela" userId="27216d6f-a712-48da-bcb2-613e4bc945ac" providerId="ADAL" clId="{16FF8E01-DE24-0F4F-A559-943D670B7764}" dt="2024-08-14T16:10:15.858" v="1472" actId="478"/>
          <ac:picMkLst>
            <pc:docMk/>
            <pc:sldMk cId="2172138736" sldId="275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6:10:15.605" v="1471" actId="478"/>
          <ac:picMkLst>
            <pc:docMk/>
            <pc:sldMk cId="2172138736" sldId="275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6:10:16.066" v="1473" actId="478"/>
          <ac:picMkLst>
            <pc:docMk/>
            <pc:sldMk cId="2172138736" sldId="275"/>
            <ac:picMk id="10" creationId="{667804E6-901E-3F8A-8E71-F3840CE7371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70147815" sldId="275"/>
        </pc:sldMkLst>
      </pc:sldChg>
      <pc:sldChg chg="modSp add mod ord modNotesTx">
        <pc:chgData name="Ronnel D. Palenzuela" userId="27216d6f-a712-48da-bcb2-613e4bc945ac" providerId="ADAL" clId="{16FF8E01-DE24-0F4F-A559-943D670B7764}" dt="2024-08-14T16:34:54.089" v="1743" actId="20577"/>
        <pc:sldMkLst>
          <pc:docMk/>
          <pc:sldMk cId="2154677164" sldId="276"/>
        </pc:sldMkLst>
        <pc:spChg chg="mod">
          <ac:chgData name="Ronnel D. Palenzuela" userId="27216d6f-a712-48da-bcb2-613e4bc945ac" providerId="ADAL" clId="{16FF8E01-DE24-0F4F-A559-943D670B7764}" dt="2024-08-14T16:34:54.089" v="1743" actId="20577"/>
          <ac:spMkLst>
            <pc:docMk/>
            <pc:sldMk cId="2154677164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04.817" v="1513" actId="207"/>
          <ac:spMkLst>
            <pc:docMk/>
            <pc:sldMk cId="2154677164" sldId="276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621742425" sldId="276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08275361" sldId="277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4:40.231" v="1652"/>
        <pc:sldMkLst>
          <pc:docMk/>
          <pc:sldMk cId="1655093992" sldId="277"/>
        </pc:sldMkLst>
        <pc:spChg chg="mod">
          <ac:chgData name="Ronnel D. Palenzuela" userId="27216d6f-a712-48da-bcb2-613e4bc945ac" providerId="ADAL" clId="{16FF8E01-DE24-0F4F-A559-943D670B7764}" dt="2024-08-14T16:15:53.933" v="1548" actId="20577"/>
          <ac:spMkLst>
            <pc:docMk/>
            <pc:sldMk cId="1655093992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6:03.761" v="1554" actId="207"/>
          <ac:spMkLst>
            <pc:docMk/>
            <pc:sldMk cId="1655093992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15:49.738" v="1534" actId="478"/>
          <ac:picMkLst>
            <pc:docMk/>
            <pc:sldMk cId="1655093992" sldId="277"/>
            <ac:picMk id="4" creationId="{3DD2775A-1217-7607-D818-9986C2B95701}"/>
          </ac:picMkLst>
        </pc:picChg>
        <pc:picChg chg="add mod">
          <ac:chgData name="Ronnel D. Palenzuela" userId="27216d6f-a712-48da-bcb2-613e4bc945ac" providerId="ADAL" clId="{16FF8E01-DE24-0F4F-A559-943D670B7764}" dt="2024-08-14T16:22:20.410" v="1645" actId="1076"/>
          <ac:picMkLst>
            <pc:docMk/>
            <pc:sldMk cId="1655093992" sldId="277"/>
            <ac:picMk id="5" creationId="{21F98874-7EDA-6F8F-7A52-E913F2501EF4}"/>
          </ac:picMkLst>
        </pc:picChg>
        <pc:picChg chg="add mod">
          <ac:chgData name="Ronnel D. Palenzuela" userId="27216d6f-a712-48da-bcb2-613e4bc945ac" providerId="ADAL" clId="{16FF8E01-DE24-0F4F-A559-943D670B7764}" dt="2024-08-14T16:22:19.327" v="1644" actId="1076"/>
          <ac:picMkLst>
            <pc:docMk/>
            <pc:sldMk cId="1655093992" sldId="277"/>
            <ac:picMk id="6" creationId="{AB87846A-7FEB-769F-7BA7-C9DDDB12476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28633288" sldId="278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5:33.500" v="1670"/>
        <pc:sldMkLst>
          <pc:docMk/>
          <pc:sldMk cId="1084106175" sldId="278"/>
        </pc:sldMkLst>
        <pc:spChg chg="mod">
          <ac:chgData name="Ronnel D. Palenzuela" userId="27216d6f-a712-48da-bcb2-613e4bc945ac" providerId="ADAL" clId="{16FF8E01-DE24-0F4F-A559-943D670B7764}" dt="2024-08-14T16:16:15.683" v="1568" actId="20577"/>
          <ac:spMkLst>
            <pc:docMk/>
            <pc:sldMk cId="1084106175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13.356" v="1628" actId="207"/>
          <ac:spMkLst>
            <pc:docMk/>
            <pc:sldMk cId="1084106175" sldId="27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6:17:30.269" v="1608" actId="22"/>
          <ac:spMkLst>
            <pc:docMk/>
            <pc:sldMk cId="1084106175" sldId="278"/>
            <ac:spMk id="5" creationId="{161974CA-D17A-C7C9-D387-4B786DACE39F}"/>
          </ac:spMkLst>
        </pc:spChg>
        <pc:picChg chg="add mod">
          <ac:chgData name="Ronnel D. Palenzuela" userId="27216d6f-a712-48da-bcb2-613e4bc945ac" providerId="ADAL" clId="{16FF8E01-DE24-0F4F-A559-943D670B7764}" dt="2024-08-14T16:24:18.313" v="1650" actId="1076"/>
          <ac:picMkLst>
            <pc:docMk/>
            <pc:sldMk cId="1084106175" sldId="278"/>
            <ac:picMk id="6" creationId="{1DBAEE34-611C-C72E-D674-1D598742FCFC}"/>
          </ac:picMkLst>
        </pc:picChg>
      </pc:sldChg>
      <pc:sldChg chg="addSp delSp modSp add mod modNotesTx">
        <pc:chgData name="Ronnel D. Palenzuela" userId="27216d6f-a712-48da-bcb2-613e4bc945ac" providerId="ADAL" clId="{16FF8E01-DE24-0F4F-A559-943D670B7764}" dt="2024-08-14T16:28:49.228" v="1688" actId="1076"/>
        <pc:sldMkLst>
          <pc:docMk/>
          <pc:sldMk cId="562485659" sldId="279"/>
        </pc:sldMkLst>
        <pc:spChg chg="mod">
          <ac:chgData name="Ronnel D. Palenzuela" userId="27216d6f-a712-48da-bcb2-613e4bc945ac" providerId="ADAL" clId="{16FF8E01-DE24-0F4F-A559-943D670B7764}" dt="2024-08-14T16:16:20.804" v="1575" actId="20577"/>
          <ac:spMkLst>
            <pc:docMk/>
            <pc:sldMk cId="562485659" sldId="279"/>
            <ac:spMk id="2" creationId="{1FD87645-D8E6-23DE-A822-448BF1054783}"/>
          </ac:spMkLst>
        </pc:spChg>
        <pc:spChg chg="add del mod">
          <ac:chgData name="Ronnel D. Palenzuela" userId="27216d6f-a712-48da-bcb2-613e4bc945ac" providerId="ADAL" clId="{16FF8E01-DE24-0F4F-A559-943D670B7764}" dt="2024-08-14T16:18:17.416" v="1630" actId="207"/>
          <ac:spMkLst>
            <pc:docMk/>
            <pc:sldMk cId="562485659" sldId="27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FF8E01-DE24-0F4F-A559-943D670B7764}" dt="2024-08-14T16:17:08.500" v="1600" actId="478"/>
          <ac:spMkLst>
            <pc:docMk/>
            <pc:sldMk cId="562485659" sldId="279"/>
            <ac:spMk id="5" creationId="{C512883A-C3F1-9C1D-1BC0-B118C33FB485}"/>
          </ac:spMkLst>
        </pc:spChg>
        <pc:picChg chg="add mod">
          <ac:chgData name="Ronnel D. Palenzuela" userId="27216d6f-a712-48da-bcb2-613e4bc945ac" providerId="ADAL" clId="{16FF8E01-DE24-0F4F-A559-943D670B7764}" dt="2024-08-14T16:28:47.407" v="1687" actId="1076"/>
          <ac:picMkLst>
            <pc:docMk/>
            <pc:sldMk cId="562485659" sldId="279"/>
            <ac:picMk id="6" creationId="{25F73CC1-53BA-4567-E3BA-1C63F2D9CE93}"/>
          </ac:picMkLst>
        </pc:picChg>
        <pc:picChg chg="add mod">
          <ac:chgData name="Ronnel D. Palenzuela" userId="27216d6f-a712-48da-bcb2-613e4bc945ac" providerId="ADAL" clId="{16FF8E01-DE24-0F4F-A559-943D670B7764}" dt="2024-08-14T16:28:49.228" v="1688" actId="1076"/>
          <ac:picMkLst>
            <pc:docMk/>
            <pc:sldMk cId="562485659" sldId="279"/>
            <ac:picMk id="7" creationId="{3FAF6F31-D00C-5848-28EC-E4192A65B29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220697961" sldId="279"/>
        </pc:sldMkLst>
      </pc:sldChg>
      <pc:sldChg chg="addSp modSp add mod modNotesTx">
        <pc:chgData name="Ronnel D. Palenzuela" userId="27216d6f-a712-48da-bcb2-613e4bc945ac" providerId="ADAL" clId="{16FF8E01-DE24-0F4F-A559-943D670B7764}" dt="2024-08-14T17:09:09.590" v="2182"/>
        <pc:sldMkLst>
          <pc:docMk/>
          <pc:sldMk cId="2101055377" sldId="280"/>
        </pc:sldMkLst>
        <pc:spChg chg="mod">
          <ac:chgData name="Ronnel D. Palenzuela" userId="27216d6f-a712-48da-bcb2-613e4bc945ac" providerId="ADAL" clId="{16FF8E01-DE24-0F4F-A559-943D670B7764}" dt="2024-08-14T16:16:29.753" v="1592" actId="20577"/>
          <ac:spMkLst>
            <pc:docMk/>
            <pc:sldMk cId="2101055377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1.161" v="1632" actId="207"/>
          <ac:spMkLst>
            <pc:docMk/>
            <pc:sldMk cId="2101055377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4" creationId="{B5ABF6ED-2604-A356-F8D2-8A031F072FC1}"/>
          </ac:picMkLst>
        </pc:pic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5" creationId="{EE318E40-1124-8135-1738-B9359FE8125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456681114" sldId="280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57213172" sldId="281"/>
        </pc:sldMkLst>
      </pc:sldChg>
      <pc:sldChg chg="addSp modSp add mod ord modNotesTx">
        <pc:chgData name="Ronnel D. Palenzuela" userId="27216d6f-a712-48da-bcb2-613e4bc945ac" providerId="ADAL" clId="{16FF8E01-DE24-0F4F-A559-943D670B7764}" dt="2024-08-14T17:09:31.130" v="2186"/>
        <pc:sldMkLst>
          <pc:docMk/>
          <pc:sldMk cId="4052999246" sldId="281"/>
        </pc:sldMkLst>
        <pc:spChg chg="mod">
          <ac:chgData name="Ronnel D. Palenzuela" userId="27216d6f-a712-48da-bcb2-613e4bc945ac" providerId="ADAL" clId="{16FF8E01-DE24-0F4F-A559-943D670B7764}" dt="2024-08-14T16:16:42.177" v="1594"/>
          <ac:spMkLst>
            <pc:docMk/>
            <pc:sldMk cId="4052999246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5.511" v="1634" actId="207"/>
          <ac:spMkLst>
            <pc:docMk/>
            <pc:sldMk cId="4052999246" sldId="28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1:29.020" v="1716" actId="1076"/>
          <ac:picMkLst>
            <pc:docMk/>
            <pc:sldMk cId="4052999246" sldId="281"/>
            <ac:picMk id="4" creationId="{5548C54F-301E-DCA9-21D7-E0AD96A9FA43}"/>
          </ac:picMkLst>
        </pc:picChg>
        <pc:picChg chg="add mod">
          <ac:chgData name="Ronnel D. Palenzuela" userId="27216d6f-a712-48da-bcb2-613e4bc945ac" providerId="ADAL" clId="{16FF8E01-DE24-0F4F-A559-943D670B7764}" dt="2024-08-14T16:31:30.328" v="1717" actId="1076"/>
          <ac:picMkLst>
            <pc:docMk/>
            <pc:sldMk cId="4052999246" sldId="281"/>
            <ac:picMk id="5" creationId="{89C006CD-3837-CB39-23CD-A101C01CDA9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6683317" sldId="282"/>
        </pc:sldMkLst>
      </pc:sldChg>
      <pc:sldChg chg="addSp delSp modSp add mod ord">
        <pc:chgData name="Ronnel D. Palenzuela" userId="27216d6f-a712-48da-bcb2-613e4bc945ac" providerId="ADAL" clId="{16FF8E01-DE24-0F4F-A559-943D670B7764}" dt="2024-08-14T16:58:26.475" v="2121" actId="20577"/>
        <pc:sldMkLst>
          <pc:docMk/>
          <pc:sldMk cId="3651396270" sldId="282"/>
        </pc:sldMkLst>
        <pc:spChg chg="mod">
          <ac:chgData name="Ronnel D. Palenzuela" userId="27216d6f-a712-48da-bcb2-613e4bc945ac" providerId="ADAL" clId="{16FF8E01-DE24-0F4F-A559-943D670B7764}" dt="2024-08-14T16:38:16.616" v="1763" actId="20577"/>
          <ac:spMkLst>
            <pc:docMk/>
            <pc:sldMk cId="3651396270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8:26.475" v="2121" actId="20577"/>
          <ac:spMkLst>
            <pc:docMk/>
            <pc:sldMk cId="3651396270" sldId="282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33:50.779" v="1722" actId="478"/>
          <ac:picMkLst>
            <pc:docMk/>
            <pc:sldMk cId="3651396270" sldId="282"/>
            <ac:picMk id="4" creationId="{3DD2775A-1217-7607-D818-9986C2B95701}"/>
          </ac:picMkLst>
        </pc:picChg>
        <pc:picChg chg="add del mod">
          <ac:chgData name="Ronnel D. Palenzuela" userId="27216d6f-a712-48da-bcb2-613e4bc945ac" providerId="ADAL" clId="{16FF8E01-DE24-0F4F-A559-943D670B7764}" dt="2024-08-14T16:33:57.413" v="1726" actId="478"/>
          <ac:picMkLst>
            <pc:docMk/>
            <pc:sldMk cId="3651396270" sldId="282"/>
            <ac:picMk id="5" creationId="{5C4865FA-8A85-CD96-7E00-91EA3C1322EA}"/>
          </ac:picMkLst>
        </pc:picChg>
        <pc:picChg chg="add mod">
          <ac:chgData name="Ronnel D. Palenzuela" userId="27216d6f-a712-48da-bcb2-613e4bc945ac" providerId="ADAL" clId="{16FF8E01-DE24-0F4F-A559-943D670B7764}" dt="2024-08-14T16:37:32.689" v="1754" actId="1076"/>
          <ac:picMkLst>
            <pc:docMk/>
            <pc:sldMk cId="3651396270" sldId="282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93575964" sldId="283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2:26.342" v="2138"/>
        <pc:sldMkLst>
          <pc:docMk/>
          <pc:sldMk cId="3162599194" sldId="283"/>
        </pc:sldMkLst>
        <pc:spChg chg="mod">
          <ac:chgData name="Ronnel D. Palenzuela" userId="27216d6f-a712-48da-bcb2-613e4bc945ac" providerId="ADAL" clId="{16FF8E01-DE24-0F4F-A559-943D670B7764}" dt="2024-08-14T16:47:28.766" v="1822"/>
          <ac:spMkLst>
            <pc:docMk/>
            <pc:sldMk cId="316259919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2:16.070" v="1994" actId="207"/>
          <ac:spMkLst>
            <pc:docMk/>
            <pc:sldMk cId="3162599194" sldId="283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6:57:40.683" v="2117" actId="1076"/>
          <ac:spMkLst>
            <pc:docMk/>
            <pc:sldMk cId="3162599194" sldId="283"/>
            <ac:spMk id="4" creationId="{B086C906-76C1-C80B-2402-3CD150AED030}"/>
          </ac:spMkLst>
        </pc:spChg>
        <pc:spChg chg="add mod">
          <ac:chgData name="Ronnel D. Palenzuela" userId="27216d6f-a712-48da-bcb2-613e4bc945ac" providerId="ADAL" clId="{16FF8E01-DE24-0F4F-A559-943D670B7764}" dt="2024-08-14T16:52:23.273" v="2000" actId="113"/>
          <ac:spMkLst>
            <pc:docMk/>
            <pc:sldMk cId="3162599194" sldId="283"/>
            <ac:spMk id="5" creationId="{374C59D7-230E-26A4-3307-5D188332993A}"/>
          </ac:spMkLst>
        </pc:spChg>
        <pc:picChg chg="del">
          <ac:chgData name="Ronnel D. Palenzuela" userId="27216d6f-a712-48da-bcb2-613e4bc945ac" providerId="ADAL" clId="{16FF8E01-DE24-0F4F-A559-943D670B7764}" dt="2024-08-14T16:39:23.886" v="1788" actId="478"/>
          <ac:picMkLst>
            <pc:docMk/>
            <pc:sldMk cId="3162599194" sldId="283"/>
            <ac:picMk id="6" creationId="{FB4307CA-B2C0-91D7-AC3C-D22C8F2AE28E}"/>
          </ac:picMkLst>
        </pc:picChg>
      </pc:sldChg>
      <pc:sldChg chg="delSp modSp add del mod">
        <pc:chgData name="Ronnel D. Palenzuela" userId="27216d6f-a712-48da-bcb2-613e4bc945ac" providerId="ADAL" clId="{16FF8E01-DE24-0F4F-A559-943D670B7764}" dt="2024-08-14T16:52:56.130" v="2002" actId="2696"/>
        <pc:sldMkLst>
          <pc:docMk/>
          <pc:sldMk cId="476145324" sldId="284"/>
        </pc:sldMkLst>
        <pc:spChg chg="mod">
          <ac:chgData name="Ronnel D. Palenzuela" userId="27216d6f-a712-48da-bcb2-613e4bc945ac" providerId="ADAL" clId="{16FF8E01-DE24-0F4F-A559-943D670B7764}" dt="2024-08-14T16:39:28.295" v="1798" actId="20577"/>
          <ac:spMkLst>
            <pc:docMk/>
            <pc:sldMk cId="476145324" sldId="284"/>
            <ac:spMk id="2" creationId="{1FD87645-D8E6-23DE-A822-448BF1054783}"/>
          </ac:spMkLst>
        </pc:spChg>
        <pc:picChg chg="del">
          <ac:chgData name="Ronnel D. Palenzuela" userId="27216d6f-a712-48da-bcb2-613e4bc945ac" providerId="ADAL" clId="{16FF8E01-DE24-0F4F-A559-943D670B7764}" dt="2024-08-14T16:39:22.241" v="1787" actId="478"/>
          <ac:picMkLst>
            <pc:docMk/>
            <pc:sldMk cId="476145324" sldId="284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253337562" sldId="284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80579114" sldId="285"/>
        </pc:sldMkLst>
      </pc:sldChg>
      <pc:sldChg chg="modSp add del mod">
        <pc:chgData name="Ronnel D. Palenzuela" userId="27216d6f-a712-48da-bcb2-613e4bc945ac" providerId="ADAL" clId="{16FF8E01-DE24-0F4F-A559-943D670B7764}" dt="2024-08-14T16:55:44.538" v="2067" actId="2696"/>
        <pc:sldMkLst>
          <pc:docMk/>
          <pc:sldMk cId="3500652590" sldId="285"/>
        </pc:sldMkLst>
        <pc:spChg chg="mod">
          <ac:chgData name="Ronnel D. Palenzuela" userId="27216d6f-a712-48da-bcb2-613e4bc945ac" providerId="ADAL" clId="{16FF8E01-DE24-0F4F-A559-943D670B7764}" dt="2024-08-14T16:39:32.355" v="1805" actId="20577"/>
          <ac:spMkLst>
            <pc:docMk/>
            <pc:sldMk cId="3500652590" sldId="285"/>
            <ac:spMk id="2" creationId="{1FD87645-D8E6-23DE-A822-448BF1054783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81186720" sldId="286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4:33.737" v="2156" actId="1076"/>
        <pc:sldMkLst>
          <pc:docMk/>
          <pc:sldMk cId="1740139509" sldId="286"/>
        </pc:sldMkLst>
        <pc:spChg chg="mod">
          <ac:chgData name="Ronnel D. Palenzuela" userId="27216d6f-a712-48da-bcb2-613e4bc945ac" providerId="ADAL" clId="{16FF8E01-DE24-0F4F-A559-943D670B7764}" dt="2024-08-14T16:53:39.266" v="2019" actId="20577"/>
          <ac:spMkLst>
            <pc:docMk/>
            <pc:sldMk cId="1740139509" sldId="28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4:54.289" v="2059" actId="27636"/>
          <ac:spMkLst>
            <pc:docMk/>
            <pc:sldMk cId="1740139509" sldId="286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02.572" v="2104" actId="1076"/>
          <ac:spMkLst>
            <pc:docMk/>
            <pc:sldMk cId="1740139509" sldId="286"/>
            <ac:spMk id="4" creationId="{B086C906-76C1-C80B-2402-3CD150AED030}"/>
          </ac:spMkLst>
        </pc:spChg>
        <pc:spChg chg="del mod">
          <ac:chgData name="Ronnel D. Palenzuela" userId="27216d6f-a712-48da-bcb2-613e4bc945ac" providerId="ADAL" clId="{16FF8E01-DE24-0F4F-A559-943D670B7764}" dt="2024-08-14T16:54:29.712" v="2047" actId="478"/>
          <ac:spMkLst>
            <pc:docMk/>
            <pc:sldMk cId="1740139509" sldId="286"/>
            <ac:spMk id="5" creationId="{374C59D7-230E-26A4-3307-5D188332993A}"/>
          </ac:spMkLst>
        </pc:spChg>
        <pc:picChg chg="add mod">
          <ac:chgData name="Ronnel D. Palenzuela" userId="27216d6f-a712-48da-bcb2-613e4bc945ac" providerId="ADAL" clId="{16FF8E01-DE24-0F4F-A559-943D670B7764}" dt="2024-08-14T17:04:33.737" v="2156" actId="1076"/>
          <ac:picMkLst>
            <pc:docMk/>
            <pc:sldMk cId="1740139509" sldId="286"/>
            <ac:picMk id="6" creationId="{7355D678-29E7-A4B1-013E-B622157A0CE9}"/>
          </ac:picMkLst>
        </pc:picChg>
      </pc:sldChg>
      <pc:sldChg chg="addSp delSp modSp add mod ord modNotesTx">
        <pc:chgData name="Ronnel D. Palenzuela" userId="27216d6f-a712-48da-bcb2-613e4bc945ac" providerId="ADAL" clId="{16FF8E01-DE24-0F4F-A559-943D670B7764}" dt="2024-08-14T17:09:41.649" v="2189" actId="20578"/>
        <pc:sldMkLst>
          <pc:docMk/>
          <pc:sldMk cId="2244338286" sldId="287"/>
        </pc:sldMkLst>
        <pc:spChg chg="mod">
          <ac:chgData name="Ronnel D. Palenzuela" userId="27216d6f-a712-48da-bcb2-613e4bc945ac" providerId="ADAL" clId="{16FF8E01-DE24-0F4F-A559-943D670B7764}" dt="2024-08-14T16:55:51.174" v="2074" actId="20577"/>
          <ac:spMkLst>
            <pc:docMk/>
            <pc:sldMk cId="2244338286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6:49.755" v="2102" actId="27636"/>
          <ac:spMkLst>
            <pc:docMk/>
            <pc:sldMk cId="2244338286" sldId="287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17.574" v="2108" actId="1076"/>
          <ac:spMkLst>
            <pc:docMk/>
            <pc:sldMk cId="2244338286" sldId="287"/>
            <ac:spMk id="4" creationId="{B086C906-76C1-C80B-2402-3CD150AED030}"/>
          </ac:spMkLst>
        </pc:spChg>
        <pc:picChg chg="add del mod">
          <ac:chgData name="Ronnel D. Palenzuela" userId="27216d6f-a712-48da-bcb2-613e4bc945ac" providerId="ADAL" clId="{16FF8E01-DE24-0F4F-A559-943D670B7764}" dt="2024-08-14T17:06:20.306" v="2162" actId="478"/>
          <ac:picMkLst>
            <pc:docMk/>
            <pc:sldMk cId="2244338286" sldId="287"/>
            <ac:picMk id="5" creationId="{C84F9925-8BF0-7942-2733-4A5D508AEA7C}"/>
          </ac:picMkLst>
        </pc:picChg>
        <pc:picChg chg="add mod">
          <ac:chgData name="Ronnel D. Palenzuela" userId="27216d6f-a712-48da-bcb2-613e4bc945ac" providerId="ADAL" clId="{16FF8E01-DE24-0F4F-A559-943D670B7764}" dt="2024-08-14T17:07:53.726" v="2172" actId="1076"/>
          <ac:picMkLst>
            <pc:docMk/>
            <pc:sldMk cId="2244338286" sldId="287"/>
            <ac:picMk id="6" creationId="{FABA4C1D-2D18-55BC-C0A4-FFF3AFC35C03}"/>
          </ac:picMkLst>
        </pc:picChg>
        <pc:picChg chg="add mod">
          <ac:chgData name="Ronnel D. Palenzuela" userId="27216d6f-a712-48da-bcb2-613e4bc945ac" providerId="ADAL" clId="{16FF8E01-DE24-0F4F-A559-943D670B7764}" dt="2024-08-14T17:07:55.489" v="2173" actId="1076"/>
          <ac:picMkLst>
            <pc:docMk/>
            <pc:sldMk cId="2244338286" sldId="287"/>
            <ac:picMk id="7" creationId="{C43B6C84-21DD-D63D-908A-759A84CA71F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278137860" sldId="287"/>
        </pc:sldMkLst>
      </pc:sldChg>
      <pc:sldChg chg="addSp delSp modSp add mod ord modNotesTx">
        <pc:chgData name="Ronnel D. Palenzuela" userId="27216d6f-a712-48da-bcb2-613e4bc945ac" providerId="ADAL" clId="{16FF8E01-DE24-0F4F-A559-943D670B7764}" dt="2024-08-15T02:15:44.096" v="2527" actId="20577"/>
        <pc:sldMkLst>
          <pc:docMk/>
          <pc:sldMk cId="2479479881" sldId="288"/>
        </pc:sldMkLst>
        <pc:spChg chg="mod">
          <ac:chgData name="Ronnel D. Palenzuela" userId="27216d6f-a712-48da-bcb2-613e4bc945ac" providerId="ADAL" clId="{16FF8E01-DE24-0F4F-A559-943D670B7764}" dt="2024-08-14T17:10:09.427" v="2193"/>
          <ac:spMkLst>
            <pc:docMk/>
            <pc:sldMk cId="2479479881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2:15:44.096" v="2527" actId="20577"/>
          <ac:spMkLst>
            <pc:docMk/>
            <pc:sldMk cId="2479479881" sldId="28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4:50.208" v="2303" actId="1076"/>
          <ac:picMkLst>
            <pc:docMk/>
            <pc:sldMk cId="2479479881" sldId="288"/>
            <ac:picMk id="4" creationId="{AF7B02EF-789B-13F1-37A8-FD2A27B92C39}"/>
          </ac:picMkLst>
        </pc:picChg>
        <pc:picChg chg="add mod">
          <ac:chgData name="Ronnel D. Palenzuela" userId="27216d6f-a712-48da-bcb2-613e4bc945ac" providerId="ADAL" clId="{16FF8E01-DE24-0F4F-A559-943D670B7764}" dt="2024-08-14T17:24:49.104" v="2302" actId="1076"/>
          <ac:picMkLst>
            <pc:docMk/>
            <pc:sldMk cId="2479479881" sldId="288"/>
            <ac:picMk id="5" creationId="{D6307E59-5ABC-0E69-DD46-32B7DC644359}"/>
          </ac:picMkLst>
        </pc:picChg>
        <pc:picChg chg="del">
          <ac:chgData name="Ronnel D. Palenzuela" userId="27216d6f-a712-48da-bcb2-613e4bc945ac" providerId="ADAL" clId="{16FF8E01-DE24-0F4F-A559-943D670B7764}" dt="2024-08-14T17:10:50.216" v="2201" actId="478"/>
          <ac:picMkLst>
            <pc:docMk/>
            <pc:sldMk cId="2479479881" sldId="288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972629357" sldId="288"/>
        </pc:sldMkLst>
      </pc:sldChg>
      <pc:sldChg chg="addSp delSp modSp add mod modNotesTx">
        <pc:chgData name="Ronnel D. Palenzuela" userId="27216d6f-a712-48da-bcb2-613e4bc945ac" providerId="ADAL" clId="{16FF8E01-DE24-0F4F-A559-943D670B7764}" dt="2024-08-15T03:52:08.349" v="2531" actId="20577"/>
        <pc:sldMkLst>
          <pc:docMk/>
          <pc:sldMk cId="1306085031" sldId="289"/>
        </pc:sldMkLst>
        <pc:spChg chg="mod">
          <ac:chgData name="Ronnel D. Palenzuela" userId="27216d6f-a712-48da-bcb2-613e4bc945ac" providerId="ADAL" clId="{16FF8E01-DE24-0F4F-A559-943D670B7764}" dt="2024-08-14T17:10:29.110" v="2196" actId="20577"/>
          <ac:spMkLst>
            <pc:docMk/>
            <pc:sldMk cId="1306085031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3:52:08.349" v="2531" actId="20577"/>
          <ac:spMkLst>
            <pc:docMk/>
            <pc:sldMk cId="1306085031" sldId="28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8:52.052" v="2320" actId="1076"/>
          <ac:picMkLst>
            <pc:docMk/>
            <pc:sldMk cId="1306085031" sldId="289"/>
            <ac:picMk id="4" creationId="{348B68C4-CC0D-0D98-D64F-7F073EC0550F}"/>
          </ac:picMkLst>
        </pc:picChg>
        <pc:picChg chg="add del mod">
          <ac:chgData name="Ronnel D. Palenzuela" userId="27216d6f-a712-48da-bcb2-613e4bc945ac" providerId="ADAL" clId="{16FF8E01-DE24-0F4F-A559-943D670B7764}" dt="2024-08-14T17:34:52.342" v="2323" actId="478"/>
          <ac:picMkLst>
            <pc:docMk/>
            <pc:sldMk cId="1306085031" sldId="289"/>
            <ac:picMk id="5" creationId="{514E46FE-484E-F430-4A44-43DE9197FE51}"/>
          </ac:picMkLst>
        </pc:picChg>
        <pc:picChg chg="del">
          <ac:chgData name="Ronnel D. Palenzuela" userId="27216d6f-a712-48da-bcb2-613e4bc945ac" providerId="ADAL" clId="{16FF8E01-DE24-0F4F-A559-943D670B7764}" dt="2024-08-14T17:10:48.048" v="2199" actId="478"/>
          <ac:picMkLst>
            <pc:docMk/>
            <pc:sldMk cId="1306085031" sldId="289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34:57.159" v="2326" actId="1076"/>
          <ac:picMkLst>
            <pc:docMk/>
            <pc:sldMk cId="1306085031" sldId="289"/>
            <ac:picMk id="7" creationId="{EA60A796-7362-0FE0-7118-D1172B57B748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90164252" sldId="289"/>
        </pc:sldMkLst>
      </pc:sldChg>
      <pc:sldChg chg="addSp delSp modSp add mod">
        <pc:chgData name="Ronnel D. Palenzuela" userId="27216d6f-a712-48da-bcb2-613e4bc945ac" providerId="ADAL" clId="{16FF8E01-DE24-0F4F-A559-943D670B7764}" dt="2024-08-14T17:50:12.782" v="2526" actId="207"/>
        <pc:sldMkLst>
          <pc:docMk/>
          <pc:sldMk cId="926710605" sldId="290"/>
        </pc:sldMkLst>
        <pc:spChg chg="mod">
          <ac:chgData name="Ronnel D. Palenzuela" userId="27216d6f-a712-48da-bcb2-613e4bc945ac" providerId="ADAL" clId="{16FF8E01-DE24-0F4F-A559-943D670B7764}" dt="2024-08-14T17:13:25.130" v="2214" actId="20577"/>
          <ac:spMkLst>
            <pc:docMk/>
            <pc:sldMk cId="926710605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50:12.782" v="2526" actId="207"/>
          <ac:spMkLst>
            <pc:docMk/>
            <pc:sldMk cId="926710605" sldId="29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7:16:19.870" v="2228" actId="478"/>
          <ac:picMkLst>
            <pc:docMk/>
            <pc:sldMk cId="926710605" sldId="290"/>
            <ac:picMk id="4" creationId="{EDC21406-25B3-5E1C-5A7A-A71E21C74D60}"/>
          </ac:picMkLst>
        </pc:picChg>
        <pc:picChg chg="add del mod">
          <ac:chgData name="Ronnel D. Palenzuela" userId="27216d6f-a712-48da-bcb2-613e4bc945ac" providerId="ADAL" clId="{16FF8E01-DE24-0F4F-A559-943D670B7764}" dt="2024-08-14T17:41:36.468" v="2400" actId="1076"/>
          <ac:picMkLst>
            <pc:docMk/>
            <pc:sldMk cId="926710605" sldId="290"/>
            <ac:picMk id="5" creationId="{6F24035F-763D-2A44-9E4D-3B3AB777BA78}"/>
          </ac:picMkLst>
        </pc:picChg>
        <pc:picChg chg="del">
          <ac:chgData name="Ronnel D. Palenzuela" userId="27216d6f-a712-48da-bcb2-613e4bc945ac" providerId="ADAL" clId="{16FF8E01-DE24-0F4F-A559-943D670B7764}" dt="2024-08-14T17:10:49.106" v="2200" actId="478"/>
          <ac:picMkLst>
            <pc:docMk/>
            <pc:sldMk cId="926710605" sldId="290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41:43.973" v="2401" actId="1076"/>
          <ac:picMkLst>
            <pc:docMk/>
            <pc:sldMk cId="926710605" sldId="290"/>
            <ac:picMk id="7" creationId="{5A1661AD-4B34-6DA1-9F77-CE678239C894}"/>
          </ac:picMkLst>
        </pc:picChg>
        <pc:picChg chg="add mod">
          <ac:chgData name="Ronnel D. Palenzuela" userId="27216d6f-a712-48da-bcb2-613e4bc945ac" providerId="ADAL" clId="{16FF8E01-DE24-0F4F-A559-943D670B7764}" dt="2024-08-14T17:41:32.404" v="2398" actId="1076"/>
          <ac:picMkLst>
            <pc:docMk/>
            <pc:sldMk cId="926710605" sldId="290"/>
            <ac:picMk id="8" creationId="{E4E637F6-DB44-DC58-477A-29220CC8DA0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11498698" sldId="290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48:56.991" v="2524" actId="1076"/>
        <pc:sldMkLst>
          <pc:docMk/>
          <pc:sldMk cId="234676306" sldId="291"/>
        </pc:sldMkLst>
        <pc:spChg chg="mod">
          <ac:chgData name="Ronnel D. Palenzuela" userId="27216d6f-a712-48da-bcb2-613e4bc945ac" providerId="ADAL" clId="{16FF8E01-DE24-0F4F-A559-943D670B7764}" dt="2024-08-14T17:18:52.390" v="2243" actId="20577"/>
          <ac:spMkLst>
            <pc:docMk/>
            <pc:sldMk cId="234676306" sldId="29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44:12.036" v="2474" actId="20577"/>
          <ac:spMkLst>
            <pc:docMk/>
            <pc:sldMk cId="234676306" sldId="29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48:56.991" v="2524" actId="1076"/>
          <ac:picMkLst>
            <pc:docMk/>
            <pc:sldMk cId="234676306" sldId="291"/>
            <ac:picMk id="4" creationId="{77B54F2E-F3FD-7965-C9AC-7AD3C16CC21A}"/>
          </ac:picMkLst>
        </pc:picChg>
        <pc:picChg chg="del">
          <ac:chgData name="Ronnel D. Palenzuela" userId="27216d6f-a712-48da-bcb2-613e4bc945ac" providerId="ADAL" clId="{16FF8E01-DE24-0F4F-A559-943D670B7764}" dt="2024-08-14T17:43:01.527" v="2455" actId="478"/>
          <ac:picMkLst>
            <pc:docMk/>
            <pc:sldMk cId="234676306" sldId="291"/>
            <ac:picMk id="5" creationId="{6F24035F-763D-2A44-9E4D-3B3AB777BA78}"/>
          </ac:picMkLst>
        </pc:picChg>
        <pc:picChg chg="add del mod">
          <ac:chgData name="Ronnel D. Palenzuela" userId="27216d6f-a712-48da-bcb2-613e4bc945ac" providerId="ADAL" clId="{16FF8E01-DE24-0F4F-A559-943D670B7764}" dt="2024-08-14T17:47:51.981" v="2508" actId="478"/>
          <ac:picMkLst>
            <pc:docMk/>
            <pc:sldMk cId="234676306" sldId="291"/>
            <ac:picMk id="6" creationId="{50F79B71-AA73-A4EC-42FF-95E9F8E1747A}"/>
          </ac:picMkLst>
        </pc:picChg>
        <pc:picChg chg="add mod">
          <ac:chgData name="Ronnel D. Palenzuela" userId="27216d6f-a712-48da-bcb2-613e4bc945ac" providerId="ADAL" clId="{16FF8E01-DE24-0F4F-A559-943D670B7764}" dt="2024-08-14T17:48:51.118" v="2520" actId="1076"/>
          <ac:picMkLst>
            <pc:docMk/>
            <pc:sldMk cId="234676306" sldId="291"/>
            <ac:picMk id="7" creationId="{BFFCD08C-39CF-85D4-AFAB-20D06151775B}"/>
          </ac:picMkLst>
        </pc:picChg>
        <pc:picChg chg="add mod">
          <ac:chgData name="Ronnel D. Palenzuela" userId="27216d6f-a712-48da-bcb2-613e4bc945ac" providerId="ADAL" clId="{16FF8E01-DE24-0F4F-A559-943D670B7764}" dt="2024-08-14T17:48:55.627" v="2522" actId="1076"/>
          <ac:picMkLst>
            <pc:docMk/>
            <pc:sldMk cId="234676306" sldId="291"/>
            <ac:picMk id="8" creationId="{94650D83-6F61-D6E5-506A-5BEBD5E1B8C5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815011119" sldId="291"/>
        </pc:sldMkLst>
      </pc:sldChg>
      <pc:sldMasterChg chg="modSldLayout">
        <pc:chgData name="Ronnel D. Palenzuela" userId="27216d6f-a712-48da-bcb2-613e4bc945ac" providerId="ADAL" clId="{16FF8E01-DE24-0F4F-A559-943D670B7764}" dt="2024-08-14T16:14:03.102" v="1502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FF8E01-DE24-0F4F-A559-943D670B7764}" dt="2024-08-14T16:13:56.324" v="1498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FF8E01-DE24-0F4F-A559-943D670B7764}" dt="2024-08-14T16:13:56.324" v="1498" actId="20577"/>
            <ac:spMkLst>
              <pc:docMk/>
              <pc:sldMasterMk cId="651270159" sldId="2147483648"/>
              <pc:sldLayoutMk cId="2921653432" sldId="2147483649"/>
              <ac:spMk id="14" creationId="{D0B6F2F1-CE07-6C53-35DD-423B006969A2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3:59.827" v="1500" actId="20577"/>
          <pc:sldLayoutMkLst>
            <pc:docMk/>
            <pc:sldMasterMk cId="651270159" sldId="2147483648"/>
            <pc:sldLayoutMk cId="414239045" sldId="2147483650"/>
          </pc:sldLayoutMkLst>
          <pc:spChg chg="mod">
            <ac:chgData name="Ronnel D. Palenzuela" userId="27216d6f-a712-48da-bcb2-613e4bc945ac" providerId="ADAL" clId="{16FF8E01-DE24-0F4F-A559-943D670B7764}" dt="2024-08-14T16:13:59.827" v="1500" actId="20577"/>
            <ac:spMkLst>
              <pc:docMk/>
              <pc:sldMasterMk cId="651270159" sldId="2147483648"/>
              <pc:sldLayoutMk cId="414239045" sldId="2147483650"/>
              <ac:spMk id="8" creationId="{A20CEFFD-1670-10A5-7ED4-7F9703262EA1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4:03.102" v="1502" actId="20577"/>
          <pc:sldLayoutMkLst>
            <pc:docMk/>
            <pc:sldMasterMk cId="651270159" sldId="2147483648"/>
            <pc:sldLayoutMk cId="2618641526" sldId="2147483653"/>
          </pc:sldLayoutMkLst>
          <pc:spChg chg="mod">
            <ac:chgData name="Ronnel D. Palenzuela" userId="27216d6f-a712-48da-bcb2-613e4bc945ac" providerId="ADAL" clId="{16FF8E01-DE24-0F4F-A559-943D670B7764}" dt="2024-08-14T16:14:03.102" v="1502" actId="20577"/>
            <ac:spMkLst>
              <pc:docMk/>
              <pc:sldMasterMk cId="651270159" sldId="2147483648"/>
              <pc:sldLayoutMk cId="2618641526" sldId="2147483653"/>
              <ac:spMk id="11" creationId="{3E084DDE-82D5-F74F-6486-DED2612274CD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155534971572253E-2"/>
          <c:y val="2.642836195949945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1</c:v>
                </c:pt>
                <c:pt idx="2">
                  <c:v>5.5</c:v>
                </c:pt>
                <c:pt idx="3">
                  <c:v>6</c:v>
                </c:pt>
                <c:pt idx="4">
                  <c:v>3</c:v>
                </c:pt>
                <c:pt idx="5">
                  <c:v>4.2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1.5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155534971572253E-2"/>
          <c:y val="2.642836195949945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1</c:v>
                </c:pt>
                <c:pt idx="2">
                  <c:v>5.5</c:v>
                </c:pt>
                <c:pt idx="3">
                  <c:v>6</c:v>
                </c:pt>
                <c:pt idx="4">
                  <c:v>3</c:v>
                </c:pt>
                <c:pt idx="5">
                  <c:v>4.2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1.5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155534971572253E-2"/>
          <c:y val="2.642836195949945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1</c:v>
                </c:pt>
                <c:pt idx="2">
                  <c:v>5.5</c:v>
                </c:pt>
                <c:pt idx="3">
                  <c:v>6</c:v>
                </c:pt>
                <c:pt idx="4">
                  <c:v>3</c:v>
                </c:pt>
                <c:pt idx="5">
                  <c:v>4.2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1.5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155534971572253E-2"/>
          <c:y val="2.642836195949945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1</c:v>
                </c:pt>
                <c:pt idx="2">
                  <c:v>5.5</c:v>
                </c:pt>
                <c:pt idx="3">
                  <c:v>6</c:v>
                </c:pt>
                <c:pt idx="4">
                  <c:v>3</c:v>
                </c:pt>
                <c:pt idx="5">
                  <c:v>4.2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1.5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155534971572253E-2"/>
          <c:y val="2.642836195949945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1</c:v>
                </c:pt>
                <c:pt idx="2">
                  <c:v>5.5</c:v>
                </c:pt>
                <c:pt idx="3">
                  <c:v>6</c:v>
                </c:pt>
                <c:pt idx="4">
                  <c:v>3</c:v>
                </c:pt>
                <c:pt idx="5">
                  <c:v>4.2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1.5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155534971572253E-2"/>
          <c:y val="2.642836195949945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1</c:v>
                </c:pt>
                <c:pt idx="2">
                  <c:v>5.5</c:v>
                </c:pt>
                <c:pt idx="3">
                  <c:v>6</c:v>
                </c:pt>
                <c:pt idx="4">
                  <c:v>3</c:v>
                </c:pt>
                <c:pt idx="5">
                  <c:v>4.2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1.5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155534971572253E-2"/>
          <c:y val="2.642836195949945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1</c:v>
                </c:pt>
                <c:pt idx="2">
                  <c:v>5.5</c:v>
                </c:pt>
                <c:pt idx="3">
                  <c:v>6</c:v>
                </c:pt>
                <c:pt idx="4">
                  <c:v>3</c:v>
                </c:pt>
                <c:pt idx="5">
                  <c:v>4.2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1.5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155534971572253E-2"/>
          <c:y val="2.642836195949945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1</c:v>
                </c:pt>
                <c:pt idx="2">
                  <c:v>5.5</c:v>
                </c:pt>
                <c:pt idx="3">
                  <c:v>6</c:v>
                </c:pt>
                <c:pt idx="4">
                  <c:v>3</c:v>
                </c:pt>
                <c:pt idx="5">
                  <c:v>4.2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1.5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155534971572253E-2"/>
          <c:y val="2.642836195949945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1</c:v>
                </c:pt>
                <c:pt idx="2">
                  <c:v>5.5</c:v>
                </c:pt>
                <c:pt idx="3">
                  <c:v>6</c:v>
                </c:pt>
                <c:pt idx="4">
                  <c:v>3</c:v>
                </c:pt>
                <c:pt idx="5">
                  <c:v>4.2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1.5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155534971572253E-2"/>
          <c:y val="2.642836195949945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1</c:v>
                </c:pt>
                <c:pt idx="2">
                  <c:v>5.5</c:v>
                </c:pt>
                <c:pt idx="3">
                  <c:v>6</c:v>
                </c:pt>
                <c:pt idx="4">
                  <c:v>3</c:v>
                </c:pt>
                <c:pt idx="5">
                  <c:v>4.2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1.5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155534971572253E-2"/>
          <c:y val="2.642836195949945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1</c:v>
                </c:pt>
                <c:pt idx="2">
                  <c:v>5.5</c:v>
                </c:pt>
                <c:pt idx="3">
                  <c:v>6</c:v>
                </c:pt>
                <c:pt idx="4">
                  <c:v>3</c:v>
                </c:pt>
                <c:pt idx="5">
                  <c:v>4.2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1.5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0330320145556069E-2"/>
          <c:y val="2.3288932579502888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15</c:v>
                </c:pt>
                <c:pt idx="1">
                  <c:v>30</c:v>
                </c:pt>
                <c:pt idx="2">
                  <c:v>80</c:v>
                </c:pt>
                <c:pt idx="3">
                  <c:v>120</c:v>
                </c:pt>
                <c:pt idx="4">
                  <c:v>90</c:v>
                </c:pt>
                <c:pt idx="5">
                  <c:v>50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8</c:v>
                </c:pt>
                <c:pt idx="3">
                  <c:v>9</c:v>
                </c:pt>
                <c:pt idx="4">
                  <c:v>12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13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inorUnit val="10"/>
      </c:valAx>
      <c:valAx>
        <c:axId val="198242271"/>
        <c:scaling>
          <c:orientation val="minMax"/>
          <c:max val="13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0330320145556069E-2"/>
          <c:y val="2.3288932579502888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15</c:v>
                </c:pt>
                <c:pt idx="1">
                  <c:v>30</c:v>
                </c:pt>
                <c:pt idx="2">
                  <c:v>80</c:v>
                </c:pt>
                <c:pt idx="3">
                  <c:v>120</c:v>
                </c:pt>
                <c:pt idx="4">
                  <c:v>90</c:v>
                </c:pt>
                <c:pt idx="5">
                  <c:v>50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8</c:v>
                </c:pt>
                <c:pt idx="3">
                  <c:v>9</c:v>
                </c:pt>
                <c:pt idx="4">
                  <c:v>12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13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inorUnit val="10"/>
      </c:valAx>
      <c:valAx>
        <c:axId val="198242271"/>
        <c:scaling>
          <c:orientation val="minMax"/>
          <c:max val="13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0330320145556069E-2"/>
          <c:y val="2.3288932579502888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rgbClr val="FF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rgbClr val="FFC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rgbClr val="00B0F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rgbClr val="C0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15</c:v>
                </c:pt>
                <c:pt idx="1">
                  <c:v>30</c:v>
                </c:pt>
                <c:pt idx="2">
                  <c:v>80</c:v>
                </c:pt>
                <c:pt idx="3">
                  <c:v>120</c:v>
                </c:pt>
                <c:pt idx="4">
                  <c:v>90</c:v>
                </c:pt>
                <c:pt idx="5">
                  <c:v>50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8</c:v>
                </c:pt>
                <c:pt idx="3">
                  <c:v>9</c:v>
                </c:pt>
                <c:pt idx="4">
                  <c:v>12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13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inorUnit val="10"/>
      </c:valAx>
      <c:valAx>
        <c:axId val="198242271"/>
        <c:scaling>
          <c:orientation val="minMax"/>
          <c:max val="13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0330320145556069E-2"/>
          <c:y val="2.3288932579502888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1905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rgbClr val="FF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190500">
                  <a:solidFill>
                    <a:srgbClr val="FFC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rgbClr val="00B0F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190500">
                  <a:solidFill>
                    <a:srgbClr val="C0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1905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15</c:v>
                </c:pt>
                <c:pt idx="1">
                  <c:v>30</c:v>
                </c:pt>
                <c:pt idx="2">
                  <c:v>80</c:v>
                </c:pt>
                <c:pt idx="3">
                  <c:v>120</c:v>
                </c:pt>
                <c:pt idx="4">
                  <c:v>90</c:v>
                </c:pt>
                <c:pt idx="5">
                  <c:v>50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8</c:v>
                </c:pt>
                <c:pt idx="3">
                  <c:v>9</c:v>
                </c:pt>
                <c:pt idx="4">
                  <c:v>12</c:v>
                </c:pt>
                <c:pt idx="5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13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inorUnit val="10"/>
      </c:valAx>
      <c:valAx>
        <c:axId val="198242271"/>
        <c:scaling>
          <c:orientation val="minMax"/>
          <c:max val="13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582260987835507E-2"/>
          <c:y val="2.4389956134779744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2540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5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582260987835507E-2"/>
          <c:y val="2.4389956134779744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2540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5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582260987835507E-2"/>
          <c:y val="2.4389956134779744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2540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2</c:v>
                </c:pt>
                <c:pt idx="1">
                  <c:v>5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582249497225488E-2"/>
          <c:y val="2.4389956134779744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254000">
                <a:solidFill>
                  <a:srgbClr val="7030A0"/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5</c:v>
                </c:pt>
                <c:pt idx="1">
                  <c:v>1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582249497225488E-2"/>
          <c:y val="2.4389956134779744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254000">
                <a:solidFill>
                  <a:srgbClr val="7030A0"/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FF00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5</c:v>
                </c:pt>
                <c:pt idx="1">
                  <c:v>1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7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582249497225488E-2"/>
          <c:y val="2.4389956134779744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2540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noFill/>
                <a:ln w="2540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2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3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2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3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solidFill>
            <a:schemeClr val="tx1">
              <a:alpha val="30000"/>
            </a:schemeClr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582249497225488E-2"/>
          <c:y val="2.4389956134779744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25400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rgbClr val="7030A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BCF-4623-A28F-74FD81CC5780}"/>
              </c:ext>
            </c:extLst>
          </c:dPt>
          <c:dPt>
            <c:idx val="1"/>
            <c:marker>
              <c:symbol val="circle"/>
              <c:size val="6"/>
              <c:spPr>
                <a:noFill/>
                <a:ln w="2540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FBCF-4623-A28F-74FD81CC57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FBCF-4623-A28F-74FD81CC5780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FBCF-4623-A28F-74FD81CC5780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FBCF-4623-A28F-74FD81CC5780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FBCF-4623-A28F-74FD81CC5780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FBCF-4623-A28F-74FD81CC5780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FBCF-4623-A28F-74FD81CC5780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chemeClr val="bg1"/>
                </a:solidFill>
                <a:ln w="25400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CF-4623-A28F-74FD81CC5780}"/>
              </c:ext>
            </c:extLst>
          </c:dPt>
          <c:xVal>
            <c:numRef>
              <c:f>Sheet1!$A$2:$A$19</c:f>
              <c:numCache>
                <c:formatCode>General</c:formatCode>
                <c:ptCount val="18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1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FBCF-4623-A28F-74FD81CC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2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3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2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3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99358-0554-3345-871D-48A6BABEE3E1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6209C-F82F-8948-8964-C389942C0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978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ABA2-F050-76BB-E4A9-9A1817A308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8B8A1-4019-4D0D-69E4-51C58926F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Lesson Name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E41D946-B0E6-5FE9-7F33-DECF043128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26D9-D744-BD54-EF64-70E8CB5A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B7A0-4232-A0AC-7E3A-3BF632F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B9C0-7AE6-2F09-7A4E-D58AB0F8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0B6F2F1-CE07-6C53-35DD-423B006969A2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CCADMACL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EC7D6A8-C716-40D7-8EA0-CBACE0B8E8B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8EE941-D370-38CE-7C65-D512B4AC642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5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934C-88AA-65C7-69FD-291768EA3B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US" dirty="0"/>
              <a:t>Topic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0A79-3EDB-F8E7-BE0C-7ADA40378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D2B64AD2-0907-0C80-4C6F-E5925CA19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0CEFFD-1670-10A5-7ED4-7F9703262EA1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CCADMACL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E0509C1-2A03-2148-8C1A-8FA9E5ACBECF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86EC78-3FBD-4A30-427B-30963D3C6ABF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3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6428-0162-8984-D72C-F96220FA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5D9C-50A3-FEC4-9D1D-487FA259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9D22-453E-BFFB-3F8A-759A6391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2910-0DE9-B288-360A-0BEB46FC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602E-2E56-CB33-125B-47DD51E3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84689F0-2863-7C4B-17BF-BE5B5D9EC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959288-960D-4A38-60A1-E81A6BCED55C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2B048E-A6FE-4CAB-EC85-1198407F2FD8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F180FA-D017-2661-AF92-BFE9BEC5084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4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47A8-E096-D9F8-9F8D-29067968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7934-A1CC-85B8-7BAE-95BB6C6E0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0EA0AFE-62F3-0422-AA84-A575E4E80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B141E-535E-5ACA-4F43-5F265BED5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5878491-3BC2-286A-8527-9EC73F050C5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6E02060-1062-1563-E549-CD8CEB48D9B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C202D2-FCDD-C68E-CAA2-6C1E5DD4685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43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FD41-6019-CD6C-6665-80EA8D7A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636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9F666-6A8D-602E-BBFD-BDB638D9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24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DB928-AEB0-9052-5F03-5F10A5A6D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66319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87E17-25F6-814C-5955-581112A1D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24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C68B052-178B-68EB-74D0-1F72A961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2F8CB-407F-E9C8-0B60-6661F8F09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6319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084DDE-82D5-F74F-6486-DED2612274CD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CCADMACL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B202EF5-2A81-8235-70C4-6821549220EA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4AFFD4-4F3C-D078-8FAB-44BBE50F61A1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64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380C-E50D-70D7-4C76-E7BA7AFD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90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6F113-2EC8-CE48-879A-6833BF62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D26BA-5C98-F77F-4E74-A5E405B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5F6499B7-7705-4022-0E3D-6F15DA33E0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EE29F-553C-C4CE-B95E-AA4C5D73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08DDE5B-2DD9-86EA-2AF6-4C8E51EEF8B4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49FA92-9689-FAB4-2ECB-5B956E927256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669ED5-94B9-9A07-F0FF-9839ED506F34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8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E8268-BB09-9115-852C-9588795B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8A218-E351-876A-DAA5-28871E0D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2B622B8-10FD-A134-458C-E6877FD806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078DA-EA1A-D15A-DC5A-C7E4EB74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560B87-4053-202F-E17D-9EF3D6733F8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CCADMACL	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5E66F80-159E-0E16-E237-CC8F92940701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FE5D7F-2C5A-49EE-7A01-6A6A94CCC39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01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9512-DB3C-27D6-94A1-4CE5658E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18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B6E74-9F00-7DB0-255C-B77AD9A4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1340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FE831EBC-12E1-F4A6-863D-4B8D84A1AF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82F70-FC76-DA9D-9C9B-5C7223768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338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62C284-A385-C151-F898-C6E0FD35F2E8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9779549-2BAC-513C-0330-0CC70BE106D4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95A169-9043-0478-7765-F692CDA08802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11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646F-9BC1-59FE-5CD1-0334C058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462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D81B3-860D-217A-1F5F-D7F60AB4D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485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49EBEBA-9410-EC61-6F84-BC52B450D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FB98A-B430-C6D2-5211-28791F38A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4828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23FCC6A-2F3F-4971-9EC4-557092FB1A40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236CCB9-8956-84BC-DEF4-5AC27703601C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5EB57-C136-624C-3951-8BA8F4AF0526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0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B5669AE-17C4-21B8-716E-576EA0722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411D1C-0F2D-DA60-ACD5-56D862F8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8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B6DBA-925F-FB98-9AA6-17E75C3A8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327329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6A99E0-164E-8E07-5CE2-462A5715BED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BC6584-4AE6-A403-9D75-64B3D096197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268FE7-9424-BA2B-6407-5EDFA2D19315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53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05C3D-FB3F-3C25-7050-4E9FC8303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8737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9D51CD6-6B48-B408-FB65-BEBD1C62D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8A6BD-D071-5134-8DAB-9685A5A42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8737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D8348D-1C95-7E0B-1725-AD73063169B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C05B5A8-0ED3-B01C-7645-7C6B12D8F1E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D5E4D1-6755-AA74-3EC7-549A709B197A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39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C53B7-FED3-EFF9-26A5-392907AB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Subject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1B9D-A735-901B-1C8F-AF773995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A33F-C01E-0A3B-9D81-943147441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C266F-70C8-954B-9EC8-D842168CE9D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D509-240F-F8C7-25C0-84E3FCFA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56B6-26D6-957A-7566-E1928B430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7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gif"/><Relationship Id="rId3" Type="http://schemas.openxmlformats.org/officeDocument/2006/relationships/image" Target="../media/image3.jpg"/><Relationship Id="rId7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gif"/><Relationship Id="rId3" Type="http://schemas.openxmlformats.org/officeDocument/2006/relationships/image" Target="../media/image3.jpg"/><Relationship Id="rId7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110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110.png"/><Relationship Id="rId7" Type="http://schemas.openxmlformats.org/officeDocument/2006/relationships/image" Target="../media/image170.png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11" Type="http://schemas.openxmlformats.org/officeDocument/2006/relationships/image" Target="../media/image210.png"/><Relationship Id="rId5" Type="http://schemas.openxmlformats.org/officeDocument/2006/relationships/image" Target="../media/image150.png"/><Relationship Id="rId10" Type="http://schemas.openxmlformats.org/officeDocument/2006/relationships/image" Target="../media/image200.png"/><Relationship Id="rId4" Type="http://schemas.openxmlformats.org/officeDocument/2006/relationships/image" Target="../media/image140.png"/><Relationship Id="rId9" Type="http://schemas.openxmlformats.org/officeDocument/2006/relationships/image" Target="../media/image19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11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7" Type="http://schemas.openxmlformats.org/officeDocument/2006/relationships/image" Target="../media/image260.png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5" Type="http://schemas.openxmlformats.org/officeDocument/2006/relationships/image" Target="../media/image240.png"/><Relationship Id="rId4" Type="http://schemas.openxmlformats.org/officeDocument/2006/relationships/image" Target="../media/image230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chart" Target="../charts/chart20.xml"/><Relationship Id="rId7" Type="http://schemas.openxmlformats.org/officeDocument/2006/relationships/image" Target="../media/image280.png"/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260.png"/><Relationship Id="rId10" Type="http://schemas.openxmlformats.org/officeDocument/2006/relationships/image" Target="../media/image310.png"/><Relationship Id="rId4" Type="http://schemas.openxmlformats.org/officeDocument/2006/relationships/image" Target="../media/image270.png"/><Relationship Id="rId9" Type="http://schemas.openxmlformats.org/officeDocument/2006/relationships/image" Target="../media/image30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0.png"/><Relationship Id="rId4" Type="http://schemas.openxmlformats.org/officeDocument/2006/relationships/image" Target="../media/image33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7" Type="http://schemas.openxmlformats.org/officeDocument/2006/relationships/image" Target="../media/image380.png"/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5" Type="http://schemas.openxmlformats.org/officeDocument/2006/relationships/image" Target="../media/image360.png"/><Relationship Id="rId4" Type="http://schemas.openxmlformats.org/officeDocument/2006/relationships/image" Target="../media/image3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C0FD-E73C-26A6-891F-61B461076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94475"/>
            <a:ext cx="9144000" cy="1184161"/>
          </a:xfrm>
        </p:spPr>
        <p:txBody>
          <a:bodyPr>
            <a:normAutofit fontScale="90000"/>
          </a:bodyPr>
          <a:lstStyle/>
          <a:p>
            <a:r>
              <a:rPr lang="en-US" sz="7000" dirty="0">
                <a:solidFill>
                  <a:srgbClr val="32418C"/>
                </a:solidFill>
                <a:latin typeface="Aptos" panose="020B0004020202020204" pitchFamily="34" charset="0"/>
              </a:rPr>
              <a:t>Hierarchical Clustering</a:t>
            </a:r>
            <a:endParaRPr lang="en-US" sz="7000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8846-F5F9-9E2F-7E86-4EDFA1AEF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8636"/>
            <a:ext cx="9144000" cy="47119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9AB3F01-B55F-9A63-14C3-6FC44C166E39}"/>
              </a:ext>
            </a:extLst>
          </p:cNvPr>
          <p:cNvSpPr txBox="1">
            <a:spLocks/>
          </p:cNvSpPr>
          <p:nvPr/>
        </p:nvSpPr>
        <p:spPr>
          <a:xfrm>
            <a:off x="838200" y="228686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indent="-685800" algn="l">
              <a:buFont typeface="Wingdings" pitchFamily="2" charset="2"/>
              <a:buChar char="Ø"/>
            </a:pPr>
            <a:r>
              <a:rPr lang="en-US" sz="4000" b="1" dirty="0"/>
              <a:t>What is Hierarchical Clustering?</a:t>
            </a:r>
          </a:p>
          <a:p>
            <a:pPr marL="685800" indent="-685800" algn="l">
              <a:buFont typeface="Wingdings" pitchFamily="2" charset="2"/>
              <a:buChar char="Ø"/>
            </a:pPr>
            <a:r>
              <a:rPr lang="en-US" sz="4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Dendrogram</a:t>
            </a:r>
          </a:p>
          <a:p>
            <a:pPr marL="685800" indent="-685800" algn="l">
              <a:buFont typeface="Wingdings" pitchFamily="2" charset="2"/>
              <a:buChar char="Ø"/>
            </a:pPr>
            <a:r>
              <a:rPr lang="en-US" sz="4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Types of Hierarchical Clustering</a:t>
            </a:r>
          </a:p>
          <a:p>
            <a:pPr marL="685800" indent="-685800" algn="l">
              <a:buFont typeface="Wingdings" pitchFamily="2" charset="2"/>
              <a:buChar char="Ø"/>
            </a:pPr>
            <a:r>
              <a:rPr lang="en-US" sz="4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How Hierarchical Clustering works</a:t>
            </a:r>
          </a:p>
          <a:p>
            <a:pPr marL="685800" indent="-685800" algn="l">
              <a:buFont typeface="Wingdings" pitchFamily="2" charset="2"/>
              <a:buChar char="Ø"/>
            </a:pPr>
            <a:r>
              <a:rPr lang="en-US" sz="4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Distance measures</a:t>
            </a:r>
          </a:p>
          <a:p>
            <a:pPr marL="685800" indent="-685800" algn="l">
              <a:buFont typeface="Wingdings" pitchFamily="2" charset="2"/>
              <a:buChar char="Ø"/>
            </a:pP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F040CE-CACD-0DC8-2221-0DE503F00D88}"/>
              </a:ext>
            </a:extLst>
          </p:cNvPr>
          <p:cNvSpPr txBox="1">
            <a:spLocks/>
          </p:cNvSpPr>
          <p:nvPr/>
        </p:nvSpPr>
        <p:spPr>
          <a:xfrm>
            <a:off x="838199" y="826369"/>
            <a:ext cx="10974049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rgbClr val="32418C"/>
                </a:solidFill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611571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3E803-F854-2C81-56B8-EFCE6800B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red car with a white background&#10;&#10;Description automatically generated">
            <a:extLst>
              <a:ext uri="{FF2B5EF4-FFF2-40B4-BE49-F238E27FC236}">
                <a16:creationId xmlns:a16="http://schemas.microsoft.com/office/drawing/2014/main" id="{127B8F19-A764-B3F5-B126-21CE96BBD8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9" t="23866" r="5962" b="9987"/>
          <a:stretch/>
        </p:blipFill>
        <p:spPr>
          <a:xfrm>
            <a:off x="4014707" y="5164814"/>
            <a:ext cx="2108477" cy="86038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 descr="A black suv with silver trim&#10;&#10;Description automatically generated">
            <a:extLst>
              <a:ext uri="{FF2B5EF4-FFF2-40B4-BE49-F238E27FC236}">
                <a16:creationId xmlns:a16="http://schemas.microsoft.com/office/drawing/2014/main" id="{EEC1CEB9-50FC-0828-1437-F07BEA0066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3" t="9314" r="3624" b="10870"/>
          <a:stretch/>
        </p:blipFill>
        <p:spPr>
          <a:xfrm>
            <a:off x="6998550" y="5109565"/>
            <a:ext cx="1696362" cy="91563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6" name="Picture 15" descr="A blue suv with a white background&#10;&#10;Description automatically generated">
            <a:extLst>
              <a:ext uri="{FF2B5EF4-FFF2-40B4-BE49-F238E27FC236}">
                <a16:creationId xmlns:a16="http://schemas.microsoft.com/office/drawing/2014/main" id="{2C9D7567-4983-B46B-67F2-1EB3B79020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81" t="9314" r="3596" b="10870"/>
          <a:stretch/>
        </p:blipFill>
        <p:spPr>
          <a:xfrm>
            <a:off x="9032009" y="5109565"/>
            <a:ext cx="1696362" cy="91563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8" name="Picture 17" descr="A car parked on a white surface&#10;&#10;Description automatically generated">
            <a:extLst>
              <a:ext uri="{FF2B5EF4-FFF2-40B4-BE49-F238E27FC236}">
                <a16:creationId xmlns:a16="http://schemas.microsoft.com/office/drawing/2014/main" id="{85CF7EE3-5851-1AE0-1E6F-C5FAB076A7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58" t="29158" r="11572" b="23658"/>
          <a:stretch/>
        </p:blipFill>
        <p:spPr>
          <a:xfrm>
            <a:off x="1463626" y="5164814"/>
            <a:ext cx="2281568" cy="86038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79" name="Content Placeholder 2">
            <a:extLst>
              <a:ext uri="{FF2B5EF4-FFF2-40B4-BE49-F238E27FC236}">
                <a16:creationId xmlns:a16="http://schemas.microsoft.com/office/drawing/2014/main" id="{A53B0ED6-B647-CC49-BE10-8B51E9F9E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5556" y="892105"/>
            <a:ext cx="9264744" cy="788512"/>
          </a:xfrm>
          <a:custGeom>
            <a:avLst/>
            <a:gdLst>
              <a:gd name="connsiteX0" fmla="*/ 0 w 9264744"/>
              <a:gd name="connsiteY0" fmla="*/ 0 h 788512"/>
              <a:gd name="connsiteX1" fmla="*/ 569120 w 9264744"/>
              <a:gd name="connsiteY1" fmla="*/ 0 h 788512"/>
              <a:gd name="connsiteX2" fmla="*/ 1045593 w 9264744"/>
              <a:gd name="connsiteY2" fmla="*/ 0 h 788512"/>
              <a:gd name="connsiteX3" fmla="*/ 1522065 w 9264744"/>
              <a:gd name="connsiteY3" fmla="*/ 0 h 788512"/>
              <a:gd name="connsiteX4" fmla="*/ 1998538 w 9264744"/>
              <a:gd name="connsiteY4" fmla="*/ 0 h 788512"/>
              <a:gd name="connsiteX5" fmla="*/ 2660305 w 9264744"/>
              <a:gd name="connsiteY5" fmla="*/ 0 h 788512"/>
              <a:gd name="connsiteX6" fmla="*/ 3322072 w 9264744"/>
              <a:gd name="connsiteY6" fmla="*/ 0 h 788512"/>
              <a:gd name="connsiteX7" fmla="*/ 3798545 w 9264744"/>
              <a:gd name="connsiteY7" fmla="*/ 0 h 788512"/>
              <a:gd name="connsiteX8" fmla="*/ 4460312 w 9264744"/>
              <a:gd name="connsiteY8" fmla="*/ 0 h 788512"/>
              <a:gd name="connsiteX9" fmla="*/ 5122080 w 9264744"/>
              <a:gd name="connsiteY9" fmla="*/ 0 h 788512"/>
              <a:gd name="connsiteX10" fmla="*/ 5969142 w 9264744"/>
              <a:gd name="connsiteY10" fmla="*/ 0 h 788512"/>
              <a:gd name="connsiteX11" fmla="*/ 6816205 w 9264744"/>
              <a:gd name="connsiteY11" fmla="*/ 0 h 788512"/>
              <a:gd name="connsiteX12" fmla="*/ 7477972 w 9264744"/>
              <a:gd name="connsiteY12" fmla="*/ 0 h 788512"/>
              <a:gd name="connsiteX13" fmla="*/ 8139739 w 9264744"/>
              <a:gd name="connsiteY13" fmla="*/ 0 h 788512"/>
              <a:gd name="connsiteX14" fmla="*/ 8523564 w 9264744"/>
              <a:gd name="connsiteY14" fmla="*/ 0 h 788512"/>
              <a:gd name="connsiteX15" fmla="*/ 9264744 w 9264744"/>
              <a:gd name="connsiteY15" fmla="*/ 0 h 788512"/>
              <a:gd name="connsiteX16" fmla="*/ 9264744 w 9264744"/>
              <a:gd name="connsiteY16" fmla="*/ 394256 h 788512"/>
              <a:gd name="connsiteX17" fmla="*/ 9264744 w 9264744"/>
              <a:gd name="connsiteY17" fmla="*/ 788512 h 788512"/>
              <a:gd name="connsiteX18" fmla="*/ 8695624 w 9264744"/>
              <a:gd name="connsiteY18" fmla="*/ 788512 h 788512"/>
              <a:gd name="connsiteX19" fmla="*/ 8126504 w 9264744"/>
              <a:gd name="connsiteY19" fmla="*/ 788512 h 788512"/>
              <a:gd name="connsiteX20" fmla="*/ 7372089 w 9264744"/>
              <a:gd name="connsiteY20" fmla="*/ 788512 h 788512"/>
              <a:gd name="connsiteX21" fmla="*/ 6802969 w 9264744"/>
              <a:gd name="connsiteY21" fmla="*/ 788512 h 788512"/>
              <a:gd name="connsiteX22" fmla="*/ 6326497 w 9264744"/>
              <a:gd name="connsiteY22" fmla="*/ 788512 h 788512"/>
              <a:gd name="connsiteX23" fmla="*/ 5572082 w 9264744"/>
              <a:gd name="connsiteY23" fmla="*/ 788512 h 788512"/>
              <a:gd name="connsiteX24" fmla="*/ 4910314 w 9264744"/>
              <a:gd name="connsiteY24" fmla="*/ 788512 h 788512"/>
              <a:gd name="connsiteX25" fmla="*/ 4526489 w 9264744"/>
              <a:gd name="connsiteY25" fmla="*/ 788512 h 788512"/>
              <a:gd name="connsiteX26" fmla="*/ 3864722 w 9264744"/>
              <a:gd name="connsiteY26" fmla="*/ 788512 h 788512"/>
              <a:gd name="connsiteX27" fmla="*/ 3480897 w 9264744"/>
              <a:gd name="connsiteY27" fmla="*/ 788512 h 788512"/>
              <a:gd name="connsiteX28" fmla="*/ 2726482 w 9264744"/>
              <a:gd name="connsiteY28" fmla="*/ 788512 h 788512"/>
              <a:gd name="connsiteX29" fmla="*/ 1879419 w 9264744"/>
              <a:gd name="connsiteY29" fmla="*/ 788512 h 788512"/>
              <a:gd name="connsiteX30" fmla="*/ 1032357 w 9264744"/>
              <a:gd name="connsiteY30" fmla="*/ 788512 h 788512"/>
              <a:gd name="connsiteX31" fmla="*/ 0 w 9264744"/>
              <a:gd name="connsiteY31" fmla="*/ 788512 h 788512"/>
              <a:gd name="connsiteX32" fmla="*/ 0 w 9264744"/>
              <a:gd name="connsiteY32" fmla="*/ 417911 h 788512"/>
              <a:gd name="connsiteX33" fmla="*/ 0 w 9264744"/>
              <a:gd name="connsiteY33" fmla="*/ 0 h 788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9264744" h="788512" fill="none" extrusionOk="0">
                <a:moveTo>
                  <a:pt x="0" y="0"/>
                </a:moveTo>
                <a:cubicBezTo>
                  <a:pt x="197545" y="-23848"/>
                  <a:pt x="303759" y="954"/>
                  <a:pt x="569120" y="0"/>
                </a:cubicBezTo>
                <a:cubicBezTo>
                  <a:pt x="834481" y="-954"/>
                  <a:pt x="902055" y="10449"/>
                  <a:pt x="1045593" y="0"/>
                </a:cubicBezTo>
                <a:cubicBezTo>
                  <a:pt x="1189131" y="-10449"/>
                  <a:pt x="1418239" y="-11883"/>
                  <a:pt x="1522065" y="0"/>
                </a:cubicBezTo>
                <a:cubicBezTo>
                  <a:pt x="1625891" y="11883"/>
                  <a:pt x="1858666" y="-23439"/>
                  <a:pt x="1998538" y="0"/>
                </a:cubicBezTo>
                <a:cubicBezTo>
                  <a:pt x="2138410" y="23439"/>
                  <a:pt x="2425794" y="3418"/>
                  <a:pt x="2660305" y="0"/>
                </a:cubicBezTo>
                <a:cubicBezTo>
                  <a:pt x="2894816" y="-3418"/>
                  <a:pt x="3180399" y="-383"/>
                  <a:pt x="3322072" y="0"/>
                </a:cubicBezTo>
                <a:cubicBezTo>
                  <a:pt x="3463745" y="383"/>
                  <a:pt x="3685209" y="12197"/>
                  <a:pt x="3798545" y="0"/>
                </a:cubicBezTo>
                <a:cubicBezTo>
                  <a:pt x="3911881" y="-12197"/>
                  <a:pt x="4143974" y="-21972"/>
                  <a:pt x="4460312" y="0"/>
                </a:cubicBezTo>
                <a:cubicBezTo>
                  <a:pt x="4776650" y="21972"/>
                  <a:pt x="4895454" y="-15558"/>
                  <a:pt x="5122080" y="0"/>
                </a:cubicBezTo>
                <a:cubicBezTo>
                  <a:pt x="5348706" y="15558"/>
                  <a:pt x="5726100" y="31054"/>
                  <a:pt x="5969142" y="0"/>
                </a:cubicBezTo>
                <a:cubicBezTo>
                  <a:pt x="6212184" y="-31054"/>
                  <a:pt x="6573206" y="8221"/>
                  <a:pt x="6816205" y="0"/>
                </a:cubicBezTo>
                <a:cubicBezTo>
                  <a:pt x="7059204" y="-8221"/>
                  <a:pt x="7183606" y="11586"/>
                  <a:pt x="7477972" y="0"/>
                </a:cubicBezTo>
                <a:cubicBezTo>
                  <a:pt x="7772338" y="-11586"/>
                  <a:pt x="7898531" y="17303"/>
                  <a:pt x="8139739" y="0"/>
                </a:cubicBezTo>
                <a:cubicBezTo>
                  <a:pt x="8380947" y="-17303"/>
                  <a:pt x="8336195" y="1950"/>
                  <a:pt x="8523564" y="0"/>
                </a:cubicBezTo>
                <a:cubicBezTo>
                  <a:pt x="8710934" y="-1950"/>
                  <a:pt x="9032776" y="28003"/>
                  <a:pt x="9264744" y="0"/>
                </a:cubicBezTo>
                <a:cubicBezTo>
                  <a:pt x="9277848" y="188460"/>
                  <a:pt x="9270081" y="288121"/>
                  <a:pt x="9264744" y="394256"/>
                </a:cubicBezTo>
                <a:cubicBezTo>
                  <a:pt x="9259407" y="500391"/>
                  <a:pt x="9248401" y="648793"/>
                  <a:pt x="9264744" y="788512"/>
                </a:cubicBezTo>
                <a:cubicBezTo>
                  <a:pt x="9031843" y="809658"/>
                  <a:pt x="8976632" y="774661"/>
                  <a:pt x="8695624" y="788512"/>
                </a:cubicBezTo>
                <a:cubicBezTo>
                  <a:pt x="8414616" y="802363"/>
                  <a:pt x="8357478" y="805425"/>
                  <a:pt x="8126504" y="788512"/>
                </a:cubicBezTo>
                <a:cubicBezTo>
                  <a:pt x="7895530" y="771599"/>
                  <a:pt x="7617212" y="815970"/>
                  <a:pt x="7372089" y="788512"/>
                </a:cubicBezTo>
                <a:cubicBezTo>
                  <a:pt x="7126966" y="761054"/>
                  <a:pt x="7006335" y="795173"/>
                  <a:pt x="6802969" y="788512"/>
                </a:cubicBezTo>
                <a:cubicBezTo>
                  <a:pt x="6599603" y="781851"/>
                  <a:pt x="6503845" y="811264"/>
                  <a:pt x="6326497" y="788512"/>
                </a:cubicBezTo>
                <a:cubicBezTo>
                  <a:pt x="6149149" y="765760"/>
                  <a:pt x="5893456" y="816909"/>
                  <a:pt x="5572082" y="788512"/>
                </a:cubicBezTo>
                <a:cubicBezTo>
                  <a:pt x="5250709" y="760115"/>
                  <a:pt x="5233064" y="816554"/>
                  <a:pt x="4910314" y="788512"/>
                </a:cubicBezTo>
                <a:cubicBezTo>
                  <a:pt x="4587564" y="760470"/>
                  <a:pt x="4656286" y="787813"/>
                  <a:pt x="4526489" y="788512"/>
                </a:cubicBezTo>
                <a:cubicBezTo>
                  <a:pt x="4396693" y="789211"/>
                  <a:pt x="4107665" y="814462"/>
                  <a:pt x="3864722" y="788512"/>
                </a:cubicBezTo>
                <a:cubicBezTo>
                  <a:pt x="3621779" y="762562"/>
                  <a:pt x="3591162" y="785985"/>
                  <a:pt x="3480897" y="788512"/>
                </a:cubicBezTo>
                <a:cubicBezTo>
                  <a:pt x="3370632" y="791039"/>
                  <a:pt x="2979844" y="788457"/>
                  <a:pt x="2726482" y="788512"/>
                </a:cubicBezTo>
                <a:cubicBezTo>
                  <a:pt x="2473120" y="788567"/>
                  <a:pt x="2202200" y="805891"/>
                  <a:pt x="1879419" y="788512"/>
                </a:cubicBezTo>
                <a:cubicBezTo>
                  <a:pt x="1556638" y="771133"/>
                  <a:pt x="1382981" y="774428"/>
                  <a:pt x="1032357" y="788512"/>
                </a:cubicBezTo>
                <a:cubicBezTo>
                  <a:pt x="681733" y="802596"/>
                  <a:pt x="428929" y="813122"/>
                  <a:pt x="0" y="788512"/>
                </a:cubicBezTo>
                <a:cubicBezTo>
                  <a:pt x="5540" y="645401"/>
                  <a:pt x="-5546" y="494299"/>
                  <a:pt x="0" y="417911"/>
                </a:cubicBezTo>
                <a:cubicBezTo>
                  <a:pt x="5546" y="341523"/>
                  <a:pt x="-8748" y="182863"/>
                  <a:pt x="0" y="0"/>
                </a:cubicBezTo>
                <a:close/>
              </a:path>
              <a:path w="9264744" h="788512" stroke="0" extrusionOk="0">
                <a:moveTo>
                  <a:pt x="0" y="0"/>
                </a:moveTo>
                <a:cubicBezTo>
                  <a:pt x="182770" y="32988"/>
                  <a:pt x="600627" y="5172"/>
                  <a:pt x="847062" y="0"/>
                </a:cubicBezTo>
                <a:cubicBezTo>
                  <a:pt x="1093497" y="-5172"/>
                  <a:pt x="1155494" y="-20210"/>
                  <a:pt x="1323535" y="0"/>
                </a:cubicBezTo>
                <a:cubicBezTo>
                  <a:pt x="1491576" y="20210"/>
                  <a:pt x="1790517" y="18689"/>
                  <a:pt x="2170597" y="0"/>
                </a:cubicBezTo>
                <a:cubicBezTo>
                  <a:pt x="2550677" y="-18689"/>
                  <a:pt x="2505984" y="-4129"/>
                  <a:pt x="2832365" y="0"/>
                </a:cubicBezTo>
                <a:cubicBezTo>
                  <a:pt x="3158746" y="4129"/>
                  <a:pt x="3075869" y="10959"/>
                  <a:pt x="3216190" y="0"/>
                </a:cubicBezTo>
                <a:cubicBezTo>
                  <a:pt x="3356511" y="-10959"/>
                  <a:pt x="3568935" y="12721"/>
                  <a:pt x="3877957" y="0"/>
                </a:cubicBezTo>
                <a:cubicBezTo>
                  <a:pt x="4186979" y="-12721"/>
                  <a:pt x="4247188" y="-25504"/>
                  <a:pt x="4447077" y="0"/>
                </a:cubicBezTo>
                <a:cubicBezTo>
                  <a:pt x="4646966" y="25504"/>
                  <a:pt x="4872990" y="-9767"/>
                  <a:pt x="5201492" y="0"/>
                </a:cubicBezTo>
                <a:cubicBezTo>
                  <a:pt x="5529994" y="9767"/>
                  <a:pt x="5763695" y="-38855"/>
                  <a:pt x="6048554" y="0"/>
                </a:cubicBezTo>
                <a:cubicBezTo>
                  <a:pt x="6333413" y="38855"/>
                  <a:pt x="6329076" y="17444"/>
                  <a:pt x="6432379" y="0"/>
                </a:cubicBezTo>
                <a:cubicBezTo>
                  <a:pt x="6535682" y="-17444"/>
                  <a:pt x="6697029" y="6428"/>
                  <a:pt x="6816205" y="0"/>
                </a:cubicBezTo>
                <a:cubicBezTo>
                  <a:pt x="6935381" y="-6428"/>
                  <a:pt x="7175037" y="-23041"/>
                  <a:pt x="7385325" y="0"/>
                </a:cubicBezTo>
                <a:cubicBezTo>
                  <a:pt x="7595613" y="23041"/>
                  <a:pt x="7626333" y="13853"/>
                  <a:pt x="7861797" y="0"/>
                </a:cubicBezTo>
                <a:cubicBezTo>
                  <a:pt x="8097261" y="-13853"/>
                  <a:pt x="8397505" y="11760"/>
                  <a:pt x="8616212" y="0"/>
                </a:cubicBezTo>
                <a:cubicBezTo>
                  <a:pt x="8834919" y="-11760"/>
                  <a:pt x="8949558" y="25397"/>
                  <a:pt x="9264744" y="0"/>
                </a:cubicBezTo>
                <a:cubicBezTo>
                  <a:pt x="9258309" y="81925"/>
                  <a:pt x="9283416" y="236338"/>
                  <a:pt x="9264744" y="378486"/>
                </a:cubicBezTo>
                <a:cubicBezTo>
                  <a:pt x="9246072" y="520634"/>
                  <a:pt x="9279388" y="601526"/>
                  <a:pt x="9264744" y="788512"/>
                </a:cubicBezTo>
                <a:cubicBezTo>
                  <a:pt x="8986500" y="763368"/>
                  <a:pt x="8680631" y="830096"/>
                  <a:pt x="8417682" y="788512"/>
                </a:cubicBezTo>
                <a:cubicBezTo>
                  <a:pt x="8154733" y="746928"/>
                  <a:pt x="7965381" y="817928"/>
                  <a:pt x="7663267" y="788512"/>
                </a:cubicBezTo>
                <a:cubicBezTo>
                  <a:pt x="7361154" y="759096"/>
                  <a:pt x="7463356" y="783772"/>
                  <a:pt x="7279442" y="788512"/>
                </a:cubicBezTo>
                <a:cubicBezTo>
                  <a:pt x="7095528" y="793252"/>
                  <a:pt x="6991603" y="785192"/>
                  <a:pt x="6802969" y="788512"/>
                </a:cubicBezTo>
                <a:cubicBezTo>
                  <a:pt x="6614335" y="791832"/>
                  <a:pt x="6525498" y="807840"/>
                  <a:pt x="6326497" y="788512"/>
                </a:cubicBezTo>
                <a:cubicBezTo>
                  <a:pt x="6127496" y="769184"/>
                  <a:pt x="5956662" y="818332"/>
                  <a:pt x="5664729" y="788512"/>
                </a:cubicBezTo>
                <a:cubicBezTo>
                  <a:pt x="5372796" y="758692"/>
                  <a:pt x="5311745" y="763972"/>
                  <a:pt x="5002962" y="788512"/>
                </a:cubicBezTo>
                <a:cubicBezTo>
                  <a:pt x="4694179" y="813052"/>
                  <a:pt x="4748230" y="794721"/>
                  <a:pt x="4526489" y="788512"/>
                </a:cubicBezTo>
                <a:cubicBezTo>
                  <a:pt x="4304748" y="782303"/>
                  <a:pt x="4053938" y="770848"/>
                  <a:pt x="3772074" y="788512"/>
                </a:cubicBezTo>
                <a:cubicBezTo>
                  <a:pt x="3490211" y="806176"/>
                  <a:pt x="3196905" y="770472"/>
                  <a:pt x="3017659" y="788512"/>
                </a:cubicBezTo>
                <a:cubicBezTo>
                  <a:pt x="2838414" y="806552"/>
                  <a:pt x="2651247" y="771615"/>
                  <a:pt x="2355892" y="788512"/>
                </a:cubicBezTo>
                <a:cubicBezTo>
                  <a:pt x="2060537" y="805409"/>
                  <a:pt x="1943333" y="776988"/>
                  <a:pt x="1786772" y="788512"/>
                </a:cubicBezTo>
                <a:cubicBezTo>
                  <a:pt x="1630211" y="800036"/>
                  <a:pt x="1339450" y="788786"/>
                  <a:pt x="1032357" y="788512"/>
                </a:cubicBezTo>
                <a:cubicBezTo>
                  <a:pt x="725264" y="788238"/>
                  <a:pt x="515807" y="809010"/>
                  <a:pt x="0" y="788512"/>
                </a:cubicBezTo>
                <a:cubicBezTo>
                  <a:pt x="-3329" y="629280"/>
                  <a:pt x="-6767" y="508892"/>
                  <a:pt x="0" y="417911"/>
                </a:cubicBezTo>
                <a:cubicBezTo>
                  <a:pt x="6767" y="326930"/>
                  <a:pt x="-926" y="195861"/>
                  <a:pt x="0" y="0"/>
                </a:cubicBezTo>
                <a:close/>
              </a:path>
            </a:pathLst>
          </a:custGeom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950933413">
                  <ask:type>
                    <ask:lineSketchFreehand/>
                  </ask:type>
                </ask:lineSketchStyleProps>
              </a:ext>
            </a:extLst>
          </a:ln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PH" dirty="0"/>
              <a:t>Let us consider that we have a </a:t>
            </a:r>
            <a:r>
              <a:rPr lang="en-PH" b="1" dirty="0">
                <a:solidFill>
                  <a:srgbClr val="002060"/>
                </a:solidFill>
              </a:rPr>
              <a:t>set of cars </a:t>
            </a:r>
            <a:r>
              <a:rPr lang="en-PH" dirty="0"/>
              <a:t>and </a:t>
            </a:r>
            <a:r>
              <a:rPr lang="en-PH" b="1" dirty="0">
                <a:solidFill>
                  <a:srgbClr val="002060"/>
                </a:solidFill>
              </a:rPr>
              <a:t>we have to group similar one’s together</a:t>
            </a:r>
          </a:p>
        </p:txBody>
      </p:sp>
    </p:spTree>
    <p:extLst>
      <p:ext uri="{BB962C8B-B14F-4D97-AF65-F5344CB8AC3E}">
        <p14:creationId xmlns:p14="http://schemas.microsoft.com/office/powerpoint/2010/main" val="2723742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2A55C-6E3F-4837-33E3-B67658A75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red car with a white background&#10;&#10;Description automatically generated">
            <a:extLst>
              <a:ext uri="{FF2B5EF4-FFF2-40B4-BE49-F238E27FC236}">
                <a16:creationId xmlns:a16="http://schemas.microsoft.com/office/drawing/2014/main" id="{71A5ECF6-0E7D-27A8-A8EA-6EB03D2CE8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9" t="23866" r="5962" b="9987"/>
          <a:stretch/>
        </p:blipFill>
        <p:spPr>
          <a:xfrm>
            <a:off x="4014707" y="5164814"/>
            <a:ext cx="2108477" cy="86038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 descr="A black suv with silver trim&#10;&#10;Description automatically generated">
            <a:extLst>
              <a:ext uri="{FF2B5EF4-FFF2-40B4-BE49-F238E27FC236}">
                <a16:creationId xmlns:a16="http://schemas.microsoft.com/office/drawing/2014/main" id="{DF08931C-E1E8-2D14-4E21-DE2529FD28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3" t="9314" r="3624" b="10870"/>
          <a:stretch/>
        </p:blipFill>
        <p:spPr>
          <a:xfrm>
            <a:off x="6998550" y="5109565"/>
            <a:ext cx="1696362" cy="91563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6" name="Picture 15" descr="A blue suv with a white background&#10;&#10;Description automatically generated">
            <a:extLst>
              <a:ext uri="{FF2B5EF4-FFF2-40B4-BE49-F238E27FC236}">
                <a16:creationId xmlns:a16="http://schemas.microsoft.com/office/drawing/2014/main" id="{E5094471-FAC6-DEE7-DBE6-CBB3E93B99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81" t="9314" r="3596" b="10870"/>
          <a:stretch/>
        </p:blipFill>
        <p:spPr>
          <a:xfrm>
            <a:off x="9032009" y="5109565"/>
            <a:ext cx="1696362" cy="91563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8" name="Picture 17" descr="A car parked on a white surface&#10;&#10;Description automatically generated">
            <a:extLst>
              <a:ext uri="{FF2B5EF4-FFF2-40B4-BE49-F238E27FC236}">
                <a16:creationId xmlns:a16="http://schemas.microsoft.com/office/drawing/2014/main" id="{026F197A-CEB4-705C-AAE0-B5CC5182B03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58" t="29158" r="11572" b="23658"/>
          <a:stretch/>
        </p:blipFill>
        <p:spPr>
          <a:xfrm>
            <a:off x="1463626" y="5164814"/>
            <a:ext cx="2281568" cy="86038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EBE1E1F9-E238-1B3C-7CFD-3EC188A23BFF}"/>
              </a:ext>
            </a:extLst>
          </p:cNvPr>
          <p:cNvGrpSpPr/>
          <p:nvPr/>
        </p:nvGrpSpPr>
        <p:grpSpPr>
          <a:xfrm>
            <a:off x="2288487" y="3837774"/>
            <a:ext cx="3077375" cy="676684"/>
            <a:chOff x="2129994" y="3386044"/>
            <a:chExt cx="3594100" cy="84940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D792611-8A42-B912-BF91-308586BAD674}"/>
                </a:ext>
              </a:extLst>
            </p:cNvPr>
            <p:cNvGrpSpPr/>
            <p:nvPr/>
          </p:nvGrpSpPr>
          <p:grpSpPr>
            <a:xfrm>
              <a:off x="2185309" y="3403600"/>
              <a:ext cx="3445658" cy="781236"/>
              <a:chOff x="2185309" y="3403600"/>
              <a:chExt cx="3445658" cy="781236"/>
            </a:xfrm>
          </p:grpSpPr>
          <p:pic>
            <p:nvPicPr>
              <p:cNvPr id="22" name="Picture 21" descr="A red car with a white background&#10;&#10;Description automatically generated">
                <a:extLst>
                  <a:ext uri="{FF2B5EF4-FFF2-40B4-BE49-F238E27FC236}">
                    <a16:creationId xmlns:a16="http://schemas.microsoft.com/office/drawing/2014/main" id="{60FF79B3-8380-3219-0212-CCA5086DCA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7713" t="21560" r="6467" b="11412"/>
              <a:stretch/>
            </p:blipFill>
            <p:spPr>
              <a:xfrm>
                <a:off x="4020442" y="3403600"/>
                <a:ext cx="1610525" cy="720000"/>
              </a:xfrm>
              <a:prstGeom prst="rect">
                <a:avLst/>
              </a:prstGeom>
              <a:ln w="38100">
                <a:noFill/>
              </a:ln>
            </p:spPr>
          </p:pic>
          <p:pic>
            <p:nvPicPr>
              <p:cNvPr id="23" name="Picture 22" descr="A car parked on a white surface&#10;&#10;Description automatically generated">
                <a:extLst>
                  <a:ext uri="{FF2B5EF4-FFF2-40B4-BE49-F238E27FC236}">
                    <a16:creationId xmlns:a16="http://schemas.microsoft.com/office/drawing/2014/main" id="{008E41F0-8BE7-DC51-C06E-73811E3230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11989" t="29067" r="12322" b="24424"/>
              <a:stretch/>
            </p:blipFill>
            <p:spPr>
              <a:xfrm>
                <a:off x="2185309" y="3464836"/>
                <a:ext cx="1760768" cy="720000"/>
              </a:xfrm>
              <a:prstGeom prst="rect">
                <a:avLst/>
              </a:prstGeom>
              <a:ln w="38100">
                <a:noFill/>
              </a:ln>
            </p:spPr>
          </p:pic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AE9C29C-637B-EF7A-0CB2-A8B382AA4EE7}"/>
                </a:ext>
              </a:extLst>
            </p:cNvPr>
            <p:cNvSpPr/>
            <p:nvPr/>
          </p:nvSpPr>
          <p:spPr>
            <a:xfrm>
              <a:off x="2129994" y="3386044"/>
              <a:ext cx="3594100" cy="84940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8694A3C-22DE-5AC3-7781-FAAA28C2EE8B}"/>
              </a:ext>
            </a:extLst>
          </p:cNvPr>
          <p:cNvGrpSpPr/>
          <p:nvPr/>
        </p:nvGrpSpPr>
        <p:grpSpPr>
          <a:xfrm>
            <a:off x="7687388" y="3769212"/>
            <a:ext cx="2334167" cy="803150"/>
            <a:chOff x="7871174" y="3513045"/>
            <a:chExt cx="2726099" cy="1008155"/>
          </a:xfrm>
        </p:grpSpPr>
        <p:pic>
          <p:nvPicPr>
            <p:cNvPr id="27" name="Picture 26" descr="A black suv with silver trim&#10;&#10;Description automatically generated">
              <a:extLst>
                <a:ext uri="{FF2B5EF4-FFF2-40B4-BE49-F238E27FC236}">
                  <a16:creationId xmlns:a16="http://schemas.microsoft.com/office/drawing/2014/main" id="{A026BBCB-CC46-CDAB-C363-6E065F45B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446" t="9314" r="4208" b="14840"/>
            <a:stretch/>
          </p:blipFill>
          <p:spPr>
            <a:xfrm>
              <a:off x="7871175" y="3663812"/>
              <a:ext cx="1293489" cy="72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28" name="Picture 27" descr="A blue suv with a white background&#10;&#10;Description automatically generated">
              <a:extLst>
                <a:ext uri="{FF2B5EF4-FFF2-40B4-BE49-F238E27FC236}">
                  <a16:creationId xmlns:a16="http://schemas.microsoft.com/office/drawing/2014/main" id="{AA32D041-D6B2-2BA1-CF3E-F0EB21C1C9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465" t="9313" r="5057" b="11752"/>
            <a:stretch/>
          </p:blipFill>
          <p:spPr>
            <a:xfrm>
              <a:off x="9305716" y="3663812"/>
              <a:ext cx="1217192" cy="720000"/>
            </a:xfrm>
            <a:prstGeom prst="rect">
              <a:avLst/>
            </a:prstGeom>
            <a:ln w="38100">
              <a:noFill/>
            </a:ln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7890A77-259E-D55C-5280-F9F38CD7DA78}"/>
                </a:ext>
              </a:extLst>
            </p:cNvPr>
            <p:cNvSpPr/>
            <p:nvPr/>
          </p:nvSpPr>
          <p:spPr>
            <a:xfrm>
              <a:off x="7871174" y="3513045"/>
              <a:ext cx="2726099" cy="1008155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5322597A-0CA6-EDCD-6F4E-6B77F7F25AA8}"/>
              </a:ext>
            </a:extLst>
          </p:cNvPr>
          <p:cNvCxnSpPr>
            <a:cxnSpLocks/>
            <a:stCxn id="10" idx="0"/>
            <a:endCxn id="25" idx="2"/>
          </p:cNvCxnSpPr>
          <p:nvPr/>
        </p:nvCxnSpPr>
        <p:spPr>
          <a:xfrm rot="16200000" flipV="1">
            <a:off x="4122883" y="4218749"/>
            <a:ext cx="650356" cy="124177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934E2F2E-D3AB-EA1A-BFBF-435E3F97A8DE}"/>
              </a:ext>
            </a:extLst>
          </p:cNvPr>
          <p:cNvCxnSpPr>
            <a:cxnSpLocks/>
            <a:stCxn id="18" idx="0"/>
            <a:endCxn id="25" idx="2"/>
          </p:cNvCxnSpPr>
          <p:nvPr/>
        </p:nvCxnSpPr>
        <p:spPr>
          <a:xfrm rot="5400000" flipH="1" flipV="1">
            <a:off x="2890614" y="4228254"/>
            <a:ext cx="650356" cy="122276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04501E99-8EC4-DFA2-1686-AD717374EA17}"/>
              </a:ext>
            </a:extLst>
          </p:cNvPr>
          <p:cNvCxnSpPr>
            <a:cxnSpLocks/>
            <a:stCxn id="16" idx="0"/>
            <a:endCxn id="29" idx="2"/>
          </p:cNvCxnSpPr>
          <p:nvPr/>
        </p:nvCxnSpPr>
        <p:spPr>
          <a:xfrm rot="16200000" flipV="1">
            <a:off x="9098730" y="4328104"/>
            <a:ext cx="537203" cy="102571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39A4A317-E8A8-D377-805F-5E24230F30B8}"/>
              </a:ext>
            </a:extLst>
          </p:cNvPr>
          <p:cNvCxnSpPr>
            <a:cxnSpLocks/>
            <a:stCxn id="14" idx="0"/>
            <a:endCxn id="29" idx="2"/>
          </p:cNvCxnSpPr>
          <p:nvPr/>
        </p:nvCxnSpPr>
        <p:spPr>
          <a:xfrm rot="5400000" flipH="1" flipV="1">
            <a:off x="8082000" y="4337094"/>
            <a:ext cx="537203" cy="100774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ontent Placeholder 2">
            <a:extLst>
              <a:ext uri="{FF2B5EF4-FFF2-40B4-BE49-F238E27FC236}">
                <a16:creationId xmlns:a16="http://schemas.microsoft.com/office/drawing/2014/main" id="{6F9F76EC-9DA1-FFF4-1088-4F9E580AF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5555" y="892105"/>
            <a:ext cx="9142815" cy="1774895"/>
          </a:xfrm>
          <a:custGeom>
            <a:avLst/>
            <a:gdLst>
              <a:gd name="connsiteX0" fmla="*/ 0 w 9142815"/>
              <a:gd name="connsiteY0" fmla="*/ 0 h 1774895"/>
              <a:gd name="connsiteX1" fmla="*/ 835915 w 9142815"/>
              <a:gd name="connsiteY1" fmla="*/ 0 h 1774895"/>
              <a:gd name="connsiteX2" fmla="*/ 1488973 w 9142815"/>
              <a:gd name="connsiteY2" fmla="*/ 0 h 1774895"/>
              <a:gd name="connsiteX3" fmla="*/ 2142031 w 9142815"/>
              <a:gd name="connsiteY3" fmla="*/ 0 h 1774895"/>
              <a:gd name="connsiteX4" fmla="*/ 2612233 w 9142815"/>
              <a:gd name="connsiteY4" fmla="*/ 0 h 1774895"/>
              <a:gd name="connsiteX5" fmla="*/ 3265291 w 9142815"/>
              <a:gd name="connsiteY5" fmla="*/ 0 h 1774895"/>
              <a:gd name="connsiteX6" fmla="*/ 3918349 w 9142815"/>
              <a:gd name="connsiteY6" fmla="*/ 0 h 1774895"/>
              <a:gd name="connsiteX7" fmla="*/ 4754264 w 9142815"/>
              <a:gd name="connsiteY7" fmla="*/ 0 h 1774895"/>
              <a:gd name="connsiteX8" fmla="*/ 5590178 w 9142815"/>
              <a:gd name="connsiteY8" fmla="*/ 0 h 1774895"/>
              <a:gd name="connsiteX9" fmla="*/ 6243237 w 9142815"/>
              <a:gd name="connsiteY9" fmla="*/ 0 h 1774895"/>
              <a:gd name="connsiteX10" fmla="*/ 6896295 w 9142815"/>
              <a:gd name="connsiteY10" fmla="*/ 0 h 1774895"/>
              <a:gd name="connsiteX11" fmla="*/ 7275069 w 9142815"/>
              <a:gd name="connsiteY11" fmla="*/ 0 h 1774895"/>
              <a:gd name="connsiteX12" fmla="*/ 8110983 w 9142815"/>
              <a:gd name="connsiteY12" fmla="*/ 0 h 1774895"/>
              <a:gd name="connsiteX13" fmla="*/ 9142815 w 9142815"/>
              <a:gd name="connsiteY13" fmla="*/ 0 h 1774895"/>
              <a:gd name="connsiteX14" fmla="*/ 9142815 w 9142815"/>
              <a:gd name="connsiteY14" fmla="*/ 609381 h 1774895"/>
              <a:gd name="connsiteX15" fmla="*/ 9142815 w 9142815"/>
              <a:gd name="connsiteY15" fmla="*/ 1183263 h 1774895"/>
              <a:gd name="connsiteX16" fmla="*/ 9142815 w 9142815"/>
              <a:gd name="connsiteY16" fmla="*/ 1774895 h 1774895"/>
              <a:gd name="connsiteX17" fmla="*/ 8489757 w 9142815"/>
              <a:gd name="connsiteY17" fmla="*/ 1774895 h 1774895"/>
              <a:gd name="connsiteX18" fmla="*/ 7928127 w 9142815"/>
              <a:gd name="connsiteY18" fmla="*/ 1774895 h 1774895"/>
              <a:gd name="connsiteX19" fmla="*/ 7457925 w 9142815"/>
              <a:gd name="connsiteY19" fmla="*/ 1774895 h 1774895"/>
              <a:gd name="connsiteX20" fmla="*/ 6713438 w 9142815"/>
              <a:gd name="connsiteY20" fmla="*/ 1774895 h 1774895"/>
              <a:gd name="connsiteX21" fmla="*/ 6060380 w 9142815"/>
              <a:gd name="connsiteY21" fmla="*/ 1774895 h 1774895"/>
              <a:gd name="connsiteX22" fmla="*/ 5681606 w 9142815"/>
              <a:gd name="connsiteY22" fmla="*/ 1774895 h 1774895"/>
              <a:gd name="connsiteX23" fmla="*/ 5028548 w 9142815"/>
              <a:gd name="connsiteY23" fmla="*/ 1774895 h 1774895"/>
              <a:gd name="connsiteX24" fmla="*/ 4649774 w 9142815"/>
              <a:gd name="connsiteY24" fmla="*/ 1774895 h 1774895"/>
              <a:gd name="connsiteX25" fmla="*/ 3905288 w 9142815"/>
              <a:gd name="connsiteY25" fmla="*/ 1774895 h 1774895"/>
              <a:gd name="connsiteX26" fmla="*/ 3069374 w 9142815"/>
              <a:gd name="connsiteY26" fmla="*/ 1774895 h 1774895"/>
              <a:gd name="connsiteX27" fmla="*/ 2233459 w 9142815"/>
              <a:gd name="connsiteY27" fmla="*/ 1774895 h 1774895"/>
              <a:gd name="connsiteX28" fmla="*/ 1488973 w 9142815"/>
              <a:gd name="connsiteY28" fmla="*/ 1774895 h 1774895"/>
              <a:gd name="connsiteX29" fmla="*/ 1110199 w 9142815"/>
              <a:gd name="connsiteY29" fmla="*/ 1774895 h 1774895"/>
              <a:gd name="connsiteX30" fmla="*/ 0 w 9142815"/>
              <a:gd name="connsiteY30" fmla="*/ 1774895 h 1774895"/>
              <a:gd name="connsiteX31" fmla="*/ 0 w 9142815"/>
              <a:gd name="connsiteY31" fmla="*/ 1165514 h 1774895"/>
              <a:gd name="connsiteX32" fmla="*/ 0 w 9142815"/>
              <a:gd name="connsiteY32" fmla="*/ 609381 h 1774895"/>
              <a:gd name="connsiteX33" fmla="*/ 0 w 9142815"/>
              <a:gd name="connsiteY33" fmla="*/ 0 h 177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9142815" h="1774895" fill="none" extrusionOk="0">
                <a:moveTo>
                  <a:pt x="0" y="0"/>
                </a:moveTo>
                <a:cubicBezTo>
                  <a:pt x="352025" y="4575"/>
                  <a:pt x="555611" y="-37791"/>
                  <a:pt x="835915" y="0"/>
                </a:cubicBezTo>
                <a:cubicBezTo>
                  <a:pt x="1116219" y="37791"/>
                  <a:pt x="1303839" y="6070"/>
                  <a:pt x="1488973" y="0"/>
                </a:cubicBezTo>
                <a:cubicBezTo>
                  <a:pt x="1674107" y="-6070"/>
                  <a:pt x="1989383" y="-467"/>
                  <a:pt x="2142031" y="0"/>
                </a:cubicBezTo>
                <a:cubicBezTo>
                  <a:pt x="2294679" y="467"/>
                  <a:pt x="2392270" y="-2647"/>
                  <a:pt x="2612233" y="0"/>
                </a:cubicBezTo>
                <a:cubicBezTo>
                  <a:pt x="2832196" y="2647"/>
                  <a:pt x="2998814" y="6557"/>
                  <a:pt x="3265291" y="0"/>
                </a:cubicBezTo>
                <a:cubicBezTo>
                  <a:pt x="3531768" y="-6557"/>
                  <a:pt x="3617669" y="13734"/>
                  <a:pt x="3918349" y="0"/>
                </a:cubicBezTo>
                <a:cubicBezTo>
                  <a:pt x="4219029" y="-13734"/>
                  <a:pt x="4338726" y="-28352"/>
                  <a:pt x="4754264" y="0"/>
                </a:cubicBezTo>
                <a:cubicBezTo>
                  <a:pt x="5169802" y="28352"/>
                  <a:pt x="5247346" y="-4101"/>
                  <a:pt x="5590178" y="0"/>
                </a:cubicBezTo>
                <a:cubicBezTo>
                  <a:pt x="5933010" y="4101"/>
                  <a:pt x="6056781" y="-16948"/>
                  <a:pt x="6243237" y="0"/>
                </a:cubicBezTo>
                <a:cubicBezTo>
                  <a:pt x="6429693" y="16948"/>
                  <a:pt x="6690159" y="-24603"/>
                  <a:pt x="6896295" y="0"/>
                </a:cubicBezTo>
                <a:cubicBezTo>
                  <a:pt x="7102431" y="24603"/>
                  <a:pt x="7198499" y="12512"/>
                  <a:pt x="7275069" y="0"/>
                </a:cubicBezTo>
                <a:cubicBezTo>
                  <a:pt x="7351639" y="-12512"/>
                  <a:pt x="7759962" y="-7219"/>
                  <a:pt x="8110983" y="0"/>
                </a:cubicBezTo>
                <a:cubicBezTo>
                  <a:pt x="8462004" y="7219"/>
                  <a:pt x="8729259" y="-51033"/>
                  <a:pt x="9142815" y="0"/>
                </a:cubicBezTo>
                <a:cubicBezTo>
                  <a:pt x="9172494" y="158953"/>
                  <a:pt x="9152616" y="404143"/>
                  <a:pt x="9142815" y="609381"/>
                </a:cubicBezTo>
                <a:cubicBezTo>
                  <a:pt x="9133014" y="814619"/>
                  <a:pt x="9121159" y="987522"/>
                  <a:pt x="9142815" y="1183263"/>
                </a:cubicBezTo>
                <a:cubicBezTo>
                  <a:pt x="9164471" y="1379004"/>
                  <a:pt x="9133514" y="1502459"/>
                  <a:pt x="9142815" y="1774895"/>
                </a:cubicBezTo>
                <a:cubicBezTo>
                  <a:pt x="8953961" y="1781193"/>
                  <a:pt x="8681694" y="1768097"/>
                  <a:pt x="8489757" y="1774895"/>
                </a:cubicBezTo>
                <a:cubicBezTo>
                  <a:pt x="8297820" y="1781693"/>
                  <a:pt x="8068570" y="1775774"/>
                  <a:pt x="7928127" y="1774895"/>
                </a:cubicBezTo>
                <a:cubicBezTo>
                  <a:pt x="7787684" y="1774017"/>
                  <a:pt x="7634868" y="1753686"/>
                  <a:pt x="7457925" y="1774895"/>
                </a:cubicBezTo>
                <a:cubicBezTo>
                  <a:pt x="7280982" y="1796104"/>
                  <a:pt x="6938885" y="1747141"/>
                  <a:pt x="6713438" y="1774895"/>
                </a:cubicBezTo>
                <a:cubicBezTo>
                  <a:pt x="6487991" y="1802649"/>
                  <a:pt x="6227759" y="1752158"/>
                  <a:pt x="6060380" y="1774895"/>
                </a:cubicBezTo>
                <a:cubicBezTo>
                  <a:pt x="5893001" y="1797632"/>
                  <a:pt x="5792692" y="1757571"/>
                  <a:pt x="5681606" y="1774895"/>
                </a:cubicBezTo>
                <a:cubicBezTo>
                  <a:pt x="5570520" y="1792219"/>
                  <a:pt x="5343117" y="1772891"/>
                  <a:pt x="5028548" y="1774895"/>
                </a:cubicBezTo>
                <a:cubicBezTo>
                  <a:pt x="4713979" y="1776899"/>
                  <a:pt x="4763460" y="1768341"/>
                  <a:pt x="4649774" y="1774895"/>
                </a:cubicBezTo>
                <a:cubicBezTo>
                  <a:pt x="4536088" y="1781449"/>
                  <a:pt x="4213146" y="1738238"/>
                  <a:pt x="3905288" y="1774895"/>
                </a:cubicBezTo>
                <a:cubicBezTo>
                  <a:pt x="3597430" y="1811552"/>
                  <a:pt x="3329278" y="1755163"/>
                  <a:pt x="3069374" y="1774895"/>
                </a:cubicBezTo>
                <a:cubicBezTo>
                  <a:pt x="2809470" y="1794627"/>
                  <a:pt x="2478859" y="1801490"/>
                  <a:pt x="2233459" y="1774895"/>
                </a:cubicBezTo>
                <a:cubicBezTo>
                  <a:pt x="1988060" y="1748300"/>
                  <a:pt x="1661013" y="1749340"/>
                  <a:pt x="1488973" y="1774895"/>
                </a:cubicBezTo>
                <a:cubicBezTo>
                  <a:pt x="1316933" y="1800450"/>
                  <a:pt x="1205883" y="1792200"/>
                  <a:pt x="1110199" y="1774895"/>
                </a:cubicBezTo>
                <a:cubicBezTo>
                  <a:pt x="1014515" y="1757590"/>
                  <a:pt x="523243" y="1724501"/>
                  <a:pt x="0" y="1774895"/>
                </a:cubicBezTo>
                <a:cubicBezTo>
                  <a:pt x="-10998" y="1505804"/>
                  <a:pt x="5039" y="1314223"/>
                  <a:pt x="0" y="1165514"/>
                </a:cubicBezTo>
                <a:cubicBezTo>
                  <a:pt x="-5039" y="1016805"/>
                  <a:pt x="4025" y="783858"/>
                  <a:pt x="0" y="609381"/>
                </a:cubicBezTo>
                <a:cubicBezTo>
                  <a:pt x="-4025" y="434904"/>
                  <a:pt x="20889" y="238268"/>
                  <a:pt x="0" y="0"/>
                </a:cubicBezTo>
                <a:close/>
              </a:path>
              <a:path w="9142815" h="1774895" stroke="0" extrusionOk="0">
                <a:moveTo>
                  <a:pt x="0" y="0"/>
                </a:moveTo>
                <a:cubicBezTo>
                  <a:pt x="168348" y="-22842"/>
                  <a:pt x="546476" y="40751"/>
                  <a:pt x="835915" y="0"/>
                </a:cubicBezTo>
                <a:cubicBezTo>
                  <a:pt x="1125355" y="-40751"/>
                  <a:pt x="1205701" y="-16173"/>
                  <a:pt x="1306116" y="0"/>
                </a:cubicBezTo>
                <a:cubicBezTo>
                  <a:pt x="1406531" y="16173"/>
                  <a:pt x="1739060" y="-35741"/>
                  <a:pt x="2142031" y="0"/>
                </a:cubicBezTo>
                <a:cubicBezTo>
                  <a:pt x="2545002" y="35741"/>
                  <a:pt x="2653011" y="-19557"/>
                  <a:pt x="2795089" y="0"/>
                </a:cubicBezTo>
                <a:cubicBezTo>
                  <a:pt x="2937167" y="19557"/>
                  <a:pt x="3025904" y="-2886"/>
                  <a:pt x="3173863" y="0"/>
                </a:cubicBezTo>
                <a:cubicBezTo>
                  <a:pt x="3321822" y="2886"/>
                  <a:pt x="3653685" y="-18571"/>
                  <a:pt x="3826921" y="0"/>
                </a:cubicBezTo>
                <a:cubicBezTo>
                  <a:pt x="4000157" y="18571"/>
                  <a:pt x="4194752" y="26797"/>
                  <a:pt x="4388551" y="0"/>
                </a:cubicBezTo>
                <a:cubicBezTo>
                  <a:pt x="4582350" y="-26797"/>
                  <a:pt x="4973641" y="35959"/>
                  <a:pt x="5133038" y="0"/>
                </a:cubicBezTo>
                <a:cubicBezTo>
                  <a:pt x="5292435" y="-35959"/>
                  <a:pt x="5703372" y="-466"/>
                  <a:pt x="5968952" y="0"/>
                </a:cubicBezTo>
                <a:cubicBezTo>
                  <a:pt x="6234532" y="466"/>
                  <a:pt x="6253640" y="1959"/>
                  <a:pt x="6347726" y="0"/>
                </a:cubicBezTo>
                <a:cubicBezTo>
                  <a:pt x="6441812" y="-1959"/>
                  <a:pt x="6630305" y="-18531"/>
                  <a:pt x="6726500" y="0"/>
                </a:cubicBezTo>
                <a:cubicBezTo>
                  <a:pt x="6822695" y="18531"/>
                  <a:pt x="7170011" y="-522"/>
                  <a:pt x="7288130" y="0"/>
                </a:cubicBezTo>
                <a:cubicBezTo>
                  <a:pt x="7406249" y="522"/>
                  <a:pt x="7524112" y="-14562"/>
                  <a:pt x="7758332" y="0"/>
                </a:cubicBezTo>
                <a:cubicBezTo>
                  <a:pt x="7992552" y="14562"/>
                  <a:pt x="8250549" y="20800"/>
                  <a:pt x="8502818" y="0"/>
                </a:cubicBezTo>
                <a:cubicBezTo>
                  <a:pt x="8755087" y="-20800"/>
                  <a:pt x="8890754" y="-14794"/>
                  <a:pt x="9142815" y="0"/>
                </a:cubicBezTo>
                <a:cubicBezTo>
                  <a:pt x="9123930" y="117717"/>
                  <a:pt x="9146747" y="338563"/>
                  <a:pt x="9142815" y="556134"/>
                </a:cubicBezTo>
                <a:cubicBezTo>
                  <a:pt x="9138883" y="773705"/>
                  <a:pt x="9140015" y="980286"/>
                  <a:pt x="9142815" y="1165514"/>
                </a:cubicBezTo>
                <a:cubicBezTo>
                  <a:pt x="9145615" y="1350742"/>
                  <a:pt x="9140745" y="1643125"/>
                  <a:pt x="9142815" y="1774895"/>
                </a:cubicBezTo>
                <a:cubicBezTo>
                  <a:pt x="9017184" y="1791655"/>
                  <a:pt x="8887300" y="1790511"/>
                  <a:pt x="8764041" y="1774895"/>
                </a:cubicBezTo>
                <a:cubicBezTo>
                  <a:pt x="8640782" y="1759279"/>
                  <a:pt x="8535534" y="1776276"/>
                  <a:pt x="8385267" y="1774895"/>
                </a:cubicBezTo>
                <a:cubicBezTo>
                  <a:pt x="8235000" y="1773514"/>
                  <a:pt x="8027064" y="1776932"/>
                  <a:pt x="7915066" y="1774895"/>
                </a:cubicBezTo>
                <a:cubicBezTo>
                  <a:pt x="7803068" y="1772858"/>
                  <a:pt x="7604755" y="1774208"/>
                  <a:pt x="7444864" y="1774895"/>
                </a:cubicBezTo>
                <a:cubicBezTo>
                  <a:pt x="7284973" y="1775582"/>
                  <a:pt x="6952845" y="1748885"/>
                  <a:pt x="6791805" y="1774895"/>
                </a:cubicBezTo>
                <a:cubicBezTo>
                  <a:pt x="6630765" y="1800905"/>
                  <a:pt x="6340449" y="1760065"/>
                  <a:pt x="6138747" y="1774895"/>
                </a:cubicBezTo>
                <a:cubicBezTo>
                  <a:pt x="5937045" y="1789725"/>
                  <a:pt x="5840004" y="1782290"/>
                  <a:pt x="5668545" y="1774895"/>
                </a:cubicBezTo>
                <a:cubicBezTo>
                  <a:pt x="5497086" y="1767500"/>
                  <a:pt x="5140297" y="1787136"/>
                  <a:pt x="4924059" y="1774895"/>
                </a:cubicBezTo>
                <a:cubicBezTo>
                  <a:pt x="4707821" y="1762654"/>
                  <a:pt x="4375148" y="1806422"/>
                  <a:pt x="4179573" y="1774895"/>
                </a:cubicBezTo>
                <a:cubicBezTo>
                  <a:pt x="3983998" y="1743368"/>
                  <a:pt x="3814654" y="1785934"/>
                  <a:pt x="3526514" y="1774895"/>
                </a:cubicBezTo>
                <a:cubicBezTo>
                  <a:pt x="3238374" y="1763856"/>
                  <a:pt x="3159028" y="1798062"/>
                  <a:pt x="2964884" y="1774895"/>
                </a:cubicBezTo>
                <a:cubicBezTo>
                  <a:pt x="2770740" y="1751729"/>
                  <a:pt x="2513506" y="1746608"/>
                  <a:pt x="2220398" y="1774895"/>
                </a:cubicBezTo>
                <a:cubicBezTo>
                  <a:pt x="1927290" y="1803182"/>
                  <a:pt x="1553146" y="1758838"/>
                  <a:pt x="1384483" y="1774895"/>
                </a:cubicBezTo>
                <a:cubicBezTo>
                  <a:pt x="1215821" y="1790952"/>
                  <a:pt x="1165061" y="1771922"/>
                  <a:pt x="1005710" y="1774895"/>
                </a:cubicBezTo>
                <a:cubicBezTo>
                  <a:pt x="846359" y="1777868"/>
                  <a:pt x="364812" y="1737042"/>
                  <a:pt x="0" y="1774895"/>
                </a:cubicBezTo>
                <a:cubicBezTo>
                  <a:pt x="20280" y="1493798"/>
                  <a:pt x="16805" y="1426077"/>
                  <a:pt x="0" y="1165514"/>
                </a:cubicBezTo>
                <a:cubicBezTo>
                  <a:pt x="-16805" y="904951"/>
                  <a:pt x="-18118" y="699088"/>
                  <a:pt x="0" y="556134"/>
                </a:cubicBezTo>
                <a:cubicBezTo>
                  <a:pt x="18118" y="413180"/>
                  <a:pt x="-8458" y="164581"/>
                  <a:pt x="0" y="0"/>
                </a:cubicBezTo>
                <a:close/>
              </a:path>
            </a:pathLst>
          </a:custGeom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950933413">
                  <ask:type>
                    <ask:lineSketchFreehand/>
                  </ask:type>
                </ask:lineSketchStyleProps>
              </a:ext>
            </a:extLst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PH" sz="2400" dirty="0"/>
              <a:t>From our example, we can group them together based on their type.</a:t>
            </a:r>
          </a:p>
          <a:p>
            <a:pPr marL="0" indent="0" algn="l">
              <a:buNone/>
            </a:pPr>
            <a:r>
              <a:rPr lang="en-PH" sz="2400" b="1" dirty="0"/>
              <a:t>Sedans </a:t>
            </a:r>
            <a:r>
              <a:rPr lang="en-PH" sz="2400" dirty="0"/>
              <a:t>are type of cars which are generally smaller and lighter compared to </a:t>
            </a:r>
            <a:r>
              <a:rPr lang="en-PH" sz="2400" b="1" dirty="0"/>
              <a:t>SUVs </a:t>
            </a:r>
            <a:r>
              <a:rPr lang="en-PH" sz="2400" dirty="0"/>
              <a:t>which</a:t>
            </a:r>
            <a:r>
              <a:rPr lang="en-PH" sz="2400" b="1" dirty="0"/>
              <a:t> </a:t>
            </a:r>
            <a:r>
              <a:rPr lang="en-PH" sz="2400" dirty="0"/>
              <a:t>are larger and heavier.</a:t>
            </a:r>
          </a:p>
          <a:p>
            <a:pPr marL="0" indent="0" algn="l">
              <a:buNone/>
            </a:pPr>
            <a:r>
              <a:rPr lang="en-PH" sz="2400" dirty="0"/>
              <a:t>Let us create two clusters, </a:t>
            </a:r>
            <a:r>
              <a:rPr lang="en-PH" sz="2400" b="1" dirty="0"/>
              <a:t>Sedan</a:t>
            </a:r>
            <a:r>
              <a:rPr lang="en-PH" sz="2400" dirty="0"/>
              <a:t> and </a:t>
            </a:r>
            <a:r>
              <a:rPr lang="en-PH" sz="2400" b="1" dirty="0"/>
              <a:t>SUV.</a:t>
            </a:r>
          </a:p>
        </p:txBody>
      </p:sp>
    </p:spTree>
    <p:extLst>
      <p:ext uri="{BB962C8B-B14F-4D97-AF65-F5344CB8AC3E}">
        <p14:creationId xmlns:p14="http://schemas.microsoft.com/office/powerpoint/2010/main" val="1311268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7C657-F249-30CC-393F-455C3B08A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red car with a white background&#10;&#10;Description automatically generated">
            <a:extLst>
              <a:ext uri="{FF2B5EF4-FFF2-40B4-BE49-F238E27FC236}">
                <a16:creationId xmlns:a16="http://schemas.microsoft.com/office/drawing/2014/main" id="{95D10418-6585-24D2-80FF-E46FD619A4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9" t="23866" r="5962" b="9987"/>
          <a:stretch/>
        </p:blipFill>
        <p:spPr>
          <a:xfrm>
            <a:off x="4014707" y="5164814"/>
            <a:ext cx="2108477" cy="86038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 descr="A black suv with silver trim&#10;&#10;Description automatically generated">
            <a:extLst>
              <a:ext uri="{FF2B5EF4-FFF2-40B4-BE49-F238E27FC236}">
                <a16:creationId xmlns:a16="http://schemas.microsoft.com/office/drawing/2014/main" id="{AB7AD75A-84BD-D1C0-BFBD-9C2EEC9BD1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3" t="9314" r="3624" b="10870"/>
          <a:stretch/>
        </p:blipFill>
        <p:spPr>
          <a:xfrm>
            <a:off x="6998550" y="5109565"/>
            <a:ext cx="1696362" cy="91563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6" name="Picture 15" descr="A blue suv with a white background&#10;&#10;Description automatically generated">
            <a:extLst>
              <a:ext uri="{FF2B5EF4-FFF2-40B4-BE49-F238E27FC236}">
                <a16:creationId xmlns:a16="http://schemas.microsoft.com/office/drawing/2014/main" id="{06ECD599-8521-803F-2893-979D8241F3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81" t="9314" r="3596" b="10870"/>
          <a:stretch/>
        </p:blipFill>
        <p:spPr>
          <a:xfrm>
            <a:off x="9032009" y="5109565"/>
            <a:ext cx="1696362" cy="91563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8" name="Picture 17" descr="A car parked on a white surface&#10;&#10;Description automatically generated">
            <a:extLst>
              <a:ext uri="{FF2B5EF4-FFF2-40B4-BE49-F238E27FC236}">
                <a16:creationId xmlns:a16="http://schemas.microsoft.com/office/drawing/2014/main" id="{7D4C5974-2D9A-3526-AC2F-60A44DF8A6C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58" t="29158" r="11572" b="23658"/>
          <a:stretch/>
        </p:blipFill>
        <p:spPr>
          <a:xfrm>
            <a:off x="1463626" y="5164814"/>
            <a:ext cx="2281568" cy="86038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9706D107-C844-4795-C431-D6C793ADBC7F}"/>
              </a:ext>
            </a:extLst>
          </p:cNvPr>
          <p:cNvGrpSpPr/>
          <p:nvPr/>
        </p:nvGrpSpPr>
        <p:grpSpPr>
          <a:xfrm>
            <a:off x="2288487" y="3837774"/>
            <a:ext cx="3077375" cy="676684"/>
            <a:chOff x="2129994" y="3386044"/>
            <a:chExt cx="3594100" cy="84940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BE0FA4B-ABCF-D21D-7668-2CF018E34638}"/>
                </a:ext>
              </a:extLst>
            </p:cNvPr>
            <p:cNvGrpSpPr/>
            <p:nvPr/>
          </p:nvGrpSpPr>
          <p:grpSpPr>
            <a:xfrm>
              <a:off x="2185309" y="3403600"/>
              <a:ext cx="3445658" cy="781236"/>
              <a:chOff x="2185309" y="3403600"/>
              <a:chExt cx="3445658" cy="781236"/>
            </a:xfrm>
          </p:grpSpPr>
          <p:pic>
            <p:nvPicPr>
              <p:cNvPr id="22" name="Picture 21" descr="A red car with a white background&#10;&#10;Description automatically generated">
                <a:extLst>
                  <a:ext uri="{FF2B5EF4-FFF2-40B4-BE49-F238E27FC236}">
                    <a16:creationId xmlns:a16="http://schemas.microsoft.com/office/drawing/2014/main" id="{2F98F871-E01A-B039-ECF9-886D1134AE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7713" t="21560" r="6467" b="11412"/>
              <a:stretch/>
            </p:blipFill>
            <p:spPr>
              <a:xfrm>
                <a:off x="4020442" y="3403600"/>
                <a:ext cx="1610525" cy="720000"/>
              </a:xfrm>
              <a:prstGeom prst="rect">
                <a:avLst/>
              </a:prstGeom>
              <a:ln w="38100">
                <a:noFill/>
              </a:ln>
            </p:spPr>
          </p:pic>
          <p:pic>
            <p:nvPicPr>
              <p:cNvPr id="23" name="Picture 22" descr="A car parked on a white surface&#10;&#10;Description automatically generated">
                <a:extLst>
                  <a:ext uri="{FF2B5EF4-FFF2-40B4-BE49-F238E27FC236}">
                    <a16:creationId xmlns:a16="http://schemas.microsoft.com/office/drawing/2014/main" id="{E53F85C2-EA39-4DF1-FC5C-08A605D8BA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11989" t="29067" r="12322" b="24424"/>
              <a:stretch/>
            </p:blipFill>
            <p:spPr>
              <a:xfrm>
                <a:off x="2185309" y="3464836"/>
                <a:ext cx="1760768" cy="720000"/>
              </a:xfrm>
              <a:prstGeom prst="rect">
                <a:avLst/>
              </a:prstGeom>
              <a:ln w="38100">
                <a:noFill/>
              </a:ln>
            </p:spPr>
          </p:pic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2CCC611-08B2-D184-A7F4-96F10F20BFF6}"/>
                </a:ext>
              </a:extLst>
            </p:cNvPr>
            <p:cNvSpPr/>
            <p:nvPr/>
          </p:nvSpPr>
          <p:spPr>
            <a:xfrm>
              <a:off x="2129994" y="3386044"/>
              <a:ext cx="3594100" cy="84940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6BDD1AE-2F24-5F39-E6F6-C26184C07A13}"/>
              </a:ext>
            </a:extLst>
          </p:cNvPr>
          <p:cNvGrpSpPr/>
          <p:nvPr/>
        </p:nvGrpSpPr>
        <p:grpSpPr>
          <a:xfrm>
            <a:off x="7687388" y="3769212"/>
            <a:ext cx="2334167" cy="803150"/>
            <a:chOff x="7871174" y="3513045"/>
            <a:chExt cx="2726099" cy="1008155"/>
          </a:xfrm>
        </p:grpSpPr>
        <p:pic>
          <p:nvPicPr>
            <p:cNvPr id="27" name="Picture 26" descr="A black suv with silver trim&#10;&#10;Description automatically generated">
              <a:extLst>
                <a:ext uri="{FF2B5EF4-FFF2-40B4-BE49-F238E27FC236}">
                  <a16:creationId xmlns:a16="http://schemas.microsoft.com/office/drawing/2014/main" id="{BAA71949-5FD7-16E7-1737-8E27FF58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446" t="9314" r="4208" b="14840"/>
            <a:stretch/>
          </p:blipFill>
          <p:spPr>
            <a:xfrm>
              <a:off x="7871175" y="3663812"/>
              <a:ext cx="1293489" cy="72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28" name="Picture 27" descr="A blue suv with a white background&#10;&#10;Description automatically generated">
              <a:extLst>
                <a:ext uri="{FF2B5EF4-FFF2-40B4-BE49-F238E27FC236}">
                  <a16:creationId xmlns:a16="http://schemas.microsoft.com/office/drawing/2014/main" id="{53CA9C4A-116C-9065-3C91-A6961CB2D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465" t="9313" r="5057" b="11752"/>
            <a:stretch/>
          </p:blipFill>
          <p:spPr>
            <a:xfrm>
              <a:off x="9305716" y="3663812"/>
              <a:ext cx="1217192" cy="720000"/>
            </a:xfrm>
            <a:prstGeom prst="rect">
              <a:avLst/>
            </a:prstGeom>
            <a:ln w="38100">
              <a:noFill/>
            </a:ln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616CCED-108D-ED21-D14C-D05424F64A69}"/>
                </a:ext>
              </a:extLst>
            </p:cNvPr>
            <p:cNvSpPr/>
            <p:nvPr/>
          </p:nvSpPr>
          <p:spPr>
            <a:xfrm>
              <a:off x="7871174" y="3513045"/>
              <a:ext cx="2726099" cy="1008155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BAED680-88B0-B5C3-65D5-C8A37037AA55}"/>
              </a:ext>
            </a:extLst>
          </p:cNvPr>
          <p:cNvGrpSpPr/>
          <p:nvPr/>
        </p:nvGrpSpPr>
        <p:grpSpPr>
          <a:xfrm>
            <a:off x="5134786" y="1996440"/>
            <a:ext cx="2821834" cy="1221884"/>
            <a:chOff x="4813300" y="1615828"/>
            <a:chExt cx="3295651" cy="1533772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D225633E-8458-8EFA-9C32-06058D96AC0B}"/>
                </a:ext>
              </a:extLst>
            </p:cNvPr>
            <p:cNvGrpSpPr/>
            <p:nvPr/>
          </p:nvGrpSpPr>
          <p:grpSpPr>
            <a:xfrm>
              <a:off x="4860413" y="1639033"/>
              <a:ext cx="3204088" cy="1464245"/>
              <a:chOff x="4860413" y="1639033"/>
              <a:chExt cx="3204088" cy="1464245"/>
            </a:xfrm>
          </p:grpSpPr>
          <p:pic>
            <p:nvPicPr>
              <p:cNvPr id="34" name="Picture 33" descr="A red car with a white background&#10;&#10;Description automatically generated">
                <a:extLst>
                  <a:ext uri="{FF2B5EF4-FFF2-40B4-BE49-F238E27FC236}">
                    <a16:creationId xmlns:a16="http://schemas.microsoft.com/office/drawing/2014/main" id="{E0A72330-5A69-5983-4258-BEEE0BEC63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7713" t="21560" r="6467" b="11412"/>
              <a:stretch/>
            </p:blipFill>
            <p:spPr>
              <a:xfrm>
                <a:off x="4934490" y="1663933"/>
                <a:ext cx="1610525" cy="720000"/>
              </a:xfrm>
              <a:prstGeom prst="rect">
                <a:avLst/>
              </a:prstGeom>
              <a:ln w="38100">
                <a:noFill/>
              </a:ln>
            </p:spPr>
          </p:pic>
          <p:pic>
            <p:nvPicPr>
              <p:cNvPr id="35" name="Picture 34" descr="A car parked on a white surface&#10;&#10;Description automatically generated">
                <a:extLst>
                  <a:ext uri="{FF2B5EF4-FFF2-40B4-BE49-F238E27FC236}">
                    <a16:creationId xmlns:a16="http://schemas.microsoft.com/office/drawing/2014/main" id="{A015F336-8246-0501-EEFC-A5F0800366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11989" t="29067" r="12322" b="24424"/>
              <a:stretch/>
            </p:blipFill>
            <p:spPr>
              <a:xfrm>
                <a:off x="4860413" y="2383278"/>
                <a:ext cx="1760768" cy="720000"/>
              </a:xfrm>
              <a:prstGeom prst="rect">
                <a:avLst/>
              </a:prstGeom>
              <a:ln w="38100">
                <a:noFill/>
              </a:ln>
            </p:spPr>
          </p:pic>
          <p:pic>
            <p:nvPicPr>
              <p:cNvPr id="37" name="Picture 36" descr="A black suv with silver trim&#10;&#10;Description automatically generated">
                <a:extLst>
                  <a:ext uri="{FF2B5EF4-FFF2-40B4-BE49-F238E27FC236}">
                    <a16:creationId xmlns:a16="http://schemas.microsoft.com/office/drawing/2014/main" id="{FCC6F7B9-DCF4-1F86-80E6-34FBC0387F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446" t="9314" r="4208" b="14840"/>
              <a:stretch/>
            </p:blipFill>
            <p:spPr>
              <a:xfrm>
                <a:off x="6771011" y="1639033"/>
                <a:ext cx="1293490" cy="720000"/>
              </a:xfrm>
              <a:prstGeom prst="rect">
                <a:avLst/>
              </a:prstGeom>
              <a:ln w="38100">
                <a:noFill/>
              </a:ln>
            </p:spPr>
          </p:pic>
          <p:pic>
            <p:nvPicPr>
              <p:cNvPr id="38" name="Picture 37" descr="A blue suv with a white background&#10;&#10;Description automatically generated">
                <a:extLst>
                  <a:ext uri="{FF2B5EF4-FFF2-40B4-BE49-F238E27FC236}">
                    <a16:creationId xmlns:a16="http://schemas.microsoft.com/office/drawing/2014/main" id="{DB4398B0-86DA-0500-DEF6-5BA74AE808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465" t="9313" r="5057" b="11752"/>
              <a:stretch/>
            </p:blipFill>
            <p:spPr>
              <a:xfrm>
                <a:off x="6770042" y="2375520"/>
                <a:ext cx="1217192" cy="720000"/>
              </a:xfrm>
              <a:prstGeom prst="rect">
                <a:avLst/>
              </a:prstGeom>
              <a:ln w="38100">
                <a:noFill/>
              </a:ln>
            </p:spPr>
          </p:pic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F68538A-02E5-53A0-AA63-53CB4CCF5714}"/>
                </a:ext>
              </a:extLst>
            </p:cNvPr>
            <p:cNvSpPr/>
            <p:nvPr/>
          </p:nvSpPr>
          <p:spPr>
            <a:xfrm>
              <a:off x="4813300" y="1615828"/>
              <a:ext cx="3295651" cy="1533772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130F5D99-F343-79CF-8147-6C7C8068D2F5}"/>
              </a:ext>
            </a:extLst>
          </p:cNvPr>
          <p:cNvCxnSpPr>
            <a:cxnSpLocks/>
            <a:stCxn id="41" idx="2"/>
            <a:endCxn id="25" idx="0"/>
          </p:cNvCxnSpPr>
          <p:nvPr/>
        </p:nvCxnSpPr>
        <p:spPr>
          <a:xfrm rot="5400000">
            <a:off x="4876714" y="2168784"/>
            <a:ext cx="619450" cy="2718529"/>
          </a:xfrm>
          <a:prstGeom prst="bentConnector3">
            <a:avLst>
              <a:gd name="adj1" fmla="val 49692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C2E7833-9F77-93DE-73EA-9AF9BD3409F2}"/>
              </a:ext>
            </a:extLst>
          </p:cNvPr>
          <p:cNvCxnSpPr>
            <a:cxnSpLocks/>
            <a:stCxn id="29" idx="0"/>
            <a:endCxn id="41" idx="2"/>
          </p:cNvCxnSpPr>
          <p:nvPr/>
        </p:nvCxnSpPr>
        <p:spPr>
          <a:xfrm rot="16200000" flipV="1">
            <a:off x="7424644" y="2339384"/>
            <a:ext cx="550887" cy="2308768"/>
          </a:xfrm>
          <a:prstGeom prst="bentConnector3">
            <a:avLst>
              <a:gd name="adj1" fmla="val 4391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FE9B4BD1-4F76-4FC7-1F3B-171ED6F6FAA0}"/>
              </a:ext>
            </a:extLst>
          </p:cNvPr>
          <p:cNvCxnSpPr>
            <a:cxnSpLocks/>
            <a:stCxn id="10" idx="0"/>
            <a:endCxn id="25" idx="2"/>
          </p:cNvCxnSpPr>
          <p:nvPr/>
        </p:nvCxnSpPr>
        <p:spPr>
          <a:xfrm rot="16200000" flipV="1">
            <a:off x="4122883" y="4218749"/>
            <a:ext cx="650356" cy="124177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1051DF33-03A6-E3DE-CDDD-40876A260B2D}"/>
              </a:ext>
            </a:extLst>
          </p:cNvPr>
          <p:cNvCxnSpPr>
            <a:cxnSpLocks/>
            <a:stCxn id="18" idx="0"/>
            <a:endCxn id="25" idx="2"/>
          </p:cNvCxnSpPr>
          <p:nvPr/>
        </p:nvCxnSpPr>
        <p:spPr>
          <a:xfrm rot="5400000" flipH="1" flipV="1">
            <a:off x="2890614" y="4228254"/>
            <a:ext cx="650356" cy="122276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7524A8AD-5C46-796D-224B-33DD9DEE3F37}"/>
              </a:ext>
            </a:extLst>
          </p:cNvPr>
          <p:cNvCxnSpPr>
            <a:cxnSpLocks/>
            <a:stCxn id="16" idx="0"/>
            <a:endCxn id="29" idx="2"/>
          </p:cNvCxnSpPr>
          <p:nvPr/>
        </p:nvCxnSpPr>
        <p:spPr>
          <a:xfrm rot="16200000" flipV="1">
            <a:off x="9098730" y="4328104"/>
            <a:ext cx="537203" cy="102571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E864E77A-CDCC-FB3B-6F18-FA23478FBE5A}"/>
              </a:ext>
            </a:extLst>
          </p:cNvPr>
          <p:cNvCxnSpPr>
            <a:cxnSpLocks/>
            <a:stCxn id="14" idx="0"/>
            <a:endCxn id="29" idx="2"/>
          </p:cNvCxnSpPr>
          <p:nvPr/>
        </p:nvCxnSpPr>
        <p:spPr>
          <a:xfrm rot="5400000" flipH="1" flipV="1">
            <a:off x="8082000" y="4337094"/>
            <a:ext cx="537203" cy="100774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ontent Placeholder 2">
            <a:extLst>
              <a:ext uri="{FF2B5EF4-FFF2-40B4-BE49-F238E27FC236}">
                <a16:creationId xmlns:a16="http://schemas.microsoft.com/office/drawing/2014/main" id="{A8AB038D-FFF0-764C-C806-F1E97FF05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5556" y="892105"/>
            <a:ext cx="9736494" cy="849160"/>
          </a:xfrm>
          <a:custGeom>
            <a:avLst/>
            <a:gdLst>
              <a:gd name="connsiteX0" fmla="*/ 0 w 9736494"/>
              <a:gd name="connsiteY0" fmla="*/ 0 h 849160"/>
              <a:gd name="connsiteX1" fmla="*/ 598099 w 9736494"/>
              <a:gd name="connsiteY1" fmla="*/ 0 h 849160"/>
              <a:gd name="connsiteX2" fmla="*/ 1098833 w 9736494"/>
              <a:gd name="connsiteY2" fmla="*/ 0 h 849160"/>
              <a:gd name="connsiteX3" fmla="*/ 1599567 w 9736494"/>
              <a:gd name="connsiteY3" fmla="*/ 0 h 849160"/>
              <a:gd name="connsiteX4" fmla="*/ 2100301 w 9736494"/>
              <a:gd name="connsiteY4" fmla="*/ 0 h 849160"/>
              <a:gd name="connsiteX5" fmla="*/ 2795765 w 9736494"/>
              <a:gd name="connsiteY5" fmla="*/ 0 h 849160"/>
              <a:gd name="connsiteX6" fmla="*/ 3491229 w 9736494"/>
              <a:gd name="connsiteY6" fmla="*/ 0 h 849160"/>
              <a:gd name="connsiteX7" fmla="*/ 3991963 w 9736494"/>
              <a:gd name="connsiteY7" fmla="*/ 0 h 849160"/>
              <a:gd name="connsiteX8" fmla="*/ 4687426 w 9736494"/>
              <a:gd name="connsiteY8" fmla="*/ 0 h 849160"/>
              <a:gd name="connsiteX9" fmla="*/ 5382890 w 9736494"/>
              <a:gd name="connsiteY9" fmla="*/ 0 h 849160"/>
              <a:gd name="connsiteX10" fmla="*/ 6273084 w 9736494"/>
              <a:gd name="connsiteY10" fmla="*/ 0 h 849160"/>
              <a:gd name="connsiteX11" fmla="*/ 7163278 w 9736494"/>
              <a:gd name="connsiteY11" fmla="*/ 0 h 849160"/>
              <a:gd name="connsiteX12" fmla="*/ 7858742 w 9736494"/>
              <a:gd name="connsiteY12" fmla="*/ 0 h 849160"/>
              <a:gd name="connsiteX13" fmla="*/ 8554205 w 9736494"/>
              <a:gd name="connsiteY13" fmla="*/ 0 h 849160"/>
              <a:gd name="connsiteX14" fmla="*/ 8957574 w 9736494"/>
              <a:gd name="connsiteY14" fmla="*/ 0 h 849160"/>
              <a:gd name="connsiteX15" fmla="*/ 9736494 w 9736494"/>
              <a:gd name="connsiteY15" fmla="*/ 0 h 849160"/>
              <a:gd name="connsiteX16" fmla="*/ 9736494 w 9736494"/>
              <a:gd name="connsiteY16" fmla="*/ 424580 h 849160"/>
              <a:gd name="connsiteX17" fmla="*/ 9736494 w 9736494"/>
              <a:gd name="connsiteY17" fmla="*/ 849160 h 849160"/>
              <a:gd name="connsiteX18" fmla="*/ 9138395 w 9736494"/>
              <a:gd name="connsiteY18" fmla="*/ 849160 h 849160"/>
              <a:gd name="connsiteX19" fmla="*/ 8540296 w 9736494"/>
              <a:gd name="connsiteY19" fmla="*/ 849160 h 849160"/>
              <a:gd name="connsiteX20" fmla="*/ 7747467 w 9736494"/>
              <a:gd name="connsiteY20" fmla="*/ 849160 h 849160"/>
              <a:gd name="connsiteX21" fmla="*/ 7149368 w 9736494"/>
              <a:gd name="connsiteY21" fmla="*/ 849160 h 849160"/>
              <a:gd name="connsiteX22" fmla="*/ 6648634 w 9736494"/>
              <a:gd name="connsiteY22" fmla="*/ 849160 h 849160"/>
              <a:gd name="connsiteX23" fmla="*/ 5855806 w 9736494"/>
              <a:gd name="connsiteY23" fmla="*/ 849160 h 849160"/>
              <a:gd name="connsiteX24" fmla="*/ 5160342 w 9736494"/>
              <a:gd name="connsiteY24" fmla="*/ 849160 h 849160"/>
              <a:gd name="connsiteX25" fmla="*/ 4756973 w 9736494"/>
              <a:gd name="connsiteY25" fmla="*/ 849160 h 849160"/>
              <a:gd name="connsiteX26" fmla="*/ 4061509 w 9736494"/>
              <a:gd name="connsiteY26" fmla="*/ 849160 h 849160"/>
              <a:gd name="connsiteX27" fmla="*/ 3658140 w 9736494"/>
              <a:gd name="connsiteY27" fmla="*/ 849160 h 849160"/>
              <a:gd name="connsiteX28" fmla="*/ 2865311 w 9736494"/>
              <a:gd name="connsiteY28" fmla="*/ 849160 h 849160"/>
              <a:gd name="connsiteX29" fmla="*/ 1975117 w 9736494"/>
              <a:gd name="connsiteY29" fmla="*/ 849160 h 849160"/>
              <a:gd name="connsiteX30" fmla="*/ 1084924 w 9736494"/>
              <a:gd name="connsiteY30" fmla="*/ 849160 h 849160"/>
              <a:gd name="connsiteX31" fmla="*/ 0 w 9736494"/>
              <a:gd name="connsiteY31" fmla="*/ 849160 h 849160"/>
              <a:gd name="connsiteX32" fmla="*/ 0 w 9736494"/>
              <a:gd name="connsiteY32" fmla="*/ 450055 h 849160"/>
              <a:gd name="connsiteX33" fmla="*/ 0 w 9736494"/>
              <a:gd name="connsiteY33" fmla="*/ 0 h 849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9736494" h="849160" fill="none" extrusionOk="0">
                <a:moveTo>
                  <a:pt x="0" y="0"/>
                </a:moveTo>
                <a:cubicBezTo>
                  <a:pt x="205761" y="-8430"/>
                  <a:pt x="454307" y="-9527"/>
                  <a:pt x="598099" y="0"/>
                </a:cubicBezTo>
                <a:cubicBezTo>
                  <a:pt x="741891" y="9527"/>
                  <a:pt x="861650" y="17731"/>
                  <a:pt x="1098833" y="0"/>
                </a:cubicBezTo>
                <a:cubicBezTo>
                  <a:pt x="1336016" y="-17731"/>
                  <a:pt x="1443355" y="11289"/>
                  <a:pt x="1599567" y="0"/>
                </a:cubicBezTo>
                <a:cubicBezTo>
                  <a:pt x="1755779" y="-11289"/>
                  <a:pt x="1941904" y="-24581"/>
                  <a:pt x="2100301" y="0"/>
                </a:cubicBezTo>
                <a:cubicBezTo>
                  <a:pt x="2258698" y="24581"/>
                  <a:pt x="2517766" y="-16064"/>
                  <a:pt x="2795765" y="0"/>
                </a:cubicBezTo>
                <a:cubicBezTo>
                  <a:pt x="3073764" y="16064"/>
                  <a:pt x="3185504" y="35"/>
                  <a:pt x="3491229" y="0"/>
                </a:cubicBezTo>
                <a:cubicBezTo>
                  <a:pt x="3796954" y="-35"/>
                  <a:pt x="3777459" y="-21849"/>
                  <a:pt x="3991963" y="0"/>
                </a:cubicBezTo>
                <a:cubicBezTo>
                  <a:pt x="4206467" y="21849"/>
                  <a:pt x="4540778" y="33798"/>
                  <a:pt x="4687426" y="0"/>
                </a:cubicBezTo>
                <a:cubicBezTo>
                  <a:pt x="4834074" y="-33798"/>
                  <a:pt x="5189364" y="-31673"/>
                  <a:pt x="5382890" y="0"/>
                </a:cubicBezTo>
                <a:cubicBezTo>
                  <a:pt x="5576416" y="31673"/>
                  <a:pt x="5917334" y="43769"/>
                  <a:pt x="6273084" y="0"/>
                </a:cubicBezTo>
                <a:cubicBezTo>
                  <a:pt x="6628834" y="-43769"/>
                  <a:pt x="6962813" y="36785"/>
                  <a:pt x="7163278" y="0"/>
                </a:cubicBezTo>
                <a:cubicBezTo>
                  <a:pt x="7363743" y="-36785"/>
                  <a:pt x="7607970" y="-31435"/>
                  <a:pt x="7858742" y="0"/>
                </a:cubicBezTo>
                <a:cubicBezTo>
                  <a:pt x="8109514" y="31435"/>
                  <a:pt x="8234692" y="32774"/>
                  <a:pt x="8554205" y="0"/>
                </a:cubicBezTo>
                <a:cubicBezTo>
                  <a:pt x="8873718" y="-32774"/>
                  <a:pt x="8846503" y="4695"/>
                  <a:pt x="8957574" y="0"/>
                </a:cubicBezTo>
                <a:cubicBezTo>
                  <a:pt x="9068645" y="-4695"/>
                  <a:pt x="9556084" y="35074"/>
                  <a:pt x="9736494" y="0"/>
                </a:cubicBezTo>
                <a:cubicBezTo>
                  <a:pt x="9748392" y="102569"/>
                  <a:pt x="9755522" y="324275"/>
                  <a:pt x="9736494" y="424580"/>
                </a:cubicBezTo>
                <a:cubicBezTo>
                  <a:pt x="9717466" y="524885"/>
                  <a:pt x="9722513" y="757993"/>
                  <a:pt x="9736494" y="849160"/>
                </a:cubicBezTo>
                <a:cubicBezTo>
                  <a:pt x="9533241" y="826305"/>
                  <a:pt x="9326277" y="843422"/>
                  <a:pt x="9138395" y="849160"/>
                </a:cubicBezTo>
                <a:cubicBezTo>
                  <a:pt x="8950513" y="854898"/>
                  <a:pt x="8741248" y="846682"/>
                  <a:pt x="8540296" y="849160"/>
                </a:cubicBezTo>
                <a:cubicBezTo>
                  <a:pt x="8339344" y="851638"/>
                  <a:pt x="7966163" y="886198"/>
                  <a:pt x="7747467" y="849160"/>
                </a:cubicBezTo>
                <a:cubicBezTo>
                  <a:pt x="7528771" y="812122"/>
                  <a:pt x="7410835" y="845687"/>
                  <a:pt x="7149368" y="849160"/>
                </a:cubicBezTo>
                <a:cubicBezTo>
                  <a:pt x="6887901" y="852633"/>
                  <a:pt x="6795535" y="844560"/>
                  <a:pt x="6648634" y="849160"/>
                </a:cubicBezTo>
                <a:cubicBezTo>
                  <a:pt x="6501733" y="853760"/>
                  <a:pt x="6226382" y="883680"/>
                  <a:pt x="5855806" y="849160"/>
                </a:cubicBezTo>
                <a:cubicBezTo>
                  <a:pt x="5485230" y="814640"/>
                  <a:pt x="5380390" y="872716"/>
                  <a:pt x="5160342" y="849160"/>
                </a:cubicBezTo>
                <a:cubicBezTo>
                  <a:pt x="4940294" y="825604"/>
                  <a:pt x="4858666" y="859405"/>
                  <a:pt x="4756973" y="849160"/>
                </a:cubicBezTo>
                <a:cubicBezTo>
                  <a:pt x="4655280" y="838915"/>
                  <a:pt x="4255519" y="865426"/>
                  <a:pt x="4061509" y="849160"/>
                </a:cubicBezTo>
                <a:cubicBezTo>
                  <a:pt x="3867499" y="832894"/>
                  <a:pt x="3780377" y="829305"/>
                  <a:pt x="3658140" y="849160"/>
                </a:cubicBezTo>
                <a:cubicBezTo>
                  <a:pt x="3535903" y="869015"/>
                  <a:pt x="3144051" y="822570"/>
                  <a:pt x="2865311" y="849160"/>
                </a:cubicBezTo>
                <a:cubicBezTo>
                  <a:pt x="2586571" y="875750"/>
                  <a:pt x="2274823" y="858086"/>
                  <a:pt x="1975117" y="849160"/>
                </a:cubicBezTo>
                <a:cubicBezTo>
                  <a:pt x="1675411" y="840234"/>
                  <a:pt x="1328197" y="868861"/>
                  <a:pt x="1084924" y="849160"/>
                </a:cubicBezTo>
                <a:cubicBezTo>
                  <a:pt x="841651" y="829459"/>
                  <a:pt x="348988" y="858007"/>
                  <a:pt x="0" y="849160"/>
                </a:cubicBezTo>
                <a:cubicBezTo>
                  <a:pt x="-17347" y="702918"/>
                  <a:pt x="-5198" y="574204"/>
                  <a:pt x="0" y="450055"/>
                </a:cubicBezTo>
                <a:cubicBezTo>
                  <a:pt x="5198" y="325907"/>
                  <a:pt x="13804" y="115866"/>
                  <a:pt x="0" y="0"/>
                </a:cubicBezTo>
                <a:close/>
              </a:path>
              <a:path w="9736494" h="849160" stroke="0" extrusionOk="0">
                <a:moveTo>
                  <a:pt x="0" y="0"/>
                </a:moveTo>
                <a:cubicBezTo>
                  <a:pt x="388757" y="17135"/>
                  <a:pt x="662939" y="28187"/>
                  <a:pt x="890194" y="0"/>
                </a:cubicBezTo>
                <a:cubicBezTo>
                  <a:pt x="1117449" y="-28187"/>
                  <a:pt x="1168254" y="-17688"/>
                  <a:pt x="1390928" y="0"/>
                </a:cubicBezTo>
                <a:cubicBezTo>
                  <a:pt x="1613602" y="17688"/>
                  <a:pt x="1909004" y="37258"/>
                  <a:pt x="2281121" y="0"/>
                </a:cubicBezTo>
                <a:cubicBezTo>
                  <a:pt x="2653238" y="-37258"/>
                  <a:pt x="2706947" y="-10348"/>
                  <a:pt x="2976585" y="0"/>
                </a:cubicBezTo>
                <a:cubicBezTo>
                  <a:pt x="3246223" y="10348"/>
                  <a:pt x="3296213" y="14684"/>
                  <a:pt x="3379954" y="0"/>
                </a:cubicBezTo>
                <a:cubicBezTo>
                  <a:pt x="3463695" y="-14684"/>
                  <a:pt x="3798264" y="17046"/>
                  <a:pt x="4075418" y="0"/>
                </a:cubicBezTo>
                <a:cubicBezTo>
                  <a:pt x="4352572" y="-17046"/>
                  <a:pt x="4374956" y="-25116"/>
                  <a:pt x="4673517" y="0"/>
                </a:cubicBezTo>
                <a:cubicBezTo>
                  <a:pt x="4972078" y="25116"/>
                  <a:pt x="5117794" y="8823"/>
                  <a:pt x="5466346" y="0"/>
                </a:cubicBezTo>
                <a:cubicBezTo>
                  <a:pt x="5814898" y="-8823"/>
                  <a:pt x="6152251" y="40352"/>
                  <a:pt x="6356540" y="0"/>
                </a:cubicBezTo>
                <a:cubicBezTo>
                  <a:pt x="6560829" y="-40352"/>
                  <a:pt x="6585476" y="-19340"/>
                  <a:pt x="6759909" y="0"/>
                </a:cubicBezTo>
                <a:cubicBezTo>
                  <a:pt x="6934342" y="19340"/>
                  <a:pt x="7066512" y="9134"/>
                  <a:pt x="7163278" y="0"/>
                </a:cubicBezTo>
                <a:cubicBezTo>
                  <a:pt x="7260044" y="-9134"/>
                  <a:pt x="7625096" y="-16684"/>
                  <a:pt x="7761377" y="0"/>
                </a:cubicBezTo>
                <a:cubicBezTo>
                  <a:pt x="7897658" y="16684"/>
                  <a:pt x="8110933" y="-5105"/>
                  <a:pt x="8262111" y="0"/>
                </a:cubicBezTo>
                <a:cubicBezTo>
                  <a:pt x="8413289" y="5105"/>
                  <a:pt x="8710664" y="7935"/>
                  <a:pt x="9054939" y="0"/>
                </a:cubicBezTo>
                <a:cubicBezTo>
                  <a:pt x="9399214" y="-7935"/>
                  <a:pt x="9562252" y="9058"/>
                  <a:pt x="9736494" y="0"/>
                </a:cubicBezTo>
                <a:cubicBezTo>
                  <a:pt x="9741431" y="142688"/>
                  <a:pt x="9727623" y="233294"/>
                  <a:pt x="9736494" y="407597"/>
                </a:cubicBezTo>
                <a:cubicBezTo>
                  <a:pt x="9745365" y="581900"/>
                  <a:pt x="9753868" y="686288"/>
                  <a:pt x="9736494" y="849160"/>
                </a:cubicBezTo>
                <a:cubicBezTo>
                  <a:pt x="9314764" y="843885"/>
                  <a:pt x="9055603" y="843613"/>
                  <a:pt x="8846300" y="849160"/>
                </a:cubicBezTo>
                <a:cubicBezTo>
                  <a:pt x="8636997" y="854707"/>
                  <a:pt x="8273984" y="883028"/>
                  <a:pt x="8053471" y="849160"/>
                </a:cubicBezTo>
                <a:cubicBezTo>
                  <a:pt x="7832958" y="815292"/>
                  <a:pt x="7734787" y="861819"/>
                  <a:pt x="7650102" y="849160"/>
                </a:cubicBezTo>
                <a:cubicBezTo>
                  <a:pt x="7565417" y="836501"/>
                  <a:pt x="7373740" y="868656"/>
                  <a:pt x="7149368" y="849160"/>
                </a:cubicBezTo>
                <a:cubicBezTo>
                  <a:pt x="6924996" y="829664"/>
                  <a:pt x="6865001" y="838161"/>
                  <a:pt x="6648634" y="849160"/>
                </a:cubicBezTo>
                <a:cubicBezTo>
                  <a:pt x="6432267" y="860159"/>
                  <a:pt x="6129821" y="817508"/>
                  <a:pt x="5953171" y="849160"/>
                </a:cubicBezTo>
                <a:cubicBezTo>
                  <a:pt x="5776521" y="880812"/>
                  <a:pt x="5555683" y="840582"/>
                  <a:pt x="5257707" y="849160"/>
                </a:cubicBezTo>
                <a:cubicBezTo>
                  <a:pt x="4959731" y="857738"/>
                  <a:pt x="4896943" y="850756"/>
                  <a:pt x="4756973" y="849160"/>
                </a:cubicBezTo>
                <a:cubicBezTo>
                  <a:pt x="4617003" y="847564"/>
                  <a:pt x="4311149" y="872250"/>
                  <a:pt x="3964144" y="849160"/>
                </a:cubicBezTo>
                <a:cubicBezTo>
                  <a:pt x="3617139" y="826070"/>
                  <a:pt x="3445192" y="876973"/>
                  <a:pt x="3171315" y="849160"/>
                </a:cubicBezTo>
                <a:cubicBezTo>
                  <a:pt x="2897438" y="821347"/>
                  <a:pt x="2786962" y="821554"/>
                  <a:pt x="2475851" y="849160"/>
                </a:cubicBezTo>
                <a:cubicBezTo>
                  <a:pt x="2164740" y="876766"/>
                  <a:pt x="2012966" y="845841"/>
                  <a:pt x="1877752" y="849160"/>
                </a:cubicBezTo>
                <a:cubicBezTo>
                  <a:pt x="1742538" y="852479"/>
                  <a:pt x="1400479" y="826096"/>
                  <a:pt x="1084924" y="849160"/>
                </a:cubicBezTo>
                <a:cubicBezTo>
                  <a:pt x="769369" y="872224"/>
                  <a:pt x="496894" y="875518"/>
                  <a:pt x="0" y="849160"/>
                </a:cubicBezTo>
                <a:cubicBezTo>
                  <a:pt x="-15163" y="735388"/>
                  <a:pt x="-10586" y="649163"/>
                  <a:pt x="0" y="450055"/>
                </a:cubicBezTo>
                <a:cubicBezTo>
                  <a:pt x="10586" y="250947"/>
                  <a:pt x="9766" y="198513"/>
                  <a:pt x="0" y="0"/>
                </a:cubicBezTo>
                <a:close/>
              </a:path>
            </a:pathLst>
          </a:custGeom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950933413">
                  <ask:type>
                    <ask:lineSketchFreehand/>
                  </ask:type>
                </ask:lineSketchStyleProps>
              </a:ext>
            </a:extLst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PH" dirty="0"/>
              <a:t>Finally, because they are all cars, we group everything into one </a:t>
            </a:r>
            <a:r>
              <a:rPr lang="en-PH" b="1" dirty="0"/>
              <a:t>Car</a:t>
            </a:r>
            <a:r>
              <a:rPr lang="en-PH" dirty="0"/>
              <a:t> cluster</a:t>
            </a:r>
            <a:endParaRPr lang="en-PH" b="1" dirty="0"/>
          </a:p>
        </p:txBody>
      </p:sp>
    </p:spTree>
    <p:extLst>
      <p:ext uri="{BB962C8B-B14F-4D97-AF65-F5344CB8AC3E}">
        <p14:creationId xmlns:p14="http://schemas.microsoft.com/office/powerpoint/2010/main" val="2189119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E4FD3-E17A-2C16-C0D5-C181E8EA3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red car with a white background&#10;&#10;Description automatically generated">
            <a:extLst>
              <a:ext uri="{FF2B5EF4-FFF2-40B4-BE49-F238E27FC236}">
                <a16:creationId xmlns:a16="http://schemas.microsoft.com/office/drawing/2014/main" id="{A381A1B8-2EA6-1930-4800-484F4ED454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9" t="23866" r="5962" b="9987"/>
          <a:stretch/>
        </p:blipFill>
        <p:spPr>
          <a:xfrm>
            <a:off x="4014707" y="5164814"/>
            <a:ext cx="2108477" cy="86038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 descr="A black suv with silver trim&#10;&#10;Description automatically generated">
            <a:extLst>
              <a:ext uri="{FF2B5EF4-FFF2-40B4-BE49-F238E27FC236}">
                <a16:creationId xmlns:a16="http://schemas.microsoft.com/office/drawing/2014/main" id="{86FF6CF4-5B8A-B73A-85C3-29D99A46C7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3" t="9314" r="3624" b="10870"/>
          <a:stretch/>
        </p:blipFill>
        <p:spPr>
          <a:xfrm>
            <a:off x="6998550" y="5109565"/>
            <a:ext cx="1696362" cy="91563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6" name="Picture 15" descr="A blue suv with a white background&#10;&#10;Description automatically generated">
            <a:extLst>
              <a:ext uri="{FF2B5EF4-FFF2-40B4-BE49-F238E27FC236}">
                <a16:creationId xmlns:a16="http://schemas.microsoft.com/office/drawing/2014/main" id="{9AD1C455-B5B4-5E2F-1209-2457943712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81" t="9314" r="3596" b="10870"/>
          <a:stretch/>
        </p:blipFill>
        <p:spPr>
          <a:xfrm>
            <a:off x="9032009" y="5109565"/>
            <a:ext cx="1696362" cy="91563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8" name="Picture 17" descr="A car parked on a white surface&#10;&#10;Description automatically generated">
            <a:extLst>
              <a:ext uri="{FF2B5EF4-FFF2-40B4-BE49-F238E27FC236}">
                <a16:creationId xmlns:a16="http://schemas.microsoft.com/office/drawing/2014/main" id="{9CE2EECB-0089-3D9D-3F66-931E9191DF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58" t="29158" r="11572" b="23658"/>
          <a:stretch/>
        </p:blipFill>
        <p:spPr>
          <a:xfrm>
            <a:off x="1463626" y="5164814"/>
            <a:ext cx="2281568" cy="86038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A89D3746-DFC3-ACB9-C15F-F9D02FB5080A}"/>
              </a:ext>
            </a:extLst>
          </p:cNvPr>
          <p:cNvGrpSpPr/>
          <p:nvPr/>
        </p:nvGrpSpPr>
        <p:grpSpPr>
          <a:xfrm>
            <a:off x="2288487" y="3837774"/>
            <a:ext cx="3077375" cy="676684"/>
            <a:chOff x="2129994" y="3386044"/>
            <a:chExt cx="3594100" cy="84940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75AC2EB-ED60-54B5-7330-A8EEEFF75D55}"/>
                </a:ext>
              </a:extLst>
            </p:cNvPr>
            <p:cNvGrpSpPr/>
            <p:nvPr/>
          </p:nvGrpSpPr>
          <p:grpSpPr>
            <a:xfrm>
              <a:off x="2185309" y="3403600"/>
              <a:ext cx="3445658" cy="781236"/>
              <a:chOff x="2185309" y="3403600"/>
              <a:chExt cx="3445658" cy="781236"/>
            </a:xfrm>
          </p:grpSpPr>
          <p:pic>
            <p:nvPicPr>
              <p:cNvPr id="22" name="Picture 21" descr="A red car with a white background&#10;&#10;Description automatically generated">
                <a:extLst>
                  <a:ext uri="{FF2B5EF4-FFF2-40B4-BE49-F238E27FC236}">
                    <a16:creationId xmlns:a16="http://schemas.microsoft.com/office/drawing/2014/main" id="{A2E1D736-1AC8-9E8B-28E7-928E5BC250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7713" t="21560" r="6467" b="11412"/>
              <a:stretch/>
            </p:blipFill>
            <p:spPr>
              <a:xfrm>
                <a:off x="4020442" y="3403600"/>
                <a:ext cx="1610525" cy="720000"/>
              </a:xfrm>
              <a:prstGeom prst="rect">
                <a:avLst/>
              </a:prstGeom>
              <a:ln w="38100">
                <a:noFill/>
              </a:ln>
            </p:spPr>
          </p:pic>
          <p:pic>
            <p:nvPicPr>
              <p:cNvPr id="23" name="Picture 22" descr="A car parked on a white surface&#10;&#10;Description automatically generated">
                <a:extLst>
                  <a:ext uri="{FF2B5EF4-FFF2-40B4-BE49-F238E27FC236}">
                    <a16:creationId xmlns:a16="http://schemas.microsoft.com/office/drawing/2014/main" id="{968D74F1-A701-7DDC-2EA4-A9C2D5D3A1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11989" t="29067" r="12322" b="24424"/>
              <a:stretch/>
            </p:blipFill>
            <p:spPr>
              <a:xfrm>
                <a:off x="2185309" y="3464836"/>
                <a:ext cx="1760768" cy="720000"/>
              </a:xfrm>
              <a:prstGeom prst="rect">
                <a:avLst/>
              </a:prstGeom>
              <a:ln w="38100">
                <a:noFill/>
              </a:ln>
            </p:spPr>
          </p:pic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3C48EEC-51F0-7EF9-4F2B-6C28410FBD03}"/>
                </a:ext>
              </a:extLst>
            </p:cNvPr>
            <p:cNvSpPr/>
            <p:nvPr/>
          </p:nvSpPr>
          <p:spPr>
            <a:xfrm>
              <a:off x="2129994" y="3386044"/>
              <a:ext cx="3594100" cy="84940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0CA1BF6-914A-9068-0F47-EC91EC4236DD}"/>
              </a:ext>
            </a:extLst>
          </p:cNvPr>
          <p:cNvGrpSpPr/>
          <p:nvPr/>
        </p:nvGrpSpPr>
        <p:grpSpPr>
          <a:xfrm>
            <a:off x="7687388" y="3769212"/>
            <a:ext cx="2334167" cy="803150"/>
            <a:chOff x="7871174" y="3513045"/>
            <a:chExt cx="2726099" cy="1008155"/>
          </a:xfrm>
        </p:grpSpPr>
        <p:pic>
          <p:nvPicPr>
            <p:cNvPr id="27" name="Picture 26" descr="A black suv with silver trim&#10;&#10;Description automatically generated">
              <a:extLst>
                <a:ext uri="{FF2B5EF4-FFF2-40B4-BE49-F238E27FC236}">
                  <a16:creationId xmlns:a16="http://schemas.microsoft.com/office/drawing/2014/main" id="{BA0F7196-66FC-1A6D-D247-54AF5271BD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446" t="9314" r="4208" b="14840"/>
            <a:stretch/>
          </p:blipFill>
          <p:spPr>
            <a:xfrm>
              <a:off x="7871175" y="3663812"/>
              <a:ext cx="1293489" cy="72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28" name="Picture 27" descr="A blue suv with a white background&#10;&#10;Description automatically generated">
              <a:extLst>
                <a:ext uri="{FF2B5EF4-FFF2-40B4-BE49-F238E27FC236}">
                  <a16:creationId xmlns:a16="http://schemas.microsoft.com/office/drawing/2014/main" id="{F755EB41-CFA7-2BAF-4BFE-CEB713A8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465" t="9313" r="5057" b="11752"/>
            <a:stretch/>
          </p:blipFill>
          <p:spPr>
            <a:xfrm>
              <a:off x="9305716" y="3663812"/>
              <a:ext cx="1217192" cy="720000"/>
            </a:xfrm>
            <a:prstGeom prst="rect">
              <a:avLst/>
            </a:prstGeom>
            <a:ln w="38100">
              <a:noFill/>
            </a:ln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A023BEF-D95A-00D9-FBED-6FDCF3DEF6EA}"/>
                </a:ext>
              </a:extLst>
            </p:cNvPr>
            <p:cNvSpPr/>
            <p:nvPr/>
          </p:nvSpPr>
          <p:spPr>
            <a:xfrm>
              <a:off x="7871174" y="3513045"/>
              <a:ext cx="2726099" cy="1008155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E10B59D-9E97-DC70-B162-5A44C897B763}"/>
              </a:ext>
            </a:extLst>
          </p:cNvPr>
          <p:cNvGrpSpPr/>
          <p:nvPr/>
        </p:nvGrpSpPr>
        <p:grpSpPr>
          <a:xfrm>
            <a:off x="5134786" y="1996440"/>
            <a:ext cx="2821834" cy="1221884"/>
            <a:chOff x="4813300" y="1615828"/>
            <a:chExt cx="3295651" cy="1533772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F102A332-4EE6-02FD-F9D5-CA1EDE112045}"/>
                </a:ext>
              </a:extLst>
            </p:cNvPr>
            <p:cNvGrpSpPr/>
            <p:nvPr/>
          </p:nvGrpSpPr>
          <p:grpSpPr>
            <a:xfrm>
              <a:off x="4860413" y="1639033"/>
              <a:ext cx="3204088" cy="1464245"/>
              <a:chOff x="4860413" y="1639033"/>
              <a:chExt cx="3204088" cy="1464245"/>
            </a:xfrm>
          </p:grpSpPr>
          <p:pic>
            <p:nvPicPr>
              <p:cNvPr id="34" name="Picture 33" descr="A red car with a white background&#10;&#10;Description automatically generated">
                <a:extLst>
                  <a:ext uri="{FF2B5EF4-FFF2-40B4-BE49-F238E27FC236}">
                    <a16:creationId xmlns:a16="http://schemas.microsoft.com/office/drawing/2014/main" id="{53CBAA64-BBD8-855B-F0C4-64D77F7D70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7713" t="21560" r="6467" b="11412"/>
              <a:stretch/>
            </p:blipFill>
            <p:spPr>
              <a:xfrm>
                <a:off x="4934490" y="1663933"/>
                <a:ext cx="1610525" cy="720000"/>
              </a:xfrm>
              <a:prstGeom prst="rect">
                <a:avLst/>
              </a:prstGeom>
              <a:ln w="38100">
                <a:noFill/>
              </a:ln>
            </p:spPr>
          </p:pic>
          <p:pic>
            <p:nvPicPr>
              <p:cNvPr id="35" name="Picture 34" descr="A car parked on a white surface&#10;&#10;Description automatically generated">
                <a:extLst>
                  <a:ext uri="{FF2B5EF4-FFF2-40B4-BE49-F238E27FC236}">
                    <a16:creationId xmlns:a16="http://schemas.microsoft.com/office/drawing/2014/main" id="{4ED44F98-FFD8-DEE8-6377-FCD12D8E55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11989" t="29067" r="12322" b="24424"/>
              <a:stretch/>
            </p:blipFill>
            <p:spPr>
              <a:xfrm>
                <a:off x="4860413" y="2383278"/>
                <a:ext cx="1760768" cy="720000"/>
              </a:xfrm>
              <a:prstGeom prst="rect">
                <a:avLst/>
              </a:prstGeom>
              <a:ln w="38100">
                <a:noFill/>
              </a:ln>
            </p:spPr>
          </p:pic>
          <p:pic>
            <p:nvPicPr>
              <p:cNvPr id="37" name="Picture 36" descr="A black suv with silver trim&#10;&#10;Description automatically generated">
                <a:extLst>
                  <a:ext uri="{FF2B5EF4-FFF2-40B4-BE49-F238E27FC236}">
                    <a16:creationId xmlns:a16="http://schemas.microsoft.com/office/drawing/2014/main" id="{E3D958A8-DA9C-D379-E303-1906C96B9A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446" t="9314" r="4208" b="14840"/>
              <a:stretch/>
            </p:blipFill>
            <p:spPr>
              <a:xfrm>
                <a:off x="6771011" y="1639033"/>
                <a:ext cx="1293490" cy="720000"/>
              </a:xfrm>
              <a:prstGeom prst="rect">
                <a:avLst/>
              </a:prstGeom>
              <a:ln w="38100">
                <a:noFill/>
              </a:ln>
            </p:spPr>
          </p:pic>
          <p:pic>
            <p:nvPicPr>
              <p:cNvPr id="38" name="Picture 37" descr="A blue suv with a white background&#10;&#10;Description automatically generated">
                <a:extLst>
                  <a:ext uri="{FF2B5EF4-FFF2-40B4-BE49-F238E27FC236}">
                    <a16:creationId xmlns:a16="http://schemas.microsoft.com/office/drawing/2014/main" id="{69F32D11-7F78-9CF8-D607-909EC11A64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465" t="9313" r="5057" b="11752"/>
              <a:stretch/>
            </p:blipFill>
            <p:spPr>
              <a:xfrm>
                <a:off x="6770042" y="2375520"/>
                <a:ext cx="1217192" cy="720000"/>
              </a:xfrm>
              <a:prstGeom prst="rect">
                <a:avLst/>
              </a:prstGeom>
              <a:ln w="38100">
                <a:noFill/>
              </a:ln>
            </p:spPr>
          </p:pic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B4502D3-0A4F-AA11-A4AA-26F543F91726}"/>
                </a:ext>
              </a:extLst>
            </p:cNvPr>
            <p:cNvSpPr/>
            <p:nvPr/>
          </p:nvSpPr>
          <p:spPr>
            <a:xfrm>
              <a:off x="4813300" y="1615828"/>
              <a:ext cx="3295651" cy="1533772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31B3007A-8ED8-2F29-E80F-D83191B9107A}"/>
              </a:ext>
            </a:extLst>
          </p:cNvPr>
          <p:cNvCxnSpPr>
            <a:cxnSpLocks/>
            <a:stCxn id="41" idx="2"/>
            <a:endCxn id="25" idx="0"/>
          </p:cNvCxnSpPr>
          <p:nvPr/>
        </p:nvCxnSpPr>
        <p:spPr>
          <a:xfrm rot="5400000">
            <a:off x="4876714" y="2168784"/>
            <a:ext cx="619450" cy="2718529"/>
          </a:xfrm>
          <a:prstGeom prst="bentConnector3">
            <a:avLst>
              <a:gd name="adj1" fmla="val 49692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795E5B82-6F9E-5289-9425-AFEF69C3F7CC}"/>
              </a:ext>
            </a:extLst>
          </p:cNvPr>
          <p:cNvCxnSpPr>
            <a:cxnSpLocks/>
            <a:stCxn id="29" idx="0"/>
            <a:endCxn id="41" idx="2"/>
          </p:cNvCxnSpPr>
          <p:nvPr/>
        </p:nvCxnSpPr>
        <p:spPr>
          <a:xfrm rot="16200000" flipV="1">
            <a:off x="7424644" y="2339384"/>
            <a:ext cx="550887" cy="2308768"/>
          </a:xfrm>
          <a:prstGeom prst="bentConnector3">
            <a:avLst>
              <a:gd name="adj1" fmla="val 4391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178EEC9A-53EF-8D10-D29B-BCCDD4902355}"/>
              </a:ext>
            </a:extLst>
          </p:cNvPr>
          <p:cNvCxnSpPr>
            <a:cxnSpLocks/>
            <a:stCxn id="10" idx="0"/>
            <a:endCxn id="25" idx="2"/>
          </p:cNvCxnSpPr>
          <p:nvPr/>
        </p:nvCxnSpPr>
        <p:spPr>
          <a:xfrm rot="16200000" flipV="1">
            <a:off x="4122883" y="4218749"/>
            <a:ext cx="650356" cy="124177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6A0C8415-F65E-5B1B-F453-D7B855F06549}"/>
              </a:ext>
            </a:extLst>
          </p:cNvPr>
          <p:cNvCxnSpPr>
            <a:cxnSpLocks/>
            <a:stCxn id="18" idx="0"/>
            <a:endCxn id="25" idx="2"/>
          </p:cNvCxnSpPr>
          <p:nvPr/>
        </p:nvCxnSpPr>
        <p:spPr>
          <a:xfrm rot="5400000" flipH="1" flipV="1">
            <a:off x="2890614" y="4228254"/>
            <a:ext cx="650356" cy="122276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A7E00CB9-E08E-EA6C-0DEE-CE1403DD24D5}"/>
              </a:ext>
            </a:extLst>
          </p:cNvPr>
          <p:cNvCxnSpPr>
            <a:cxnSpLocks/>
            <a:stCxn id="16" idx="0"/>
            <a:endCxn id="29" idx="2"/>
          </p:cNvCxnSpPr>
          <p:nvPr/>
        </p:nvCxnSpPr>
        <p:spPr>
          <a:xfrm rot="16200000" flipV="1">
            <a:off x="9098730" y="4328104"/>
            <a:ext cx="537203" cy="102571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447AE484-80CA-5134-3047-4FED7934AFCA}"/>
              </a:ext>
            </a:extLst>
          </p:cNvPr>
          <p:cNvCxnSpPr>
            <a:cxnSpLocks/>
            <a:stCxn id="14" idx="0"/>
            <a:endCxn id="29" idx="2"/>
          </p:cNvCxnSpPr>
          <p:nvPr/>
        </p:nvCxnSpPr>
        <p:spPr>
          <a:xfrm rot="5400000" flipH="1" flipV="1">
            <a:off x="8082000" y="4337094"/>
            <a:ext cx="537203" cy="100774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llout: Right Arrow 3">
            <a:extLst>
              <a:ext uri="{FF2B5EF4-FFF2-40B4-BE49-F238E27FC236}">
                <a16:creationId xmlns:a16="http://schemas.microsoft.com/office/drawing/2014/main" id="{2DF559CD-3BDA-7D08-3076-7D7BC624AE65}"/>
              </a:ext>
            </a:extLst>
          </p:cNvPr>
          <p:cNvSpPr/>
          <p:nvPr/>
        </p:nvSpPr>
        <p:spPr>
          <a:xfrm>
            <a:off x="1774800" y="1929491"/>
            <a:ext cx="2821834" cy="1389524"/>
          </a:xfrm>
          <a:prstGeom prst="rightArrowCallo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>
                <a:solidFill>
                  <a:schemeClr val="tx1"/>
                </a:solidFill>
              </a:rPr>
              <a:t>We terminate  when we are left with only </a:t>
            </a:r>
            <a:r>
              <a:rPr lang="en-PH" b="1" dirty="0">
                <a:solidFill>
                  <a:srgbClr val="002060"/>
                </a:solidFill>
              </a:rPr>
              <a:t>one cluster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F84D1-8D67-0101-4D3F-23B54953A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66C44C5-BBD9-4E8C-F9BA-431291F08BB2}"/>
              </a:ext>
            </a:extLst>
          </p:cNvPr>
          <p:cNvSpPr txBox="1">
            <a:spLocks/>
          </p:cNvSpPr>
          <p:nvPr/>
        </p:nvSpPr>
        <p:spPr>
          <a:xfrm>
            <a:off x="1585556" y="892105"/>
            <a:ext cx="9736494" cy="849160"/>
          </a:xfrm>
          <a:custGeom>
            <a:avLst/>
            <a:gdLst>
              <a:gd name="connsiteX0" fmla="*/ 0 w 9736494"/>
              <a:gd name="connsiteY0" fmla="*/ 0 h 849160"/>
              <a:gd name="connsiteX1" fmla="*/ 598099 w 9736494"/>
              <a:gd name="connsiteY1" fmla="*/ 0 h 849160"/>
              <a:gd name="connsiteX2" fmla="*/ 1098833 w 9736494"/>
              <a:gd name="connsiteY2" fmla="*/ 0 h 849160"/>
              <a:gd name="connsiteX3" fmla="*/ 1599567 w 9736494"/>
              <a:gd name="connsiteY3" fmla="*/ 0 h 849160"/>
              <a:gd name="connsiteX4" fmla="*/ 2100301 w 9736494"/>
              <a:gd name="connsiteY4" fmla="*/ 0 h 849160"/>
              <a:gd name="connsiteX5" fmla="*/ 2795765 w 9736494"/>
              <a:gd name="connsiteY5" fmla="*/ 0 h 849160"/>
              <a:gd name="connsiteX6" fmla="*/ 3491229 w 9736494"/>
              <a:gd name="connsiteY6" fmla="*/ 0 h 849160"/>
              <a:gd name="connsiteX7" fmla="*/ 3991963 w 9736494"/>
              <a:gd name="connsiteY7" fmla="*/ 0 h 849160"/>
              <a:gd name="connsiteX8" fmla="*/ 4687426 w 9736494"/>
              <a:gd name="connsiteY8" fmla="*/ 0 h 849160"/>
              <a:gd name="connsiteX9" fmla="*/ 5382890 w 9736494"/>
              <a:gd name="connsiteY9" fmla="*/ 0 h 849160"/>
              <a:gd name="connsiteX10" fmla="*/ 6273084 w 9736494"/>
              <a:gd name="connsiteY10" fmla="*/ 0 h 849160"/>
              <a:gd name="connsiteX11" fmla="*/ 7163278 w 9736494"/>
              <a:gd name="connsiteY11" fmla="*/ 0 h 849160"/>
              <a:gd name="connsiteX12" fmla="*/ 7858742 w 9736494"/>
              <a:gd name="connsiteY12" fmla="*/ 0 h 849160"/>
              <a:gd name="connsiteX13" fmla="*/ 8554205 w 9736494"/>
              <a:gd name="connsiteY13" fmla="*/ 0 h 849160"/>
              <a:gd name="connsiteX14" fmla="*/ 8957574 w 9736494"/>
              <a:gd name="connsiteY14" fmla="*/ 0 h 849160"/>
              <a:gd name="connsiteX15" fmla="*/ 9736494 w 9736494"/>
              <a:gd name="connsiteY15" fmla="*/ 0 h 849160"/>
              <a:gd name="connsiteX16" fmla="*/ 9736494 w 9736494"/>
              <a:gd name="connsiteY16" fmla="*/ 424580 h 849160"/>
              <a:gd name="connsiteX17" fmla="*/ 9736494 w 9736494"/>
              <a:gd name="connsiteY17" fmla="*/ 849160 h 849160"/>
              <a:gd name="connsiteX18" fmla="*/ 9138395 w 9736494"/>
              <a:gd name="connsiteY18" fmla="*/ 849160 h 849160"/>
              <a:gd name="connsiteX19" fmla="*/ 8540296 w 9736494"/>
              <a:gd name="connsiteY19" fmla="*/ 849160 h 849160"/>
              <a:gd name="connsiteX20" fmla="*/ 7747467 w 9736494"/>
              <a:gd name="connsiteY20" fmla="*/ 849160 h 849160"/>
              <a:gd name="connsiteX21" fmla="*/ 7149368 w 9736494"/>
              <a:gd name="connsiteY21" fmla="*/ 849160 h 849160"/>
              <a:gd name="connsiteX22" fmla="*/ 6648634 w 9736494"/>
              <a:gd name="connsiteY22" fmla="*/ 849160 h 849160"/>
              <a:gd name="connsiteX23" fmla="*/ 5855806 w 9736494"/>
              <a:gd name="connsiteY23" fmla="*/ 849160 h 849160"/>
              <a:gd name="connsiteX24" fmla="*/ 5160342 w 9736494"/>
              <a:gd name="connsiteY24" fmla="*/ 849160 h 849160"/>
              <a:gd name="connsiteX25" fmla="*/ 4756973 w 9736494"/>
              <a:gd name="connsiteY25" fmla="*/ 849160 h 849160"/>
              <a:gd name="connsiteX26" fmla="*/ 4061509 w 9736494"/>
              <a:gd name="connsiteY26" fmla="*/ 849160 h 849160"/>
              <a:gd name="connsiteX27" fmla="*/ 3658140 w 9736494"/>
              <a:gd name="connsiteY27" fmla="*/ 849160 h 849160"/>
              <a:gd name="connsiteX28" fmla="*/ 2865311 w 9736494"/>
              <a:gd name="connsiteY28" fmla="*/ 849160 h 849160"/>
              <a:gd name="connsiteX29" fmla="*/ 1975117 w 9736494"/>
              <a:gd name="connsiteY29" fmla="*/ 849160 h 849160"/>
              <a:gd name="connsiteX30" fmla="*/ 1084924 w 9736494"/>
              <a:gd name="connsiteY30" fmla="*/ 849160 h 849160"/>
              <a:gd name="connsiteX31" fmla="*/ 0 w 9736494"/>
              <a:gd name="connsiteY31" fmla="*/ 849160 h 849160"/>
              <a:gd name="connsiteX32" fmla="*/ 0 w 9736494"/>
              <a:gd name="connsiteY32" fmla="*/ 450055 h 849160"/>
              <a:gd name="connsiteX33" fmla="*/ 0 w 9736494"/>
              <a:gd name="connsiteY33" fmla="*/ 0 h 849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9736494" h="849160" fill="none" extrusionOk="0">
                <a:moveTo>
                  <a:pt x="0" y="0"/>
                </a:moveTo>
                <a:cubicBezTo>
                  <a:pt x="205761" y="-8430"/>
                  <a:pt x="454307" y="-9527"/>
                  <a:pt x="598099" y="0"/>
                </a:cubicBezTo>
                <a:cubicBezTo>
                  <a:pt x="741891" y="9527"/>
                  <a:pt x="861650" y="17731"/>
                  <a:pt x="1098833" y="0"/>
                </a:cubicBezTo>
                <a:cubicBezTo>
                  <a:pt x="1336016" y="-17731"/>
                  <a:pt x="1443355" y="11289"/>
                  <a:pt x="1599567" y="0"/>
                </a:cubicBezTo>
                <a:cubicBezTo>
                  <a:pt x="1755779" y="-11289"/>
                  <a:pt x="1941904" y="-24581"/>
                  <a:pt x="2100301" y="0"/>
                </a:cubicBezTo>
                <a:cubicBezTo>
                  <a:pt x="2258698" y="24581"/>
                  <a:pt x="2517766" y="-16064"/>
                  <a:pt x="2795765" y="0"/>
                </a:cubicBezTo>
                <a:cubicBezTo>
                  <a:pt x="3073764" y="16064"/>
                  <a:pt x="3185504" y="35"/>
                  <a:pt x="3491229" y="0"/>
                </a:cubicBezTo>
                <a:cubicBezTo>
                  <a:pt x="3796954" y="-35"/>
                  <a:pt x="3777459" y="-21849"/>
                  <a:pt x="3991963" y="0"/>
                </a:cubicBezTo>
                <a:cubicBezTo>
                  <a:pt x="4206467" y="21849"/>
                  <a:pt x="4540778" y="33798"/>
                  <a:pt x="4687426" y="0"/>
                </a:cubicBezTo>
                <a:cubicBezTo>
                  <a:pt x="4834074" y="-33798"/>
                  <a:pt x="5189364" y="-31673"/>
                  <a:pt x="5382890" y="0"/>
                </a:cubicBezTo>
                <a:cubicBezTo>
                  <a:pt x="5576416" y="31673"/>
                  <a:pt x="5917334" y="43769"/>
                  <a:pt x="6273084" y="0"/>
                </a:cubicBezTo>
                <a:cubicBezTo>
                  <a:pt x="6628834" y="-43769"/>
                  <a:pt x="6962813" y="36785"/>
                  <a:pt x="7163278" y="0"/>
                </a:cubicBezTo>
                <a:cubicBezTo>
                  <a:pt x="7363743" y="-36785"/>
                  <a:pt x="7607970" y="-31435"/>
                  <a:pt x="7858742" y="0"/>
                </a:cubicBezTo>
                <a:cubicBezTo>
                  <a:pt x="8109514" y="31435"/>
                  <a:pt x="8234692" y="32774"/>
                  <a:pt x="8554205" y="0"/>
                </a:cubicBezTo>
                <a:cubicBezTo>
                  <a:pt x="8873718" y="-32774"/>
                  <a:pt x="8846503" y="4695"/>
                  <a:pt x="8957574" y="0"/>
                </a:cubicBezTo>
                <a:cubicBezTo>
                  <a:pt x="9068645" y="-4695"/>
                  <a:pt x="9556084" y="35074"/>
                  <a:pt x="9736494" y="0"/>
                </a:cubicBezTo>
                <a:cubicBezTo>
                  <a:pt x="9748392" y="102569"/>
                  <a:pt x="9755522" y="324275"/>
                  <a:pt x="9736494" y="424580"/>
                </a:cubicBezTo>
                <a:cubicBezTo>
                  <a:pt x="9717466" y="524885"/>
                  <a:pt x="9722513" y="757993"/>
                  <a:pt x="9736494" y="849160"/>
                </a:cubicBezTo>
                <a:cubicBezTo>
                  <a:pt x="9533241" y="826305"/>
                  <a:pt x="9326277" y="843422"/>
                  <a:pt x="9138395" y="849160"/>
                </a:cubicBezTo>
                <a:cubicBezTo>
                  <a:pt x="8950513" y="854898"/>
                  <a:pt x="8741248" y="846682"/>
                  <a:pt x="8540296" y="849160"/>
                </a:cubicBezTo>
                <a:cubicBezTo>
                  <a:pt x="8339344" y="851638"/>
                  <a:pt x="7966163" y="886198"/>
                  <a:pt x="7747467" y="849160"/>
                </a:cubicBezTo>
                <a:cubicBezTo>
                  <a:pt x="7528771" y="812122"/>
                  <a:pt x="7410835" y="845687"/>
                  <a:pt x="7149368" y="849160"/>
                </a:cubicBezTo>
                <a:cubicBezTo>
                  <a:pt x="6887901" y="852633"/>
                  <a:pt x="6795535" y="844560"/>
                  <a:pt x="6648634" y="849160"/>
                </a:cubicBezTo>
                <a:cubicBezTo>
                  <a:pt x="6501733" y="853760"/>
                  <a:pt x="6226382" y="883680"/>
                  <a:pt x="5855806" y="849160"/>
                </a:cubicBezTo>
                <a:cubicBezTo>
                  <a:pt x="5485230" y="814640"/>
                  <a:pt x="5380390" y="872716"/>
                  <a:pt x="5160342" y="849160"/>
                </a:cubicBezTo>
                <a:cubicBezTo>
                  <a:pt x="4940294" y="825604"/>
                  <a:pt x="4858666" y="859405"/>
                  <a:pt x="4756973" y="849160"/>
                </a:cubicBezTo>
                <a:cubicBezTo>
                  <a:pt x="4655280" y="838915"/>
                  <a:pt x="4255519" y="865426"/>
                  <a:pt x="4061509" y="849160"/>
                </a:cubicBezTo>
                <a:cubicBezTo>
                  <a:pt x="3867499" y="832894"/>
                  <a:pt x="3780377" y="829305"/>
                  <a:pt x="3658140" y="849160"/>
                </a:cubicBezTo>
                <a:cubicBezTo>
                  <a:pt x="3535903" y="869015"/>
                  <a:pt x="3144051" y="822570"/>
                  <a:pt x="2865311" y="849160"/>
                </a:cubicBezTo>
                <a:cubicBezTo>
                  <a:pt x="2586571" y="875750"/>
                  <a:pt x="2274823" y="858086"/>
                  <a:pt x="1975117" y="849160"/>
                </a:cubicBezTo>
                <a:cubicBezTo>
                  <a:pt x="1675411" y="840234"/>
                  <a:pt x="1328197" y="868861"/>
                  <a:pt x="1084924" y="849160"/>
                </a:cubicBezTo>
                <a:cubicBezTo>
                  <a:pt x="841651" y="829459"/>
                  <a:pt x="348988" y="858007"/>
                  <a:pt x="0" y="849160"/>
                </a:cubicBezTo>
                <a:cubicBezTo>
                  <a:pt x="-17347" y="702918"/>
                  <a:pt x="-5198" y="574204"/>
                  <a:pt x="0" y="450055"/>
                </a:cubicBezTo>
                <a:cubicBezTo>
                  <a:pt x="5198" y="325907"/>
                  <a:pt x="13804" y="115866"/>
                  <a:pt x="0" y="0"/>
                </a:cubicBezTo>
                <a:close/>
              </a:path>
              <a:path w="9736494" h="849160" stroke="0" extrusionOk="0">
                <a:moveTo>
                  <a:pt x="0" y="0"/>
                </a:moveTo>
                <a:cubicBezTo>
                  <a:pt x="388757" y="17135"/>
                  <a:pt x="662939" y="28187"/>
                  <a:pt x="890194" y="0"/>
                </a:cubicBezTo>
                <a:cubicBezTo>
                  <a:pt x="1117449" y="-28187"/>
                  <a:pt x="1168254" y="-17688"/>
                  <a:pt x="1390928" y="0"/>
                </a:cubicBezTo>
                <a:cubicBezTo>
                  <a:pt x="1613602" y="17688"/>
                  <a:pt x="1909004" y="37258"/>
                  <a:pt x="2281121" y="0"/>
                </a:cubicBezTo>
                <a:cubicBezTo>
                  <a:pt x="2653238" y="-37258"/>
                  <a:pt x="2706947" y="-10348"/>
                  <a:pt x="2976585" y="0"/>
                </a:cubicBezTo>
                <a:cubicBezTo>
                  <a:pt x="3246223" y="10348"/>
                  <a:pt x="3296213" y="14684"/>
                  <a:pt x="3379954" y="0"/>
                </a:cubicBezTo>
                <a:cubicBezTo>
                  <a:pt x="3463695" y="-14684"/>
                  <a:pt x="3798264" y="17046"/>
                  <a:pt x="4075418" y="0"/>
                </a:cubicBezTo>
                <a:cubicBezTo>
                  <a:pt x="4352572" y="-17046"/>
                  <a:pt x="4374956" y="-25116"/>
                  <a:pt x="4673517" y="0"/>
                </a:cubicBezTo>
                <a:cubicBezTo>
                  <a:pt x="4972078" y="25116"/>
                  <a:pt x="5117794" y="8823"/>
                  <a:pt x="5466346" y="0"/>
                </a:cubicBezTo>
                <a:cubicBezTo>
                  <a:pt x="5814898" y="-8823"/>
                  <a:pt x="6152251" y="40352"/>
                  <a:pt x="6356540" y="0"/>
                </a:cubicBezTo>
                <a:cubicBezTo>
                  <a:pt x="6560829" y="-40352"/>
                  <a:pt x="6585476" y="-19340"/>
                  <a:pt x="6759909" y="0"/>
                </a:cubicBezTo>
                <a:cubicBezTo>
                  <a:pt x="6934342" y="19340"/>
                  <a:pt x="7066512" y="9134"/>
                  <a:pt x="7163278" y="0"/>
                </a:cubicBezTo>
                <a:cubicBezTo>
                  <a:pt x="7260044" y="-9134"/>
                  <a:pt x="7625096" y="-16684"/>
                  <a:pt x="7761377" y="0"/>
                </a:cubicBezTo>
                <a:cubicBezTo>
                  <a:pt x="7897658" y="16684"/>
                  <a:pt x="8110933" y="-5105"/>
                  <a:pt x="8262111" y="0"/>
                </a:cubicBezTo>
                <a:cubicBezTo>
                  <a:pt x="8413289" y="5105"/>
                  <a:pt x="8710664" y="7935"/>
                  <a:pt x="9054939" y="0"/>
                </a:cubicBezTo>
                <a:cubicBezTo>
                  <a:pt x="9399214" y="-7935"/>
                  <a:pt x="9562252" y="9058"/>
                  <a:pt x="9736494" y="0"/>
                </a:cubicBezTo>
                <a:cubicBezTo>
                  <a:pt x="9741431" y="142688"/>
                  <a:pt x="9727623" y="233294"/>
                  <a:pt x="9736494" y="407597"/>
                </a:cubicBezTo>
                <a:cubicBezTo>
                  <a:pt x="9745365" y="581900"/>
                  <a:pt x="9753868" y="686288"/>
                  <a:pt x="9736494" y="849160"/>
                </a:cubicBezTo>
                <a:cubicBezTo>
                  <a:pt x="9314764" y="843885"/>
                  <a:pt x="9055603" y="843613"/>
                  <a:pt x="8846300" y="849160"/>
                </a:cubicBezTo>
                <a:cubicBezTo>
                  <a:pt x="8636997" y="854707"/>
                  <a:pt x="8273984" y="883028"/>
                  <a:pt x="8053471" y="849160"/>
                </a:cubicBezTo>
                <a:cubicBezTo>
                  <a:pt x="7832958" y="815292"/>
                  <a:pt x="7734787" y="861819"/>
                  <a:pt x="7650102" y="849160"/>
                </a:cubicBezTo>
                <a:cubicBezTo>
                  <a:pt x="7565417" y="836501"/>
                  <a:pt x="7373740" y="868656"/>
                  <a:pt x="7149368" y="849160"/>
                </a:cubicBezTo>
                <a:cubicBezTo>
                  <a:pt x="6924996" y="829664"/>
                  <a:pt x="6865001" y="838161"/>
                  <a:pt x="6648634" y="849160"/>
                </a:cubicBezTo>
                <a:cubicBezTo>
                  <a:pt x="6432267" y="860159"/>
                  <a:pt x="6129821" y="817508"/>
                  <a:pt x="5953171" y="849160"/>
                </a:cubicBezTo>
                <a:cubicBezTo>
                  <a:pt x="5776521" y="880812"/>
                  <a:pt x="5555683" y="840582"/>
                  <a:pt x="5257707" y="849160"/>
                </a:cubicBezTo>
                <a:cubicBezTo>
                  <a:pt x="4959731" y="857738"/>
                  <a:pt x="4896943" y="850756"/>
                  <a:pt x="4756973" y="849160"/>
                </a:cubicBezTo>
                <a:cubicBezTo>
                  <a:pt x="4617003" y="847564"/>
                  <a:pt x="4311149" y="872250"/>
                  <a:pt x="3964144" y="849160"/>
                </a:cubicBezTo>
                <a:cubicBezTo>
                  <a:pt x="3617139" y="826070"/>
                  <a:pt x="3445192" y="876973"/>
                  <a:pt x="3171315" y="849160"/>
                </a:cubicBezTo>
                <a:cubicBezTo>
                  <a:pt x="2897438" y="821347"/>
                  <a:pt x="2786962" y="821554"/>
                  <a:pt x="2475851" y="849160"/>
                </a:cubicBezTo>
                <a:cubicBezTo>
                  <a:pt x="2164740" y="876766"/>
                  <a:pt x="2012966" y="845841"/>
                  <a:pt x="1877752" y="849160"/>
                </a:cubicBezTo>
                <a:cubicBezTo>
                  <a:pt x="1742538" y="852479"/>
                  <a:pt x="1400479" y="826096"/>
                  <a:pt x="1084924" y="849160"/>
                </a:cubicBezTo>
                <a:cubicBezTo>
                  <a:pt x="769369" y="872224"/>
                  <a:pt x="496894" y="875518"/>
                  <a:pt x="0" y="849160"/>
                </a:cubicBezTo>
                <a:cubicBezTo>
                  <a:pt x="-15163" y="735388"/>
                  <a:pt x="-10586" y="649163"/>
                  <a:pt x="0" y="450055"/>
                </a:cubicBezTo>
                <a:cubicBezTo>
                  <a:pt x="10586" y="250947"/>
                  <a:pt x="9766" y="198513"/>
                  <a:pt x="0" y="0"/>
                </a:cubicBezTo>
                <a:close/>
              </a:path>
            </a:pathLst>
          </a:custGeom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95093341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/>
              <a:t>Finally, because they are all cars, we group everything into one </a:t>
            </a:r>
            <a:r>
              <a:rPr lang="en-PH" b="1"/>
              <a:t>Car</a:t>
            </a:r>
            <a:r>
              <a:rPr lang="en-PH"/>
              <a:t> cluster</a:t>
            </a:r>
            <a:endParaRPr lang="en-PH" b="1" dirty="0"/>
          </a:p>
        </p:txBody>
      </p:sp>
    </p:spTree>
    <p:extLst>
      <p:ext uri="{BB962C8B-B14F-4D97-AF65-F5344CB8AC3E}">
        <p14:creationId xmlns:p14="http://schemas.microsoft.com/office/powerpoint/2010/main" val="2853585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D60AB-6A50-A805-335E-18C4556DB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5BBFD-3536-83B1-DBE4-023254BC1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08612-8B27-DE69-451A-C262F8DA2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PH" dirty="0"/>
              <a:t>Hierarchical Clustering is separating data into different groups based on</a:t>
            </a:r>
            <a:r>
              <a:rPr lang="en-PH" b="1" dirty="0">
                <a:solidFill>
                  <a:srgbClr val="002060"/>
                </a:solidFill>
              </a:rPr>
              <a:t> some measure of similarity</a:t>
            </a:r>
          </a:p>
          <a:p>
            <a:endParaRPr lang="en-PH" dirty="0"/>
          </a:p>
        </p:txBody>
      </p:sp>
      <p:pic>
        <p:nvPicPr>
          <p:cNvPr id="5" name="Picture 4" descr="A graph of a diagram&#10;&#10;Description automatically generated with medium confidence">
            <a:extLst>
              <a:ext uri="{FF2B5EF4-FFF2-40B4-BE49-F238E27FC236}">
                <a16:creationId xmlns:a16="http://schemas.microsoft.com/office/drawing/2014/main" id="{F83A8577-686A-42BF-AE0D-0688B3B65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3313188"/>
            <a:ext cx="68580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799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0612-27D6-B758-3D0A-A061BA4EA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970B2-54B2-DE58-C8AD-B5B640E52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1EF10-4DEC-0326-F047-B5A742138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dirty="0"/>
              <a:t>Unlike k-means, hierarchical clustering </a:t>
            </a:r>
            <a:r>
              <a:rPr lang="en-US" b="1" dirty="0">
                <a:solidFill>
                  <a:srgbClr val="002060"/>
                </a:solidFill>
              </a:rPr>
              <a:t>doesn’t require the user to specify the number of clusters beforehand</a:t>
            </a:r>
            <a:r>
              <a:rPr lang="en-US" dirty="0"/>
              <a:t>.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/>
              <a:t>Instead, it returns an output (typically as a </a:t>
            </a:r>
            <a:r>
              <a:rPr lang="en-US" b="1" dirty="0">
                <a:solidFill>
                  <a:srgbClr val="002060"/>
                </a:solidFill>
              </a:rPr>
              <a:t>dendrogram</a:t>
            </a:r>
            <a:r>
              <a:rPr lang="en-US" dirty="0"/>
              <a:t>)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/>
              <a:t>The user will then decide the appropriate number of clusters (either manually or algorithmically). </a:t>
            </a:r>
          </a:p>
        </p:txBody>
      </p:sp>
    </p:spTree>
    <p:extLst>
      <p:ext uri="{BB962C8B-B14F-4D97-AF65-F5344CB8AC3E}">
        <p14:creationId xmlns:p14="http://schemas.microsoft.com/office/powerpoint/2010/main" val="3472799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F44A6-0930-5BA6-22ED-DA17756F3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sz="4400" dirty="0">
                <a:solidFill>
                  <a:srgbClr val="002060"/>
                </a:solidFill>
                <a:latin typeface="+mn-lt"/>
              </a:rPr>
              <a:t>Dendrogram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CFA7B-77E7-0130-01BC-57973591B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dirty="0"/>
              <a:t>A </a:t>
            </a:r>
            <a:r>
              <a:rPr lang="en-US" b="1" dirty="0">
                <a:solidFill>
                  <a:srgbClr val="002060"/>
                </a:solidFill>
              </a:rPr>
              <a:t>tree-like diagram </a:t>
            </a:r>
            <a:r>
              <a:rPr lang="en-US" dirty="0"/>
              <a:t>that shows the hierarchical relationship between objects or groups of objects.</a:t>
            </a:r>
            <a:endParaRPr lang="en-PH" dirty="0"/>
          </a:p>
        </p:txBody>
      </p:sp>
      <p:pic>
        <p:nvPicPr>
          <p:cNvPr id="5" name="Picture 4" descr="A graph of a diagram&#10;&#10;Description automatically generated with medium confidence">
            <a:extLst>
              <a:ext uri="{FF2B5EF4-FFF2-40B4-BE49-F238E27FC236}">
                <a16:creationId xmlns:a16="http://schemas.microsoft.com/office/drawing/2014/main" id="{B023CB84-AF61-947F-1436-10D89F905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3313188"/>
            <a:ext cx="68580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312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7BD8B-3A47-045C-4893-A957B3FE7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292F5E05-D5AE-5DA8-4ABE-5E3FA6E1C9DC}"/>
              </a:ext>
            </a:extLst>
          </p:cNvPr>
          <p:cNvGrpSpPr/>
          <p:nvPr/>
        </p:nvGrpSpPr>
        <p:grpSpPr>
          <a:xfrm>
            <a:off x="359485" y="2033195"/>
            <a:ext cx="4511028" cy="3003178"/>
            <a:chOff x="359485" y="2033195"/>
            <a:chExt cx="4511028" cy="3003178"/>
          </a:xfrm>
        </p:grpSpPr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BDAF4646-178D-2DC1-7970-9E7869555868}"/>
                </a:ext>
              </a:extLst>
            </p:cNvPr>
            <p:cNvCxnSpPr>
              <a:cxnSpLocks/>
            </p:cNvCxnSpPr>
            <p:nvPr/>
          </p:nvCxnSpPr>
          <p:spPr>
            <a:xfrm>
              <a:off x="359485" y="5036373"/>
              <a:ext cx="408700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3F5FB7A1-5E3C-2E26-C599-EAB6B12AFC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9485" y="2033195"/>
              <a:ext cx="0" cy="30031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12" name="Picture 11" descr="A red car with a white background&#10;&#10;Description automatically generated">
              <a:extLst>
                <a:ext uri="{FF2B5EF4-FFF2-40B4-BE49-F238E27FC236}">
                  <a16:creationId xmlns:a16="http://schemas.microsoft.com/office/drawing/2014/main" id="{0160056A-4A0E-F29D-88AB-BC987A73F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709" t="23866" r="5962" b="9987"/>
            <a:stretch/>
          </p:blipFill>
          <p:spPr>
            <a:xfrm>
              <a:off x="1284556" y="4329817"/>
              <a:ext cx="1323335" cy="54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13" name="Picture 12" descr="A black suv with silver trim&#10;&#10;Description automatically generated">
              <a:extLst>
                <a:ext uri="{FF2B5EF4-FFF2-40B4-BE49-F238E27FC236}">
                  <a16:creationId xmlns:a16="http://schemas.microsoft.com/office/drawing/2014/main" id="{1D092602-95D7-27C9-1DA6-116AA6C52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53" t="9314" r="3624" b="10870"/>
            <a:stretch/>
          </p:blipFill>
          <p:spPr>
            <a:xfrm>
              <a:off x="3446055" y="2887740"/>
              <a:ext cx="1000439" cy="54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14" name="Picture 13" descr="A blue suv with a white background&#10;&#10;Description automatically generated">
              <a:extLst>
                <a:ext uri="{FF2B5EF4-FFF2-40B4-BE49-F238E27FC236}">
                  <a16:creationId xmlns:a16="http://schemas.microsoft.com/office/drawing/2014/main" id="{D6F47F1E-E189-ADCF-38F4-915A5DE41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181" t="9314" r="3596" b="10870"/>
            <a:stretch/>
          </p:blipFill>
          <p:spPr>
            <a:xfrm>
              <a:off x="3870074" y="3422056"/>
              <a:ext cx="1000439" cy="54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15" name="Picture 14" descr="A car parked on a white surface&#10;&#10;Description automatically generated">
              <a:extLst>
                <a:ext uri="{FF2B5EF4-FFF2-40B4-BE49-F238E27FC236}">
                  <a16:creationId xmlns:a16="http://schemas.microsoft.com/office/drawing/2014/main" id="{92C92D8E-9D57-7AF7-7698-D3F87AD12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0958" t="29158" r="11572" b="23658"/>
            <a:stretch/>
          </p:blipFill>
          <p:spPr>
            <a:xfrm>
              <a:off x="720908" y="3789817"/>
              <a:ext cx="1431972" cy="54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20" name="Picture 19" descr="A black sports car on a white background&#10;&#10;Description automatically generated">
              <a:extLst>
                <a:ext uri="{FF2B5EF4-FFF2-40B4-BE49-F238E27FC236}">
                  <a16:creationId xmlns:a16="http://schemas.microsoft.com/office/drawing/2014/main" id="{CEC7F79C-8341-7320-8F43-864DAE7A9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804" t="25000" r="9996" b="19924"/>
            <a:stretch/>
          </p:blipFill>
          <p:spPr>
            <a:xfrm>
              <a:off x="1048651" y="2671641"/>
              <a:ext cx="1000440" cy="396542"/>
            </a:xfrm>
            <a:prstGeom prst="rect">
              <a:avLst/>
            </a:prstGeom>
          </p:spPr>
        </p:pic>
        <p:pic>
          <p:nvPicPr>
            <p:cNvPr id="22" name="Picture 21" descr="A blue sports car with black wheels&#10;&#10;Description automatically generated">
              <a:extLst>
                <a:ext uri="{FF2B5EF4-FFF2-40B4-BE49-F238E27FC236}">
                  <a16:creationId xmlns:a16="http://schemas.microsoft.com/office/drawing/2014/main" id="{BF8AB908-E7C6-FC2A-FBE1-0897B844F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8669" t="25615" r="5184" b="18822"/>
            <a:stretch/>
          </p:blipFill>
          <p:spPr>
            <a:xfrm>
              <a:off x="590915" y="2238430"/>
              <a:ext cx="1009650" cy="400051"/>
            </a:xfrm>
            <a:prstGeom prst="rect">
              <a:avLst/>
            </a:prstGeom>
          </p:spPr>
        </p:pic>
      </p:grp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A2C07EA9-3FD6-EC7E-212A-3DEA1A685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9091" y="1326878"/>
            <a:ext cx="762365" cy="41663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PH" sz="2100" b="1" dirty="0"/>
              <a:t>Data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E228CC9-F732-6A9A-F376-19118D7A1391}"/>
              </a:ext>
            </a:extLst>
          </p:cNvPr>
          <p:cNvGrpSpPr/>
          <p:nvPr/>
        </p:nvGrpSpPr>
        <p:grpSpPr>
          <a:xfrm>
            <a:off x="5799483" y="1326878"/>
            <a:ext cx="6278217" cy="4178783"/>
            <a:chOff x="5799483" y="1326878"/>
            <a:chExt cx="6278217" cy="4178783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BEAAD74-6BB0-D948-6B0C-6ECE073B05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8934" y="4981575"/>
              <a:ext cx="6258766" cy="3574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512DE8D-BD86-298E-724F-41FA670252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9483" y="2033195"/>
              <a:ext cx="0" cy="300317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D0BA54F-D9EF-1505-A740-A7AFCEDDE08C}"/>
                </a:ext>
              </a:extLst>
            </p:cNvPr>
            <p:cNvGrpSpPr/>
            <p:nvPr/>
          </p:nvGrpSpPr>
          <p:grpSpPr>
            <a:xfrm>
              <a:off x="6039977" y="5135491"/>
              <a:ext cx="5613861" cy="370170"/>
              <a:chOff x="4333648" y="5578403"/>
              <a:chExt cx="5613861" cy="370170"/>
            </a:xfrm>
          </p:grpSpPr>
          <p:pic>
            <p:nvPicPr>
              <p:cNvPr id="33" name="Picture 32" descr="A red car with a white background&#10;&#10;Description automatically generated">
                <a:extLst>
                  <a:ext uri="{FF2B5EF4-FFF2-40B4-BE49-F238E27FC236}">
                    <a16:creationId xmlns:a16="http://schemas.microsoft.com/office/drawing/2014/main" id="{7752600C-D992-2922-35A2-AAD61C4B60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7709" t="23866" r="5962" b="9987"/>
              <a:stretch/>
            </p:blipFill>
            <p:spPr>
              <a:xfrm>
                <a:off x="5413703" y="5588573"/>
                <a:ext cx="882223" cy="360000"/>
              </a:xfrm>
              <a:prstGeom prst="rect">
                <a:avLst/>
              </a:prstGeom>
              <a:ln w="38100">
                <a:noFill/>
              </a:ln>
            </p:spPr>
          </p:pic>
          <p:pic>
            <p:nvPicPr>
              <p:cNvPr id="34" name="Picture 33" descr="A black suv with silver trim&#10;&#10;Description automatically generated">
                <a:extLst>
                  <a:ext uri="{FF2B5EF4-FFF2-40B4-BE49-F238E27FC236}">
                    <a16:creationId xmlns:a16="http://schemas.microsoft.com/office/drawing/2014/main" id="{ABE25058-C40E-B062-8663-D58FB51C2B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153" t="9314" r="3624" b="10870"/>
              <a:stretch/>
            </p:blipFill>
            <p:spPr>
              <a:xfrm>
                <a:off x="8488444" y="5578403"/>
                <a:ext cx="666959" cy="360000"/>
              </a:xfrm>
              <a:prstGeom prst="rect">
                <a:avLst/>
              </a:prstGeom>
              <a:ln w="38100">
                <a:noFill/>
              </a:ln>
            </p:spPr>
          </p:pic>
          <p:pic>
            <p:nvPicPr>
              <p:cNvPr id="35" name="Picture 34" descr="A blue suv with a white background&#10;&#10;Description automatically generated">
                <a:extLst>
                  <a:ext uri="{FF2B5EF4-FFF2-40B4-BE49-F238E27FC236}">
                    <a16:creationId xmlns:a16="http://schemas.microsoft.com/office/drawing/2014/main" id="{ADC57275-60A5-43C9-1EF6-53FD035821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5181" t="9314" r="3596" b="10870"/>
              <a:stretch/>
            </p:blipFill>
            <p:spPr>
              <a:xfrm>
                <a:off x="9280550" y="5578403"/>
                <a:ext cx="666959" cy="360000"/>
              </a:xfrm>
              <a:prstGeom prst="rect">
                <a:avLst/>
              </a:prstGeom>
              <a:ln w="38100">
                <a:noFill/>
              </a:ln>
            </p:spPr>
          </p:pic>
          <p:pic>
            <p:nvPicPr>
              <p:cNvPr id="36" name="Picture 35" descr="A car parked on a white surface&#10;&#10;Description automatically generated">
                <a:extLst>
                  <a:ext uri="{FF2B5EF4-FFF2-40B4-BE49-F238E27FC236}">
                    <a16:creationId xmlns:a16="http://schemas.microsoft.com/office/drawing/2014/main" id="{070EEF4B-8E5C-E557-B6EA-5F24A7BEBC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10958" t="29158" r="11572" b="23658"/>
              <a:stretch/>
            </p:blipFill>
            <p:spPr>
              <a:xfrm>
                <a:off x="4333648" y="5588573"/>
                <a:ext cx="954648" cy="360000"/>
              </a:xfrm>
              <a:prstGeom prst="rect">
                <a:avLst/>
              </a:prstGeom>
              <a:ln w="38100">
                <a:noFill/>
              </a:ln>
            </p:spPr>
          </p:pic>
          <p:pic>
            <p:nvPicPr>
              <p:cNvPr id="37" name="Picture 36" descr="A black sports car on a white background&#10;&#10;Description automatically generated">
                <a:extLst>
                  <a:ext uri="{FF2B5EF4-FFF2-40B4-BE49-F238E27FC236}">
                    <a16:creationId xmlns:a16="http://schemas.microsoft.com/office/drawing/2014/main" id="{EDC24860-A8EC-DD01-C061-3C60D0904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8804" t="25000" r="9996" b="19924"/>
              <a:stretch/>
            </p:blipFill>
            <p:spPr>
              <a:xfrm>
                <a:off x="7455049" y="5578403"/>
                <a:ext cx="908248" cy="360000"/>
              </a:xfrm>
              <a:prstGeom prst="rect">
                <a:avLst/>
              </a:prstGeom>
            </p:spPr>
          </p:pic>
          <p:pic>
            <p:nvPicPr>
              <p:cNvPr id="38" name="Picture 37" descr="A blue sports car with black wheels&#10;&#10;Description automatically generated">
                <a:extLst>
                  <a:ext uri="{FF2B5EF4-FFF2-40B4-BE49-F238E27FC236}">
                    <a16:creationId xmlns:a16="http://schemas.microsoft.com/office/drawing/2014/main" id="{7B1F7C21-CBF1-2EDD-5D51-9963C0B4E9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8669" t="25615" r="5184" b="18822"/>
              <a:stretch/>
            </p:blipFill>
            <p:spPr>
              <a:xfrm>
                <a:off x="6421333" y="5578403"/>
                <a:ext cx="908569" cy="360000"/>
              </a:xfrm>
              <a:prstGeom prst="rect">
                <a:avLst/>
              </a:prstGeom>
            </p:spPr>
          </p:pic>
        </p:grpSp>
        <p:sp>
          <p:nvSpPr>
            <p:cNvPr id="62" name="Content Placeholder 2">
              <a:extLst>
                <a:ext uri="{FF2B5EF4-FFF2-40B4-BE49-F238E27FC236}">
                  <a16:creationId xmlns:a16="http://schemas.microsoft.com/office/drawing/2014/main" id="{CEDD6116-CDA6-82BC-319A-E75FC6902845}"/>
                </a:ext>
              </a:extLst>
            </p:cNvPr>
            <p:cNvSpPr txBox="1">
              <a:spLocks/>
            </p:cNvSpPr>
            <p:nvPr/>
          </p:nvSpPr>
          <p:spPr>
            <a:xfrm>
              <a:off x="8361072" y="1326878"/>
              <a:ext cx="1708554" cy="41663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PH" sz="2100" b="1" dirty="0"/>
                <a:t>Dendrogram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2262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9FC7D-2946-21C3-FC59-D8CC82FEF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9892AC0-6292-4970-5742-7EAABBA4FAA6}"/>
              </a:ext>
            </a:extLst>
          </p:cNvPr>
          <p:cNvCxnSpPr>
            <a:cxnSpLocks/>
          </p:cNvCxnSpPr>
          <p:nvPr/>
        </p:nvCxnSpPr>
        <p:spPr>
          <a:xfrm>
            <a:off x="359485" y="5036373"/>
            <a:ext cx="4087009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01744D7-7B7F-3DA6-3B57-947638A12B5A}"/>
              </a:ext>
            </a:extLst>
          </p:cNvPr>
          <p:cNvCxnSpPr>
            <a:cxnSpLocks/>
          </p:cNvCxnSpPr>
          <p:nvPr/>
        </p:nvCxnSpPr>
        <p:spPr>
          <a:xfrm flipV="1">
            <a:off x="359485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Picture 11" descr="A red car with a white background&#10;&#10;Description automatically generated">
            <a:extLst>
              <a:ext uri="{FF2B5EF4-FFF2-40B4-BE49-F238E27FC236}">
                <a16:creationId xmlns:a16="http://schemas.microsoft.com/office/drawing/2014/main" id="{1401A85C-4C53-1C9C-ED35-2A52124E3A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9" t="23866" r="5962" b="9987"/>
          <a:stretch/>
        </p:blipFill>
        <p:spPr>
          <a:xfrm>
            <a:off x="1284556" y="4329817"/>
            <a:ext cx="1323335" cy="540000"/>
          </a:xfrm>
          <a:prstGeom prst="rect">
            <a:avLst/>
          </a:prstGeom>
          <a:ln w="38100">
            <a:noFill/>
          </a:ln>
        </p:spPr>
      </p:pic>
      <p:pic>
        <p:nvPicPr>
          <p:cNvPr id="13" name="Picture 12" descr="A black suv with silver trim&#10;&#10;Description automatically generated">
            <a:extLst>
              <a:ext uri="{FF2B5EF4-FFF2-40B4-BE49-F238E27FC236}">
                <a16:creationId xmlns:a16="http://schemas.microsoft.com/office/drawing/2014/main" id="{85858BC2-BC4E-C368-22FE-68B95AA34B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3" t="9314" r="3624" b="10870"/>
          <a:stretch/>
        </p:blipFill>
        <p:spPr>
          <a:xfrm>
            <a:off x="3446055" y="2887740"/>
            <a:ext cx="1000439" cy="540000"/>
          </a:xfrm>
          <a:prstGeom prst="rect">
            <a:avLst/>
          </a:prstGeom>
          <a:ln w="38100">
            <a:noFill/>
          </a:ln>
        </p:spPr>
      </p:pic>
      <p:pic>
        <p:nvPicPr>
          <p:cNvPr id="14" name="Picture 13" descr="A blue suv with a white background&#10;&#10;Description automatically generated">
            <a:extLst>
              <a:ext uri="{FF2B5EF4-FFF2-40B4-BE49-F238E27FC236}">
                <a16:creationId xmlns:a16="http://schemas.microsoft.com/office/drawing/2014/main" id="{15889526-C761-144D-1114-BD62A7E1D5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81" t="9314" r="3596" b="10870"/>
          <a:stretch/>
        </p:blipFill>
        <p:spPr>
          <a:xfrm>
            <a:off x="3870074" y="3422056"/>
            <a:ext cx="1000439" cy="540000"/>
          </a:xfrm>
          <a:prstGeom prst="rect">
            <a:avLst/>
          </a:prstGeom>
          <a:ln w="38100">
            <a:noFill/>
          </a:ln>
        </p:spPr>
      </p:pic>
      <p:pic>
        <p:nvPicPr>
          <p:cNvPr id="15" name="Picture 14" descr="A car parked on a white surface&#10;&#10;Description automatically generated">
            <a:extLst>
              <a:ext uri="{FF2B5EF4-FFF2-40B4-BE49-F238E27FC236}">
                <a16:creationId xmlns:a16="http://schemas.microsoft.com/office/drawing/2014/main" id="{157C9FAB-523A-5008-54E2-259BAD097E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58" t="29158" r="11572" b="23658"/>
          <a:stretch/>
        </p:blipFill>
        <p:spPr>
          <a:xfrm>
            <a:off x="720908" y="3789817"/>
            <a:ext cx="1431972" cy="540000"/>
          </a:xfrm>
          <a:prstGeom prst="rect">
            <a:avLst/>
          </a:prstGeom>
          <a:ln w="38100">
            <a:noFill/>
          </a:ln>
        </p:spPr>
      </p:pic>
      <p:pic>
        <p:nvPicPr>
          <p:cNvPr id="20" name="Picture 19" descr="A black sports car on a white background&#10;&#10;Description automatically generated">
            <a:extLst>
              <a:ext uri="{FF2B5EF4-FFF2-40B4-BE49-F238E27FC236}">
                <a16:creationId xmlns:a16="http://schemas.microsoft.com/office/drawing/2014/main" id="{41C6848E-EBFC-165D-5EE4-F140431FA14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804" t="25000" r="9996" b="19924"/>
          <a:stretch/>
        </p:blipFill>
        <p:spPr>
          <a:xfrm>
            <a:off x="1048651" y="2671641"/>
            <a:ext cx="1000440" cy="396542"/>
          </a:xfrm>
          <a:prstGeom prst="rect">
            <a:avLst/>
          </a:prstGeom>
        </p:spPr>
      </p:pic>
      <p:pic>
        <p:nvPicPr>
          <p:cNvPr id="22" name="Picture 21" descr="A blue sports car with black wheels&#10;&#10;Description automatically generated">
            <a:extLst>
              <a:ext uri="{FF2B5EF4-FFF2-40B4-BE49-F238E27FC236}">
                <a16:creationId xmlns:a16="http://schemas.microsoft.com/office/drawing/2014/main" id="{9F97A97F-F3EB-45D5-8F02-5E6B3968F1E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669" t="25615" r="5184" b="18822"/>
          <a:stretch/>
        </p:blipFill>
        <p:spPr>
          <a:xfrm>
            <a:off x="590915" y="2238430"/>
            <a:ext cx="1009650" cy="400051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F0765B5-0E5A-1358-A384-984770B44323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6EE231B-AF79-BA5B-17DC-847D41170B1B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36CA0A0-FE95-01BC-6A97-02BD9868F38E}"/>
              </a:ext>
            </a:extLst>
          </p:cNvPr>
          <p:cNvGrpSpPr/>
          <p:nvPr/>
        </p:nvGrpSpPr>
        <p:grpSpPr>
          <a:xfrm>
            <a:off x="6039977" y="5135491"/>
            <a:ext cx="5613861" cy="370170"/>
            <a:chOff x="4333648" y="5578403"/>
            <a:chExt cx="5613861" cy="370170"/>
          </a:xfrm>
        </p:grpSpPr>
        <p:pic>
          <p:nvPicPr>
            <p:cNvPr id="33" name="Picture 32" descr="A red car with a white background&#10;&#10;Description automatically generated">
              <a:extLst>
                <a:ext uri="{FF2B5EF4-FFF2-40B4-BE49-F238E27FC236}">
                  <a16:creationId xmlns:a16="http://schemas.microsoft.com/office/drawing/2014/main" id="{35EEFB3D-22B4-7031-B1B7-C75C39F59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709" t="23866" r="5962" b="9987"/>
            <a:stretch/>
          </p:blipFill>
          <p:spPr>
            <a:xfrm>
              <a:off x="5413703" y="5588573"/>
              <a:ext cx="882223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4" name="Picture 33" descr="A black suv with silver trim&#10;&#10;Description automatically generated">
              <a:extLst>
                <a:ext uri="{FF2B5EF4-FFF2-40B4-BE49-F238E27FC236}">
                  <a16:creationId xmlns:a16="http://schemas.microsoft.com/office/drawing/2014/main" id="{4FC0515B-C2F0-5E30-38C1-6F90E1A15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53" t="9314" r="3624" b="10870"/>
            <a:stretch/>
          </p:blipFill>
          <p:spPr>
            <a:xfrm>
              <a:off x="8488444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5" name="Picture 34" descr="A blue suv with a white background&#10;&#10;Description automatically generated">
              <a:extLst>
                <a:ext uri="{FF2B5EF4-FFF2-40B4-BE49-F238E27FC236}">
                  <a16:creationId xmlns:a16="http://schemas.microsoft.com/office/drawing/2014/main" id="{7CDD57FD-8A9F-8DC2-2A96-C0DED70EB0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181" t="9314" r="3596" b="10870"/>
            <a:stretch/>
          </p:blipFill>
          <p:spPr>
            <a:xfrm>
              <a:off x="9280550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6" name="Picture 35" descr="A car parked on a white surface&#10;&#10;Description automatically generated">
              <a:extLst>
                <a:ext uri="{FF2B5EF4-FFF2-40B4-BE49-F238E27FC236}">
                  <a16:creationId xmlns:a16="http://schemas.microsoft.com/office/drawing/2014/main" id="{3BA1DCBA-04F7-EA63-5EE5-4A58362EFB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0958" t="29158" r="11572" b="23658"/>
            <a:stretch/>
          </p:blipFill>
          <p:spPr>
            <a:xfrm>
              <a:off x="4333648" y="5588573"/>
              <a:ext cx="954648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7" name="Picture 36" descr="A black sports car on a white background&#10;&#10;Description automatically generated">
              <a:extLst>
                <a:ext uri="{FF2B5EF4-FFF2-40B4-BE49-F238E27FC236}">
                  <a16:creationId xmlns:a16="http://schemas.microsoft.com/office/drawing/2014/main" id="{3F2F6D3E-6040-DBF8-CBAD-0EA423E44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804" t="25000" r="9996" b="19924"/>
            <a:stretch/>
          </p:blipFill>
          <p:spPr>
            <a:xfrm>
              <a:off x="7455049" y="5578403"/>
              <a:ext cx="908248" cy="360000"/>
            </a:xfrm>
            <a:prstGeom prst="rect">
              <a:avLst/>
            </a:prstGeom>
          </p:spPr>
        </p:pic>
        <p:pic>
          <p:nvPicPr>
            <p:cNvPr id="38" name="Picture 37" descr="A blue sports car with black wheels&#10;&#10;Description automatically generated">
              <a:extLst>
                <a:ext uri="{FF2B5EF4-FFF2-40B4-BE49-F238E27FC236}">
                  <a16:creationId xmlns:a16="http://schemas.microsoft.com/office/drawing/2014/main" id="{8A865F4D-C59B-EAA4-57B1-5EA93F07A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8669" t="25615" r="5184" b="18822"/>
            <a:stretch/>
          </p:blipFill>
          <p:spPr>
            <a:xfrm>
              <a:off x="6421333" y="5578403"/>
              <a:ext cx="908569" cy="360000"/>
            </a:xfrm>
            <a:prstGeom prst="rect">
              <a:avLst/>
            </a:prstGeom>
          </p:spPr>
        </p:pic>
      </p:grp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2C15B533-F5AE-4193-EB15-7CC30B0CEB9E}"/>
              </a:ext>
            </a:extLst>
          </p:cNvPr>
          <p:cNvCxnSpPr>
            <a:cxnSpLocks/>
            <a:stCxn id="36" idx="0"/>
            <a:endCxn id="33" idx="0"/>
          </p:cNvCxnSpPr>
          <p:nvPr/>
        </p:nvCxnSpPr>
        <p:spPr>
          <a:xfrm rot="5400000" flipH="1" flipV="1">
            <a:off x="7039222" y="4623740"/>
            <a:ext cx="12700" cy="1043843"/>
          </a:xfrm>
          <a:prstGeom prst="bentConnector3">
            <a:avLst>
              <a:gd name="adj1" fmla="val 1044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C8BF2172-8053-C5AD-A025-5F9CBC060535}"/>
              </a:ext>
            </a:extLst>
          </p:cNvPr>
          <p:cNvSpPr/>
          <p:nvPr/>
        </p:nvSpPr>
        <p:spPr>
          <a:xfrm>
            <a:off x="537380" y="3716067"/>
            <a:ext cx="2350189" cy="1301256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66913691-6962-EAF8-A05D-530E9C734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9091" y="1322831"/>
            <a:ext cx="762365" cy="41663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PH" sz="2100" b="1" dirty="0"/>
              <a:t>Data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D512BBD5-9D39-2DC6-A906-F86FF4943FBC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8445D3-8A0F-3E83-291A-9AB4E017D551}"/>
              </a:ext>
            </a:extLst>
          </p:cNvPr>
          <p:cNvSpPr txBox="1">
            <a:spLocks/>
          </p:cNvSpPr>
          <p:nvPr/>
        </p:nvSpPr>
        <p:spPr>
          <a:xfrm>
            <a:off x="2938637" y="5839011"/>
            <a:ext cx="620267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We now have </a:t>
            </a:r>
            <a:r>
              <a:rPr lang="en-US" b="1" dirty="0"/>
              <a:t>1 cluster, </a:t>
            </a:r>
            <a:r>
              <a:rPr lang="en-US" dirty="0"/>
              <a:t>the </a:t>
            </a:r>
            <a:r>
              <a:rPr lang="en-US" b="1" dirty="0">
                <a:solidFill>
                  <a:srgbClr val="FF0000"/>
                </a:solidFill>
              </a:rPr>
              <a:t>Sedan </a:t>
            </a:r>
            <a:r>
              <a:rPr lang="en-US" dirty="0"/>
              <a:t>cluster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12013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914B8-E445-E58F-7943-8D1AB9C42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2842548-33ED-178C-89FF-05DF892E91E9}"/>
              </a:ext>
            </a:extLst>
          </p:cNvPr>
          <p:cNvCxnSpPr>
            <a:cxnSpLocks/>
          </p:cNvCxnSpPr>
          <p:nvPr/>
        </p:nvCxnSpPr>
        <p:spPr>
          <a:xfrm>
            <a:off x="359485" y="5036373"/>
            <a:ext cx="4087009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CCD3CEA-12BA-259D-7F11-DDB788231406}"/>
              </a:ext>
            </a:extLst>
          </p:cNvPr>
          <p:cNvCxnSpPr>
            <a:cxnSpLocks/>
          </p:cNvCxnSpPr>
          <p:nvPr/>
        </p:nvCxnSpPr>
        <p:spPr>
          <a:xfrm flipV="1">
            <a:off x="359485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Picture 11" descr="A red car with a white background&#10;&#10;Description automatically generated">
            <a:extLst>
              <a:ext uri="{FF2B5EF4-FFF2-40B4-BE49-F238E27FC236}">
                <a16:creationId xmlns:a16="http://schemas.microsoft.com/office/drawing/2014/main" id="{598DA045-A4AB-5579-11CF-185F5C0789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9" t="23866" r="5962" b="9987"/>
          <a:stretch/>
        </p:blipFill>
        <p:spPr>
          <a:xfrm>
            <a:off x="1284556" y="4329817"/>
            <a:ext cx="1323335" cy="540000"/>
          </a:xfrm>
          <a:prstGeom prst="rect">
            <a:avLst/>
          </a:prstGeom>
          <a:ln w="38100">
            <a:noFill/>
          </a:ln>
        </p:spPr>
      </p:pic>
      <p:pic>
        <p:nvPicPr>
          <p:cNvPr id="13" name="Picture 12" descr="A black suv with silver trim&#10;&#10;Description automatically generated">
            <a:extLst>
              <a:ext uri="{FF2B5EF4-FFF2-40B4-BE49-F238E27FC236}">
                <a16:creationId xmlns:a16="http://schemas.microsoft.com/office/drawing/2014/main" id="{C1AACEA4-4448-8D29-CF15-A2D2801D1E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3" t="9314" r="3624" b="10870"/>
          <a:stretch/>
        </p:blipFill>
        <p:spPr>
          <a:xfrm>
            <a:off x="3446055" y="2887740"/>
            <a:ext cx="1000439" cy="540000"/>
          </a:xfrm>
          <a:prstGeom prst="rect">
            <a:avLst/>
          </a:prstGeom>
          <a:ln w="38100">
            <a:noFill/>
          </a:ln>
        </p:spPr>
      </p:pic>
      <p:pic>
        <p:nvPicPr>
          <p:cNvPr id="14" name="Picture 13" descr="A blue suv with a white background&#10;&#10;Description automatically generated">
            <a:extLst>
              <a:ext uri="{FF2B5EF4-FFF2-40B4-BE49-F238E27FC236}">
                <a16:creationId xmlns:a16="http://schemas.microsoft.com/office/drawing/2014/main" id="{C1C1277D-55C2-F8D9-1583-F2EAB4E23D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81" t="9314" r="3596" b="10870"/>
          <a:stretch/>
        </p:blipFill>
        <p:spPr>
          <a:xfrm>
            <a:off x="3870074" y="3422056"/>
            <a:ext cx="1000439" cy="540000"/>
          </a:xfrm>
          <a:prstGeom prst="rect">
            <a:avLst/>
          </a:prstGeom>
          <a:ln w="38100">
            <a:noFill/>
          </a:ln>
        </p:spPr>
      </p:pic>
      <p:pic>
        <p:nvPicPr>
          <p:cNvPr id="15" name="Picture 14" descr="A car parked on a white surface&#10;&#10;Description automatically generated">
            <a:extLst>
              <a:ext uri="{FF2B5EF4-FFF2-40B4-BE49-F238E27FC236}">
                <a16:creationId xmlns:a16="http://schemas.microsoft.com/office/drawing/2014/main" id="{0DCBDA90-C461-31AC-0742-6500649B21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58" t="29158" r="11572" b="23658"/>
          <a:stretch/>
        </p:blipFill>
        <p:spPr>
          <a:xfrm>
            <a:off x="720908" y="3789817"/>
            <a:ext cx="1431972" cy="540000"/>
          </a:xfrm>
          <a:prstGeom prst="rect">
            <a:avLst/>
          </a:prstGeom>
          <a:ln w="38100">
            <a:noFill/>
          </a:ln>
        </p:spPr>
      </p:pic>
      <p:pic>
        <p:nvPicPr>
          <p:cNvPr id="20" name="Picture 19" descr="A black sports car on a white background&#10;&#10;Description automatically generated">
            <a:extLst>
              <a:ext uri="{FF2B5EF4-FFF2-40B4-BE49-F238E27FC236}">
                <a16:creationId xmlns:a16="http://schemas.microsoft.com/office/drawing/2014/main" id="{32A90D03-C2CA-D162-3843-20F52B14515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804" t="25000" r="9996" b="19924"/>
          <a:stretch/>
        </p:blipFill>
        <p:spPr>
          <a:xfrm>
            <a:off x="1048651" y="2671641"/>
            <a:ext cx="1000440" cy="396542"/>
          </a:xfrm>
          <a:prstGeom prst="rect">
            <a:avLst/>
          </a:prstGeom>
        </p:spPr>
      </p:pic>
      <p:pic>
        <p:nvPicPr>
          <p:cNvPr id="22" name="Picture 21" descr="A blue sports car with black wheels&#10;&#10;Description automatically generated">
            <a:extLst>
              <a:ext uri="{FF2B5EF4-FFF2-40B4-BE49-F238E27FC236}">
                <a16:creationId xmlns:a16="http://schemas.microsoft.com/office/drawing/2014/main" id="{7C37DDAC-6768-8406-B795-F640F2ED6A0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669" t="25615" r="5184" b="18822"/>
          <a:stretch/>
        </p:blipFill>
        <p:spPr>
          <a:xfrm>
            <a:off x="590915" y="2238430"/>
            <a:ext cx="1009650" cy="400051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8C37B69-44A8-440B-37AF-C8ACD4D8130F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AC7107D-06F6-8C0C-3BCF-5AC66D53E90E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230EB35-0163-EDFC-2742-10023C6911D8}"/>
              </a:ext>
            </a:extLst>
          </p:cNvPr>
          <p:cNvGrpSpPr/>
          <p:nvPr/>
        </p:nvGrpSpPr>
        <p:grpSpPr>
          <a:xfrm>
            <a:off x="6039977" y="5135491"/>
            <a:ext cx="5613861" cy="370170"/>
            <a:chOff x="4333648" y="5578403"/>
            <a:chExt cx="5613861" cy="370170"/>
          </a:xfrm>
        </p:grpSpPr>
        <p:pic>
          <p:nvPicPr>
            <p:cNvPr id="33" name="Picture 32" descr="A red car with a white background&#10;&#10;Description automatically generated">
              <a:extLst>
                <a:ext uri="{FF2B5EF4-FFF2-40B4-BE49-F238E27FC236}">
                  <a16:creationId xmlns:a16="http://schemas.microsoft.com/office/drawing/2014/main" id="{D5012646-7A10-93FD-427E-E6A45015C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709" t="23866" r="5962" b="9987"/>
            <a:stretch/>
          </p:blipFill>
          <p:spPr>
            <a:xfrm>
              <a:off x="5413703" y="5588573"/>
              <a:ext cx="882223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4" name="Picture 33" descr="A black suv with silver trim&#10;&#10;Description automatically generated">
              <a:extLst>
                <a:ext uri="{FF2B5EF4-FFF2-40B4-BE49-F238E27FC236}">
                  <a16:creationId xmlns:a16="http://schemas.microsoft.com/office/drawing/2014/main" id="{0BFC38D0-9049-DC19-F9B4-8B226408C7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53" t="9314" r="3624" b="10870"/>
            <a:stretch/>
          </p:blipFill>
          <p:spPr>
            <a:xfrm>
              <a:off x="8488444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5" name="Picture 34" descr="A blue suv with a white background&#10;&#10;Description automatically generated">
              <a:extLst>
                <a:ext uri="{FF2B5EF4-FFF2-40B4-BE49-F238E27FC236}">
                  <a16:creationId xmlns:a16="http://schemas.microsoft.com/office/drawing/2014/main" id="{887A97F9-CEE1-359A-3432-E714FFA1A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181" t="9314" r="3596" b="10870"/>
            <a:stretch/>
          </p:blipFill>
          <p:spPr>
            <a:xfrm>
              <a:off x="9280550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6" name="Picture 35" descr="A car parked on a white surface&#10;&#10;Description automatically generated">
              <a:extLst>
                <a:ext uri="{FF2B5EF4-FFF2-40B4-BE49-F238E27FC236}">
                  <a16:creationId xmlns:a16="http://schemas.microsoft.com/office/drawing/2014/main" id="{9C5DD068-0D2B-34E6-B35D-996FBD148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0958" t="29158" r="11572" b="23658"/>
            <a:stretch/>
          </p:blipFill>
          <p:spPr>
            <a:xfrm>
              <a:off x="4333648" y="5588573"/>
              <a:ext cx="954648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7" name="Picture 36" descr="A black sports car on a white background&#10;&#10;Description automatically generated">
              <a:extLst>
                <a:ext uri="{FF2B5EF4-FFF2-40B4-BE49-F238E27FC236}">
                  <a16:creationId xmlns:a16="http://schemas.microsoft.com/office/drawing/2014/main" id="{D8E2447D-DD92-27F6-7BBD-3A4CF21FEB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804" t="25000" r="9996" b="19924"/>
            <a:stretch/>
          </p:blipFill>
          <p:spPr>
            <a:xfrm>
              <a:off x="7455049" y="5578403"/>
              <a:ext cx="908248" cy="360000"/>
            </a:xfrm>
            <a:prstGeom prst="rect">
              <a:avLst/>
            </a:prstGeom>
          </p:spPr>
        </p:pic>
        <p:pic>
          <p:nvPicPr>
            <p:cNvPr id="38" name="Picture 37" descr="A blue sports car with black wheels&#10;&#10;Description automatically generated">
              <a:extLst>
                <a:ext uri="{FF2B5EF4-FFF2-40B4-BE49-F238E27FC236}">
                  <a16:creationId xmlns:a16="http://schemas.microsoft.com/office/drawing/2014/main" id="{F6F38EFF-83B6-DE8E-BBB5-FEFB8093B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8669" t="25615" r="5184" b="18822"/>
            <a:stretch/>
          </p:blipFill>
          <p:spPr>
            <a:xfrm>
              <a:off x="6421333" y="5578403"/>
              <a:ext cx="908569" cy="360000"/>
            </a:xfrm>
            <a:prstGeom prst="rect">
              <a:avLst/>
            </a:prstGeom>
          </p:spPr>
        </p:pic>
      </p:grp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804E4BA2-4773-38EF-1B7C-95DA996724D0}"/>
              </a:ext>
            </a:extLst>
          </p:cNvPr>
          <p:cNvCxnSpPr>
            <a:cxnSpLocks/>
            <a:stCxn id="36" idx="0"/>
            <a:endCxn id="33" idx="0"/>
          </p:cNvCxnSpPr>
          <p:nvPr/>
        </p:nvCxnSpPr>
        <p:spPr>
          <a:xfrm rot="5400000" flipH="1" flipV="1">
            <a:off x="7039222" y="4623740"/>
            <a:ext cx="12700" cy="1043843"/>
          </a:xfrm>
          <a:prstGeom prst="bentConnector3">
            <a:avLst>
              <a:gd name="adj1" fmla="val 1044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8F1BAC74-9009-7830-51CF-95BA342E6FFF}"/>
              </a:ext>
            </a:extLst>
          </p:cNvPr>
          <p:cNvSpPr/>
          <p:nvPr/>
        </p:nvSpPr>
        <p:spPr>
          <a:xfrm>
            <a:off x="537380" y="3716067"/>
            <a:ext cx="2350189" cy="1301256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6E98E25-91F0-A8B9-D2D5-BF4B21962F2A}"/>
              </a:ext>
            </a:extLst>
          </p:cNvPr>
          <p:cNvSpPr/>
          <p:nvPr/>
        </p:nvSpPr>
        <p:spPr>
          <a:xfrm>
            <a:off x="537380" y="1948561"/>
            <a:ext cx="1672420" cy="1301256"/>
          </a:xfrm>
          <a:prstGeom prst="ellipse">
            <a:avLst/>
          </a:prstGeom>
          <a:solidFill>
            <a:srgbClr val="00B050">
              <a:alpha val="5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C559D9D6-AC94-FE7D-AFF5-0C7050CB873A}"/>
              </a:ext>
            </a:extLst>
          </p:cNvPr>
          <p:cNvCxnSpPr>
            <a:cxnSpLocks/>
            <a:stCxn id="38" idx="0"/>
            <a:endCxn id="37" idx="0"/>
          </p:cNvCxnSpPr>
          <p:nvPr/>
        </p:nvCxnSpPr>
        <p:spPr>
          <a:xfrm rot="5400000" flipH="1" flipV="1">
            <a:off x="9098724" y="4618714"/>
            <a:ext cx="12700" cy="1033555"/>
          </a:xfrm>
          <a:prstGeom prst="bentConnector3">
            <a:avLst>
              <a:gd name="adj1" fmla="val 1044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BC4C66A-146E-C977-E46E-35FDE0052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9091" y="1322831"/>
            <a:ext cx="762365" cy="41663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PH" sz="2100" b="1" dirty="0"/>
              <a:t>Data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973FE48-5440-27B1-6243-8D5EA0C193DC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0CE6FD18-6187-9303-5FD3-83C06089AE9E}"/>
              </a:ext>
            </a:extLst>
          </p:cNvPr>
          <p:cNvSpPr txBox="1">
            <a:spLocks/>
          </p:cNvSpPr>
          <p:nvPr/>
        </p:nvSpPr>
        <p:spPr>
          <a:xfrm>
            <a:off x="1672562" y="5826127"/>
            <a:ext cx="852220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We now have </a:t>
            </a:r>
            <a:r>
              <a:rPr lang="en-US" b="1" dirty="0"/>
              <a:t>2 clusters</a:t>
            </a:r>
            <a:r>
              <a:rPr lang="en-US" dirty="0"/>
              <a:t>, the </a:t>
            </a:r>
            <a:r>
              <a:rPr lang="en-US" b="1" dirty="0">
                <a:solidFill>
                  <a:srgbClr val="FF0000"/>
                </a:solidFill>
              </a:rPr>
              <a:t>Sedan</a:t>
            </a:r>
            <a:r>
              <a:rPr lang="en-US" dirty="0"/>
              <a:t> and </a:t>
            </a:r>
            <a:r>
              <a:rPr lang="en-US" b="1" dirty="0">
                <a:solidFill>
                  <a:srgbClr val="00B050"/>
                </a:solidFill>
              </a:rPr>
              <a:t>Sports car </a:t>
            </a:r>
            <a:r>
              <a:rPr lang="en-US" dirty="0"/>
              <a:t>cluster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037157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56367-2402-55AE-78C0-66766F10F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A754B12-352E-BAA0-6003-812EF18C17D4}"/>
              </a:ext>
            </a:extLst>
          </p:cNvPr>
          <p:cNvCxnSpPr>
            <a:cxnSpLocks/>
          </p:cNvCxnSpPr>
          <p:nvPr/>
        </p:nvCxnSpPr>
        <p:spPr>
          <a:xfrm>
            <a:off x="359485" y="5036373"/>
            <a:ext cx="4087009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82C9CB9-886C-4255-F969-F5EC6C1A8BBC}"/>
              </a:ext>
            </a:extLst>
          </p:cNvPr>
          <p:cNvCxnSpPr>
            <a:cxnSpLocks/>
          </p:cNvCxnSpPr>
          <p:nvPr/>
        </p:nvCxnSpPr>
        <p:spPr>
          <a:xfrm flipV="1">
            <a:off x="359485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Picture 11" descr="A red car with a white background&#10;&#10;Description automatically generated">
            <a:extLst>
              <a:ext uri="{FF2B5EF4-FFF2-40B4-BE49-F238E27FC236}">
                <a16:creationId xmlns:a16="http://schemas.microsoft.com/office/drawing/2014/main" id="{91A36993-9A73-F819-1A66-F9752A6F5B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9" t="23866" r="5962" b="9987"/>
          <a:stretch/>
        </p:blipFill>
        <p:spPr>
          <a:xfrm>
            <a:off x="1284556" y="4329817"/>
            <a:ext cx="1323335" cy="540000"/>
          </a:xfrm>
          <a:prstGeom prst="rect">
            <a:avLst/>
          </a:prstGeom>
          <a:ln w="38100">
            <a:noFill/>
          </a:ln>
        </p:spPr>
      </p:pic>
      <p:pic>
        <p:nvPicPr>
          <p:cNvPr id="13" name="Picture 12" descr="A black suv with silver trim&#10;&#10;Description automatically generated">
            <a:extLst>
              <a:ext uri="{FF2B5EF4-FFF2-40B4-BE49-F238E27FC236}">
                <a16:creationId xmlns:a16="http://schemas.microsoft.com/office/drawing/2014/main" id="{1689757A-818E-C6A1-B47E-3509F70FDD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3" t="9314" r="3624" b="10870"/>
          <a:stretch/>
        </p:blipFill>
        <p:spPr>
          <a:xfrm>
            <a:off x="3446055" y="2887740"/>
            <a:ext cx="1000439" cy="540000"/>
          </a:xfrm>
          <a:prstGeom prst="rect">
            <a:avLst/>
          </a:prstGeom>
          <a:ln w="38100">
            <a:noFill/>
          </a:ln>
        </p:spPr>
      </p:pic>
      <p:pic>
        <p:nvPicPr>
          <p:cNvPr id="14" name="Picture 13" descr="A blue suv with a white background&#10;&#10;Description automatically generated">
            <a:extLst>
              <a:ext uri="{FF2B5EF4-FFF2-40B4-BE49-F238E27FC236}">
                <a16:creationId xmlns:a16="http://schemas.microsoft.com/office/drawing/2014/main" id="{C0F8D15D-BBA2-1D46-A395-8840086E55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81" t="9314" r="3596" b="10870"/>
          <a:stretch/>
        </p:blipFill>
        <p:spPr>
          <a:xfrm>
            <a:off x="3870074" y="3422056"/>
            <a:ext cx="1000439" cy="540000"/>
          </a:xfrm>
          <a:prstGeom prst="rect">
            <a:avLst/>
          </a:prstGeom>
          <a:ln w="38100">
            <a:noFill/>
          </a:ln>
        </p:spPr>
      </p:pic>
      <p:pic>
        <p:nvPicPr>
          <p:cNvPr id="15" name="Picture 14" descr="A car parked on a white surface&#10;&#10;Description automatically generated">
            <a:extLst>
              <a:ext uri="{FF2B5EF4-FFF2-40B4-BE49-F238E27FC236}">
                <a16:creationId xmlns:a16="http://schemas.microsoft.com/office/drawing/2014/main" id="{272482C4-013A-AE00-943F-E268859EBF4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58" t="29158" r="11572" b="23658"/>
          <a:stretch/>
        </p:blipFill>
        <p:spPr>
          <a:xfrm>
            <a:off x="720908" y="3789817"/>
            <a:ext cx="1431972" cy="540000"/>
          </a:xfrm>
          <a:prstGeom prst="rect">
            <a:avLst/>
          </a:prstGeom>
          <a:ln w="38100">
            <a:noFill/>
          </a:ln>
        </p:spPr>
      </p:pic>
      <p:pic>
        <p:nvPicPr>
          <p:cNvPr id="20" name="Picture 19" descr="A black sports car on a white background&#10;&#10;Description automatically generated">
            <a:extLst>
              <a:ext uri="{FF2B5EF4-FFF2-40B4-BE49-F238E27FC236}">
                <a16:creationId xmlns:a16="http://schemas.microsoft.com/office/drawing/2014/main" id="{346FC67B-9EED-E00A-32F2-5A78B4DD0E4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804" t="25000" r="9996" b="19924"/>
          <a:stretch/>
        </p:blipFill>
        <p:spPr>
          <a:xfrm>
            <a:off x="1048651" y="2671641"/>
            <a:ext cx="1000440" cy="396542"/>
          </a:xfrm>
          <a:prstGeom prst="rect">
            <a:avLst/>
          </a:prstGeom>
        </p:spPr>
      </p:pic>
      <p:pic>
        <p:nvPicPr>
          <p:cNvPr id="22" name="Picture 21" descr="A blue sports car with black wheels&#10;&#10;Description automatically generated">
            <a:extLst>
              <a:ext uri="{FF2B5EF4-FFF2-40B4-BE49-F238E27FC236}">
                <a16:creationId xmlns:a16="http://schemas.microsoft.com/office/drawing/2014/main" id="{D234F0F8-5509-6E35-1501-53F318D0BAC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669" t="25615" r="5184" b="18822"/>
          <a:stretch/>
        </p:blipFill>
        <p:spPr>
          <a:xfrm>
            <a:off x="590915" y="2238430"/>
            <a:ext cx="1009650" cy="400051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8D6E1A5-E42B-620F-4A99-8C243E7E8499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C9800A9-6449-A8B2-8B2B-74884326E62B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A288324-0553-8661-22D3-1CA5BF418398}"/>
              </a:ext>
            </a:extLst>
          </p:cNvPr>
          <p:cNvGrpSpPr/>
          <p:nvPr/>
        </p:nvGrpSpPr>
        <p:grpSpPr>
          <a:xfrm>
            <a:off x="6039977" y="5135491"/>
            <a:ext cx="5613861" cy="370170"/>
            <a:chOff x="4333648" y="5578403"/>
            <a:chExt cx="5613861" cy="370170"/>
          </a:xfrm>
        </p:grpSpPr>
        <p:pic>
          <p:nvPicPr>
            <p:cNvPr id="33" name="Picture 32" descr="A red car with a white background&#10;&#10;Description automatically generated">
              <a:extLst>
                <a:ext uri="{FF2B5EF4-FFF2-40B4-BE49-F238E27FC236}">
                  <a16:creationId xmlns:a16="http://schemas.microsoft.com/office/drawing/2014/main" id="{393B1B85-06AA-6CC8-60AC-322DC657A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709" t="23866" r="5962" b="9987"/>
            <a:stretch/>
          </p:blipFill>
          <p:spPr>
            <a:xfrm>
              <a:off x="5413703" y="5588573"/>
              <a:ext cx="882223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4" name="Picture 33" descr="A black suv with silver trim&#10;&#10;Description automatically generated">
              <a:extLst>
                <a:ext uri="{FF2B5EF4-FFF2-40B4-BE49-F238E27FC236}">
                  <a16:creationId xmlns:a16="http://schemas.microsoft.com/office/drawing/2014/main" id="{A8665581-645F-E1C2-4E21-BD1648A04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53" t="9314" r="3624" b="10870"/>
            <a:stretch/>
          </p:blipFill>
          <p:spPr>
            <a:xfrm>
              <a:off x="8488444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5" name="Picture 34" descr="A blue suv with a white background&#10;&#10;Description automatically generated">
              <a:extLst>
                <a:ext uri="{FF2B5EF4-FFF2-40B4-BE49-F238E27FC236}">
                  <a16:creationId xmlns:a16="http://schemas.microsoft.com/office/drawing/2014/main" id="{AB6D6FEE-02FA-3D60-A138-4942F9A77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181" t="9314" r="3596" b="10870"/>
            <a:stretch/>
          </p:blipFill>
          <p:spPr>
            <a:xfrm>
              <a:off x="9280550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6" name="Picture 35" descr="A car parked on a white surface&#10;&#10;Description automatically generated">
              <a:extLst>
                <a:ext uri="{FF2B5EF4-FFF2-40B4-BE49-F238E27FC236}">
                  <a16:creationId xmlns:a16="http://schemas.microsoft.com/office/drawing/2014/main" id="{2EE9C1A4-18E9-2B1E-7E8D-CA377CE12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0958" t="29158" r="11572" b="23658"/>
            <a:stretch/>
          </p:blipFill>
          <p:spPr>
            <a:xfrm>
              <a:off x="4333648" y="5588573"/>
              <a:ext cx="954648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7" name="Picture 36" descr="A black sports car on a white background&#10;&#10;Description automatically generated">
              <a:extLst>
                <a:ext uri="{FF2B5EF4-FFF2-40B4-BE49-F238E27FC236}">
                  <a16:creationId xmlns:a16="http://schemas.microsoft.com/office/drawing/2014/main" id="{BCBE002B-F6E9-4E6E-C6F5-0A97F1171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804" t="25000" r="9996" b="19924"/>
            <a:stretch/>
          </p:blipFill>
          <p:spPr>
            <a:xfrm>
              <a:off x="7455049" y="5578403"/>
              <a:ext cx="908248" cy="360000"/>
            </a:xfrm>
            <a:prstGeom prst="rect">
              <a:avLst/>
            </a:prstGeom>
          </p:spPr>
        </p:pic>
        <p:pic>
          <p:nvPicPr>
            <p:cNvPr id="38" name="Picture 37" descr="A blue sports car with black wheels&#10;&#10;Description automatically generated">
              <a:extLst>
                <a:ext uri="{FF2B5EF4-FFF2-40B4-BE49-F238E27FC236}">
                  <a16:creationId xmlns:a16="http://schemas.microsoft.com/office/drawing/2014/main" id="{E823FCB2-7484-03D7-C1CF-C671748F20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8669" t="25615" r="5184" b="18822"/>
            <a:stretch/>
          </p:blipFill>
          <p:spPr>
            <a:xfrm>
              <a:off x="6421333" y="5578403"/>
              <a:ext cx="908569" cy="360000"/>
            </a:xfrm>
            <a:prstGeom prst="rect">
              <a:avLst/>
            </a:prstGeom>
          </p:spPr>
        </p:pic>
      </p:grp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70208A45-B5A3-7C1D-5B13-4D675F313153}"/>
              </a:ext>
            </a:extLst>
          </p:cNvPr>
          <p:cNvCxnSpPr>
            <a:cxnSpLocks/>
            <a:stCxn id="36" idx="0"/>
            <a:endCxn id="33" idx="0"/>
          </p:cNvCxnSpPr>
          <p:nvPr/>
        </p:nvCxnSpPr>
        <p:spPr>
          <a:xfrm rot="5400000" flipH="1" flipV="1">
            <a:off x="7039222" y="4623740"/>
            <a:ext cx="12700" cy="1043843"/>
          </a:xfrm>
          <a:prstGeom prst="bentConnector3">
            <a:avLst>
              <a:gd name="adj1" fmla="val 1044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03747F18-DCB8-11D8-2AAF-B10523289D3D}"/>
              </a:ext>
            </a:extLst>
          </p:cNvPr>
          <p:cNvSpPr/>
          <p:nvPr/>
        </p:nvSpPr>
        <p:spPr>
          <a:xfrm>
            <a:off x="537380" y="3716067"/>
            <a:ext cx="2350189" cy="1301256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070FECD9-6E5E-4C91-FBF9-635EB44A7C69}"/>
              </a:ext>
            </a:extLst>
          </p:cNvPr>
          <p:cNvSpPr/>
          <p:nvPr/>
        </p:nvSpPr>
        <p:spPr>
          <a:xfrm>
            <a:off x="537380" y="1948561"/>
            <a:ext cx="1672420" cy="1301256"/>
          </a:xfrm>
          <a:prstGeom prst="ellipse">
            <a:avLst/>
          </a:prstGeom>
          <a:solidFill>
            <a:srgbClr val="00B050">
              <a:alpha val="3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FA229041-55F8-4153-50E0-86DC58DA2D3A}"/>
              </a:ext>
            </a:extLst>
          </p:cNvPr>
          <p:cNvCxnSpPr>
            <a:cxnSpLocks/>
            <a:stCxn id="38" idx="0"/>
            <a:endCxn id="37" idx="0"/>
          </p:cNvCxnSpPr>
          <p:nvPr/>
        </p:nvCxnSpPr>
        <p:spPr>
          <a:xfrm rot="5400000" flipH="1" flipV="1">
            <a:off x="9098724" y="4618714"/>
            <a:ext cx="12700" cy="1033555"/>
          </a:xfrm>
          <a:prstGeom prst="bentConnector3">
            <a:avLst>
              <a:gd name="adj1" fmla="val 1044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99809896-A0F6-C2AA-8911-EACBCD2622F6}"/>
              </a:ext>
            </a:extLst>
          </p:cNvPr>
          <p:cNvSpPr/>
          <p:nvPr/>
        </p:nvSpPr>
        <p:spPr>
          <a:xfrm>
            <a:off x="3300579" y="2778372"/>
            <a:ext cx="1672420" cy="1301256"/>
          </a:xfrm>
          <a:prstGeom prst="ellipse">
            <a:avLst/>
          </a:prstGeom>
          <a:solidFill>
            <a:srgbClr val="00B0F0">
              <a:alpha val="3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75AC2EA-323A-A5E5-FB2E-A80AF512615A}"/>
              </a:ext>
            </a:extLst>
          </p:cNvPr>
          <p:cNvCxnSpPr>
            <a:cxnSpLocks/>
            <a:stCxn id="34" idx="0"/>
            <a:endCxn id="35" idx="0"/>
          </p:cNvCxnSpPr>
          <p:nvPr/>
        </p:nvCxnSpPr>
        <p:spPr>
          <a:xfrm rot="5400000" flipH="1" flipV="1">
            <a:off x="10924306" y="4739438"/>
            <a:ext cx="12700" cy="792106"/>
          </a:xfrm>
          <a:prstGeom prst="bentConnector3">
            <a:avLst>
              <a:gd name="adj1" fmla="val 10560000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ADC1BA9-8280-7D66-BF6D-ACE08DB18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9091" y="1322831"/>
            <a:ext cx="762365" cy="41663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PH" sz="2100" b="1" dirty="0"/>
              <a:t>Data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FF8AC52-775E-4EB7-3C73-18B3F1811852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36F642C-A536-822C-30FE-27E75CFA9DA6}"/>
              </a:ext>
            </a:extLst>
          </p:cNvPr>
          <p:cNvSpPr txBox="1">
            <a:spLocks/>
          </p:cNvSpPr>
          <p:nvPr/>
        </p:nvSpPr>
        <p:spPr>
          <a:xfrm>
            <a:off x="1394459" y="5869491"/>
            <a:ext cx="1005077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We now have </a:t>
            </a:r>
            <a:r>
              <a:rPr lang="en-US" b="1" dirty="0"/>
              <a:t>3 clusters</a:t>
            </a:r>
            <a:r>
              <a:rPr lang="en-US" dirty="0"/>
              <a:t>, the </a:t>
            </a:r>
            <a:r>
              <a:rPr lang="en-US" b="1" dirty="0">
                <a:solidFill>
                  <a:srgbClr val="FF0000"/>
                </a:solidFill>
              </a:rPr>
              <a:t>Sedan</a:t>
            </a:r>
            <a:r>
              <a:rPr lang="en-US" dirty="0"/>
              <a:t> and </a:t>
            </a:r>
            <a:r>
              <a:rPr lang="en-US" b="1" dirty="0">
                <a:solidFill>
                  <a:srgbClr val="00B050"/>
                </a:solidFill>
              </a:rPr>
              <a:t>Sports car </a:t>
            </a:r>
            <a:r>
              <a:rPr lang="en-US" dirty="0"/>
              <a:t>and </a:t>
            </a:r>
            <a:r>
              <a:rPr lang="en-US" b="1" dirty="0">
                <a:solidFill>
                  <a:srgbClr val="00B0F0"/>
                </a:solidFill>
              </a:rPr>
              <a:t>SUV</a:t>
            </a:r>
            <a:r>
              <a:rPr lang="en-US" dirty="0"/>
              <a:t> cluster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679291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FA6D8-EDA3-976E-E389-9C39D5FB8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B844273-3862-88F5-90E4-5BF56DC474E7}"/>
              </a:ext>
            </a:extLst>
          </p:cNvPr>
          <p:cNvCxnSpPr>
            <a:cxnSpLocks/>
          </p:cNvCxnSpPr>
          <p:nvPr/>
        </p:nvCxnSpPr>
        <p:spPr>
          <a:xfrm>
            <a:off x="359485" y="5036373"/>
            <a:ext cx="4087009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4814339-3584-D7F0-22F0-666102A7A9CD}"/>
              </a:ext>
            </a:extLst>
          </p:cNvPr>
          <p:cNvCxnSpPr>
            <a:cxnSpLocks/>
          </p:cNvCxnSpPr>
          <p:nvPr/>
        </p:nvCxnSpPr>
        <p:spPr>
          <a:xfrm flipV="1">
            <a:off x="359485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Picture 11" descr="A red car with a white background&#10;&#10;Description automatically generated">
            <a:extLst>
              <a:ext uri="{FF2B5EF4-FFF2-40B4-BE49-F238E27FC236}">
                <a16:creationId xmlns:a16="http://schemas.microsoft.com/office/drawing/2014/main" id="{78C1DBE9-F491-AE84-86CA-515A026E42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9" t="23866" r="5962" b="9987"/>
          <a:stretch/>
        </p:blipFill>
        <p:spPr>
          <a:xfrm>
            <a:off x="1284556" y="4329817"/>
            <a:ext cx="1323335" cy="540000"/>
          </a:xfrm>
          <a:prstGeom prst="rect">
            <a:avLst/>
          </a:prstGeom>
          <a:ln w="38100">
            <a:noFill/>
          </a:ln>
        </p:spPr>
      </p:pic>
      <p:pic>
        <p:nvPicPr>
          <p:cNvPr id="13" name="Picture 12" descr="A black suv with silver trim&#10;&#10;Description automatically generated">
            <a:extLst>
              <a:ext uri="{FF2B5EF4-FFF2-40B4-BE49-F238E27FC236}">
                <a16:creationId xmlns:a16="http://schemas.microsoft.com/office/drawing/2014/main" id="{38A7E666-38B7-E128-BB31-AF4179DBCA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3" t="9314" r="3624" b="10870"/>
          <a:stretch/>
        </p:blipFill>
        <p:spPr>
          <a:xfrm>
            <a:off x="3446055" y="2887740"/>
            <a:ext cx="1000439" cy="540000"/>
          </a:xfrm>
          <a:prstGeom prst="rect">
            <a:avLst/>
          </a:prstGeom>
          <a:ln w="38100">
            <a:noFill/>
          </a:ln>
        </p:spPr>
      </p:pic>
      <p:pic>
        <p:nvPicPr>
          <p:cNvPr id="14" name="Picture 13" descr="A blue suv with a white background&#10;&#10;Description automatically generated">
            <a:extLst>
              <a:ext uri="{FF2B5EF4-FFF2-40B4-BE49-F238E27FC236}">
                <a16:creationId xmlns:a16="http://schemas.microsoft.com/office/drawing/2014/main" id="{4E12C913-4331-F01E-AF82-0DBEA7FCDB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81" t="9314" r="3596" b="10870"/>
          <a:stretch/>
        </p:blipFill>
        <p:spPr>
          <a:xfrm>
            <a:off x="3870074" y="3422056"/>
            <a:ext cx="1000439" cy="540000"/>
          </a:xfrm>
          <a:prstGeom prst="rect">
            <a:avLst/>
          </a:prstGeom>
          <a:ln w="38100">
            <a:noFill/>
          </a:ln>
        </p:spPr>
      </p:pic>
      <p:pic>
        <p:nvPicPr>
          <p:cNvPr id="15" name="Picture 14" descr="A car parked on a white surface&#10;&#10;Description automatically generated">
            <a:extLst>
              <a:ext uri="{FF2B5EF4-FFF2-40B4-BE49-F238E27FC236}">
                <a16:creationId xmlns:a16="http://schemas.microsoft.com/office/drawing/2014/main" id="{DF6ABB11-78E9-52E9-1F4E-E5B5612172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58" t="29158" r="11572" b="23658"/>
          <a:stretch/>
        </p:blipFill>
        <p:spPr>
          <a:xfrm>
            <a:off x="720908" y="3789817"/>
            <a:ext cx="1431972" cy="540000"/>
          </a:xfrm>
          <a:prstGeom prst="rect">
            <a:avLst/>
          </a:prstGeom>
          <a:ln w="38100">
            <a:noFill/>
          </a:ln>
        </p:spPr>
      </p:pic>
      <p:pic>
        <p:nvPicPr>
          <p:cNvPr id="20" name="Picture 19" descr="A black sports car on a white background&#10;&#10;Description automatically generated">
            <a:extLst>
              <a:ext uri="{FF2B5EF4-FFF2-40B4-BE49-F238E27FC236}">
                <a16:creationId xmlns:a16="http://schemas.microsoft.com/office/drawing/2014/main" id="{B987EE69-C4BD-CCBF-F525-B22BA001526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804" t="25000" r="9996" b="19924"/>
          <a:stretch/>
        </p:blipFill>
        <p:spPr>
          <a:xfrm>
            <a:off x="1048651" y="2671641"/>
            <a:ext cx="1000440" cy="396542"/>
          </a:xfrm>
          <a:prstGeom prst="rect">
            <a:avLst/>
          </a:prstGeom>
        </p:spPr>
      </p:pic>
      <p:pic>
        <p:nvPicPr>
          <p:cNvPr id="22" name="Picture 21" descr="A blue sports car with black wheels&#10;&#10;Description automatically generated">
            <a:extLst>
              <a:ext uri="{FF2B5EF4-FFF2-40B4-BE49-F238E27FC236}">
                <a16:creationId xmlns:a16="http://schemas.microsoft.com/office/drawing/2014/main" id="{CD788FAF-A2EC-2B43-FAEB-8113A4E7863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669" t="25615" r="5184" b="18822"/>
          <a:stretch/>
        </p:blipFill>
        <p:spPr>
          <a:xfrm>
            <a:off x="590915" y="2238430"/>
            <a:ext cx="1009650" cy="400051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08F2C8A-42E1-DE87-64E3-7D52A219DB54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C9F3550-E534-8AAB-A11F-89D256AC8C9A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535ADCF-098A-8989-DDB2-B3CC38D86B09}"/>
              </a:ext>
            </a:extLst>
          </p:cNvPr>
          <p:cNvGrpSpPr/>
          <p:nvPr/>
        </p:nvGrpSpPr>
        <p:grpSpPr>
          <a:xfrm>
            <a:off x="6039977" y="5135491"/>
            <a:ext cx="5613861" cy="370170"/>
            <a:chOff x="4333648" y="5578403"/>
            <a:chExt cx="5613861" cy="370170"/>
          </a:xfrm>
        </p:grpSpPr>
        <p:pic>
          <p:nvPicPr>
            <p:cNvPr id="33" name="Picture 32" descr="A red car with a white background&#10;&#10;Description automatically generated">
              <a:extLst>
                <a:ext uri="{FF2B5EF4-FFF2-40B4-BE49-F238E27FC236}">
                  <a16:creationId xmlns:a16="http://schemas.microsoft.com/office/drawing/2014/main" id="{23D024B0-3E5D-12AC-5A1F-121F09CBF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709" t="23866" r="5962" b="9987"/>
            <a:stretch/>
          </p:blipFill>
          <p:spPr>
            <a:xfrm>
              <a:off x="5413703" y="5588573"/>
              <a:ext cx="882223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4" name="Picture 33" descr="A black suv with silver trim&#10;&#10;Description automatically generated">
              <a:extLst>
                <a:ext uri="{FF2B5EF4-FFF2-40B4-BE49-F238E27FC236}">
                  <a16:creationId xmlns:a16="http://schemas.microsoft.com/office/drawing/2014/main" id="{FB5A8ED7-C0F5-9238-30A2-80FC08442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53" t="9314" r="3624" b="10870"/>
            <a:stretch/>
          </p:blipFill>
          <p:spPr>
            <a:xfrm>
              <a:off x="8488444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5" name="Picture 34" descr="A blue suv with a white background&#10;&#10;Description automatically generated">
              <a:extLst>
                <a:ext uri="{FF2B5EF4-FFF2-40B4-BE49-F238E27FC236}">
                  <a16:creationId xmlns:a16="http://schemas.microsoft.com/office/drawing/2014/main" id="{F44F6060-0842-E53E-47B0-B3F65A70A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181" t="9314" r="3596" b="10870"/>
            <a:stretch/>
          </p:blipFill>
          <p:spPr>
            <a:xfrm>
              <a:off x="9280550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6" name="Picture 35" descr="A car parked on a white surface&#10;&#10;Description automatically generated">
              <a:extLst>
                <a:ext uri="{FF2B5EF4-FFF2-40B4-BE49-F238E27FC236}">
                  <a16:creationId xmlns:a16="http://schemas.microsoft.com/office/drawing/2014/main" id="{3D099F1C-ADFD-3978-D1DA-834525969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0958" t="29158" r="11572" b="23658"/>
            <a:stretch/>
          </p:blipFill>
          <p:spPr>
            <a:xfrm>
              <a:off x="4333648" y="5588573"/>
              <a:ext cx="954648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7" name="Picture 36" descr="A black sports car on a white background&#10;&#10;Description automatically generated">
              <a:extLst>
                <a:ext uri="{FF2B5EF4-FFF2-40B4-BE49-F238E27FC236}">
                  <a16:creationId xmlns:a16="http://schemas.microsoft.com/office/drawing/2014/main" id="{2678EE47-E7F2-B813-A8CF-D6BC26C6A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804" t="25000" r="9996" b="19924"/>
            <a:stretch/>
          </p:blipFill>
          <p:spPr>
            <a:xfrm>
              <a:off x="7455049" y="5578403"/>
              <a:ext cx="908248" cy="360000"/>
            </a:xfrm>
            <a:prstGeom prst="rect">
              <a:avLst/>
            </a:prstGeom>
          </p:spPr>
        </p:pic>
        <p:pic>
          <p:nvPicPr>
            <p:cNvPr id="38" name="Picture 37" descr="A blue sports car with black wheels&#10;&#10;Description automatically generated">
              <a:extLst>
                <a:ext uri="{FF2B5EF4-FFF2-40B4-BE49-F238E27FC236}">
                  <a16:creationId xmlns:a16="http://schemas.microsoft.com/office/drawing/2014/main" id="{B9120865-77C6-7D2A-D748-7930D4BDC3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8669" t="25615" r="5184" b="18822"/>
            <a:stretch/>
          </p:blipFill>
          <p:spPr>
            <a:xfrm>
              <a:off x="6421333" y="5578403"/>
              <a:ext cx="908569" cy="360000"/>
            </a:xfrm>
            <a:prstGeom prst="rect">
              <a:avLst/>
            </a:prstGeom>
          </p:spPr>
        </p:pic>
      </p:grp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A19BA473-39BE-3B99-C4BB-090F8BB56321}"/>
              </a:ext>
            </a:extLst>
          </p:cNvPr>
          <p:cNvCxnSpPr>
            <a:cxnSpLocks/>
            <a:stCxn id="36" idx="0"/>
            <a:endCxn id="33" idx="0"/>
          </p:cNvCxnSpPr>
          <p:nvPr/>
        </p:nvCxnSpPr>
        <p:spPr>
          <a:xfrm rot="5400000" flipH="1" flipV="1">
            <a:off x="7039222" y="4623740"/>
            <a:ext cx="12700" cy="1043843"/>
          </a:xfrm>
          <a:prstGeom prst="bentConnector3">
            <a:avLst>
              <a:gd name="adj1" fmla="val 1044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02CAB08A-4085-8AA4-4F1E-9B5207404304}"/>
              </a:ext>
            </a:extLst>
          </p:cNvPr>
          <p:cNvSpPr/>
          <p:nvPr/>
        </p:nvSpPr>
        <p:spPr>
          <a:xfrm>
            <a:off x="537380" y="3716067"/>
            <a:ext cx="2350189" cy="1301256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DAA6504-67EF-2D4F-350B-8ADE37F09E63}"/>
              </a:ext>
            </a:extLst>
          </p:cNvPr>
          <p:cNvSpPr/>
          <p:nvPr/>
        </p:nvSpPr>
        <p:spPr>
          <a:xfrm>
            <a:off x="537380" y="1948561"/>
            <a:ext cx="1672420" cy="1301256"/>
          </a:xfrm>
          <a:prstGeom prst="ellipse">
            <a:avLst/>
          </a:prstGeom>
          <a:solidFill>
            <a:srgbClr val="00B050">
              <a:alpha val="3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C6C6865F-1F08-6CA1-46BE-C4009E63BCB1}"/>
              </a:ext>
            </a:extLst>
          </p:cNvPr>
          <p:cNvCxnSpPr>
            <a:cxnSpLocks/>
            <a:stCxn id="38" idx="0"/>
            <a:endCxn id="37" idx="0"/>
          </p:cNvCxnSpPr>
          <p:nvPr/>
        </p:nvCxnSpPr>
        <p:spPr>
          <a:xfrm rot="5400000" flipH="1" flipV="1">
            <a:off x="9098724" y="4618714"/>
            <a:ext cx="12700" cy="1033555"/>
          </a:xfrm>
          <a:prstGeom prst="bentConnector3">
            <a:avLst>
              <a:gd name="adj1" fmla="val 1044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C0A3FC81-A3F9-31B4-362B-E4EB59636697}"/>
              </a:ext>
            </a:extLst>
          </p:cNvPr>
          <p:cNvSpPr/>
          <p:nvPr/>
        </p:nvSpPr>
        <p:spPr>
          <a:xfrm>
            <a:off x="3300579" y="2778372"/>
            <a:ext cx="1672420" cy="1301256"/>
          </a:xfrm>
          <a:prstGeom prst="ellipse">
            <a:avLst/>
          </a:prstGeom>
          <a:solidFill>
            <a:srgbClr val="00B0F0">
              <a:alpha val="3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85D20EF5-21B0-36ED-4371-7CB7454E9933}"/>
              </a:ext>
            </a:extLst>
          </p:cNvPr>
          <p:cNvCxnSpPr>
            <a:cxnSpLocks/>
            <a:stCxn id="34" idx="0"/>
            <a:endCxn id="35" idx="0"/>
          </p:cNvCxnSpPr>
          <p:nvPr/>
        </p:nvCxnSpPr>
        <p:spPr>
          <a:xfrm rot="5400000" flipH="1" flipV="1">
            <a:off x="10924306" y="4739438"/>
            <a:ext cx="12700" cy="792106"/>
          </a:xfrm>
          <a:prstGeom prst="bentConnector3">
            <a:avLst>
              <a:gd name="adj1" fmla="val 10560000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6C00EC04-4412-B563-F85B-55F23FCA4334}"/>
              </a:ext>
            </a:extLst>
          </p:cNvPr>
          <p:cNvSpPr/>
          <p:nvPr/>
        </p:nvSpPr>
        <p:spPr>
          <a:xfrm>
            <a:off x="204347" y="1523999"/>
            <a:ext cx="2854396" cy="4206239"/>
          </a:xfrm>
          <a:prstGeom prst="ellipse">
            <a:avLst/>
          </a:prstGeom>
          <a:solidFill>
            <a:srgbClr val="FFC000">
              <a:alpha val="3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0CBF458C-FCD0-C819-4CA0-6C5467F1F922}"/>
              </a:ext>
            </a:extLst>
          </p:cNvPr>
          <p:cNvCxnSpPr>
            <a:cxnSpLocks/>
            <a:stCxn id="48" idx="0"/>
            <a:endCxn id="50" idx="0"/>
          </p:cNvCxnSpPr>
          <p:nvPr/>
        </p:nvCxnSpPr>
        <p:spPr>
          <a:xfrm rot="5400000" flipH="1" flipV="1">
            <a:off x="8075323" y="2792797"/>
            <a:ext cx="12700" cy="2059502"/>
          </a:xfrm>
          <a:prstGeom prst="bentConnector3">
            <a:avLst>
              <a:gd name="adj1" fmla="val 8340000"/>
            </a:avLst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8E7D2C7C-45B2-FFB0-1181-5A28F876457B}"/>
              </a:ext>
            </a:extLst>
          </p:cNvPr>
          <p:cNvSpPr/>
          <p:nvPr/>
        </p:nvSpPr>
        <p:spPr>
          <a:xfrm>
            <a:off x="6588372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9BB1F8E-F451-4679-C53A-A9E683C68278}"/>
              </a:ext>
            </a:extLst>
          </p:cNvPr>
          <p:cNvSpPr/>
          <p:nvPr/>
        </p:nvSpPr>
        <p:spPr>
          <a:xfrm>
            <a:off x="8647874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1E57B917-EC01-C819-1FE9-B822FD5BB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9091" y="1322831"/>
            <a:ext cx="762365" cy="41663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PH" sz="2100" b="1" dirty="0"/>
              <a:t>Data</a:t>
            </a:r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5503034F-20CE-CB5F-7FAF-07048D755688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583B4323-BA84-8B2B-5D63-B52144CB57BD}"/>
              </a:ext>
            </a:extLst>
          </p:cNvPr>
          <p:cNvSpPr txBox="1">
            <a:spLocks/>
          </p:cNvSpPr>
          <p:nvPr/>
        </p:nvSpPr>
        <p:spPr>
          <a:xfrm>
            <a:off x="584057" y="5854222"/>
            <a:ext cx="10911839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We now have </a:t>
            </a:r>
            <a:r>
              <a:rPr lang="en-US" b="1" dirty="0"/>
              <a:t>2 clusters, </a:t>
            </a:r>
            <a:r>
              <a:rPr lang="en-US" dirty="0"/>
              <a:t>the </a:t>
            </a:r>
            <a:r>
              <a:rPr lang="en-US" b="1" dirty="0">
                <a:solidFill>
                  <a:srgbClr val="FFC000"/>
                </a:solidFill>
              </a:rPr>
              <a:t>rear wheel drive </a:t>
            </a:r>
            <a:r>
              <a:rPr lang="en-US" dirty="0"/>
              <a:t>cluster and </a:t>
            </a:r>
            <a:r>
              <a:rPr lang="en-US" b="1" dirty="0">
                <a:solidFill>
                  <a:srgbClr val="00B0F0"/>
                </a:solidFill>
              </a:rPr>
              <a:t>SUV</a:t>
            </a:r>
            <a:r>
              <a:rPr lang="en-US" dirty="0"/>
              <a:t> cluster</a:t>
            </a:r>
            <a:endParaRPr lang="en-PH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5B3FFE0-4E44-46E8-B801-7045F41B8FDA}"/>
              </a:ext>
            </a:extLst>
          </p:cNvPr>
          <p:cNvSpPr txBox="1"/>
          <p:nvPr/>
        </p:nvSpPr>
        <p:spPr>
          <a:xfrm>
            <a:off x="9615502" y="2483642"/>
            <a:ext cx="2535475" cy="1200329"/>
          </a:xfrm>
          <a:custGeom>
            <a:avLst/>
            <a:gdLst>
              <a:gd name="connsiteX0" fmla="*/ 0 w 2535475"/>
              <a:gd name="connsiteY0" fmla="*/ 0 h 1200329"/>
              <a:gd name="connsiteX1" fmla="*/ 507095 w 2535475"/>
              <a:gd name="connsiteY1" fmla="*/ 0 h 1200329"/>
              <a:gd name="connsiteX2" fmla="*/ 963481 w 2535475"/>
              <a:gd name="connsiteY2" fmla="*/ 0 h 1200329"/>
              <a:gd name="connsiteX3" fmla="*/ 1394511 w 2535475"/>
              <a:gd name="connsiteY3" fmla="*/ 0 h 1200329"/>
              <a:gd name="connsiteX4" fmla="*/ 1876252 w 2535475"/>
              <a:gd name="connsiteY4" fmla="*/ 0 h 1200329"/>
              <a:gd name="connsiteX5" fmla="*/ 2535475 w 2535475"/>
              <a:gd name="connsiteY5" fmla="*/ 0 h 1200329"/>
              <a:gd name="connsiteX6" fmla="*/ 2535475 w 2535475"/>
              <a:gd name="connsiteY6" fmla="*/ 376103 h 1200329"/>
              <a:gd name="connsiteX7" fmla="*/ 2535475 w 2535475"/>
              <a:gd name="connsiteY7" fmla="*/ 764209 h 1200329"/>
              <a:gd name="connsiteX8" fmla="*/ 2535475 w 2535475"/>
              <a:gd name="connsiteY8" fmla="*/ 1200329 h 1200329"/>
              <a:gd name="connsiteX9" fmla="*/ 1977671 w 2535475"/>
              <a:gd name="connsiteY9" fmla="*/ 1200329 h 1200329"/>
              <a:gd name="connsiteX10" fmla="*/ 1470576 w 2535475"/>
              <a:gd name="connsiteY10" fmla="*/ 1200329 h 1200329"/>
              <a:gd name="connsiteX11" fmla="*/ 912771 w 2535475"/>
              <a:gd name="connsiteY11" fmla="*/ 1200329 h 1200329"/>
              <a:gd name="connsiteX12" fmla="*/ 0 w 2535475"/>
              <a:gd name="connsiteY12" fmla="*/ 1200329 h 1200329"/>
              <a:gd name="connsiteX13" fmla="*/ 0 w 2535475"/>
              <a:gd name="connsiteY13" fmla="*/ 800219 h 1200329"/>
              <a:gd name="connsiteX14" fmla="*/ 0 w 2535475"/>
              <a:gd name="connsiteY14" fmla="*/ 376103 h 1200329"/>
              <a:gd name="connsiteX15" fmla="*/ 0 w 2535475"/>
              <a:gd name="connsiteY15" fmla="*/ 0 h 1200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35475" h="1200329" extrusionOk="0">
                <a:moveTo>
                  <a:pt x="0" y="0"/>
                </a:moveTo>
                <a:cubicBezTo>
                  <a:pt x="122113" y="-5330"/>
                  <a:pt x="274050" y="13292"/>
                  <a:pt x="507095" y="0"/>
                </a:cubicBezTo>
                <a:cubicBezTo>
                  <a:pt x="740140" y="-13292"/>
                  <a:pt x="842730" y="45546"/>
                  <a:pt x="963481" y="0"/>
                </a:cubicBezTo>
                <a:cubicBezTo>
                  <a:pt x="1084232" y="-45546"/>
                  <a:pt x="1237797" y="7140"/>
                  <a:pt x="1394511" y="0"/>
                </a:cubicBezTo>
                <a:cubicBezTo>
                  <a:pt x="1551225" y="-7140"/>
                  <a:pt x="1652725" y="57614"/>
                  <a:pt x="1876252" y="0"/>
                </a:cubicBezTo>
                <a:cubicBezTo>
                  <a:pt x="2099779" y="-57614"/>
                  <a:pt x="2399273" y="50032"/>
                  <a:pt x="2535475" y="0"/>
                </a:cubicBezTo>
                <a:cubicBezTo>
                  <a:pt x="2564219" y="183567"/>
                  <a:pt x="2515009" y="273249"/>
                  <a:pt x="2535475" y="376103"/>
                </a:cubicBezTo>
                <a:cubicBezTo>
                  <a:pt x="2555941" y="478957"/>
                  <a:pt x="2534106" y="683254"/>
                  <a:pt x="2535475" y="764209"/>
                </a:cubicBezTo>
                <a:cubicBezTo>
                  <a:pt x="2536844" y="845164"/>
                  <a:pt x="2526004" y="1032052"/>
                  <a:pt x="2535475" y="1200329"/>
                </a:cubicBezTo>
                <a:cubicBezTo>
                  <a:pt x="2382436" y="1238222"/>
                  <a:pt x="2128471" y="1192430"/>
                  <a:pt x="1977671" y="1200329"/>
                </a:cubicBezTo>
                <a:cubicBezTo>
                  <a:pt x="1826871" y="1208228"/>
                  <a:pt x="1586793" y="1189048"/>
                  <a:pt x="1470576" y="1200329"/>
                </a:cubicBezTo>
                <a:cubicBezTo>
                  <a:pt x="1354359" y="1211610"/>
                  <a:pt x="1053158" y="1167624"/>
                  <a:pt x="912771" y="1200329"/>
                </a:cubicBezTo>
                <a:cubicBezTo>
                  <a:pt x="772385" y="1233034"/>
                  <a:pt x="251451" y="1189979"/>
                  <a:pt x="0" y="1200329"/>
                </a:cubicBezTo>
                <a:cubicBezTo>
                  <a:pt x="-22330" y="1086219"/>
                  <a:pt x="15272" y="955815"/>
                  <a:pt x="0" y="800219"/>
                </a:cubicBezTo>
                <a:cubicBezTo>
                  <a:pt x="-15272" y="644623"/>
                  <a:pt x="42091" y="533910"/>
                  <a:pt x="0" y="376103"/>
                </a:cubicBezTo>
                <a:cubicBezTo>
                  <a:pt x="-42091" y="218296"/>
                  <a:pt x="20588" y="138122"/>
                  <a:pt x="0" y="0"/>
                </a:cubicBezTo>
                <a:close/>
              </a:path>
            </a:pathLst>
          </a:custGeom>
          <a:noFill/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09352573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C283B"/>
                </a:solidFill>
                <a:latin typeface="CircularXX-Regular"/>
              </a:rPr>
              <a:t>T</a:t>
            </a:r>
            <a:r>
              <a:rPr lang="en-US" b="0" i="0" dirty="0">
                <a:solidFill>
                  <a:srgbClr val="1C283B"/>
                </a:solidFill>
                <a:effectLst/>
                <a:latin typeface="CircularXX-Regular"/>
              </a:rPr>
              <a:t>he </a:t>
            </a:r>
            <a:r>
              <a:rPr lang="en-US" b="1" i="0" dirty="0">
                <a:solidFill>
                  <a:srgbClr val="1C283B"/>
                </a:solidFill>
                <a:effectLst/>
                <a:latin typeface="CircularXX-Regular"/>
              </a:rPr>
              <a:t>height</a:t>
            </a:r>
            <a:r>
              <a:rPr lang="en-US" b="0" i="0" dirty="0">
                <a:solidFill>
                  <a:srgbClr val="1C283B"/>
                </a:solidFill>
                <a:effectLst/>
                <a:latin typeface="CircularXX-Regular"/>
              </a:rPr>
              <a:t> of the dendrogram indicates the order in which the clusters were joined.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279087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5" grpId="0"/>
      <p:bldP spid="7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11850-558B-D83D-199C-C3C3F3A21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4450A1C-7384-B940-CBB7-EEB630BBB826}"/>
              </a:ext>
            </a:extLst>
          </p:cNvPr>
          <p:cNvCxnSpPr>
            <a:cxnSpLocks/>
          </p:cNvCxnSpPr>
          <p:nvPr/>
        </p:nvCxnSpPr>
        <p:spPr>
          <a:xfrm>
            <a:off x="359485" y="5036373"/>
            <a:ext cx="4087009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FBCA029-8A76-AF39-F7DA-F9BEB262F08D}"/>
              </a:ext>
            </a:extLst>
          </p:cNvPr>
          <p:cNvCxnSpPr>
            <a:cxnSpLocks/>
          </p:cNvCxnSpPr>
          <p:nvPr/>
        </p:nvCxnSpPr>
        <p:spPr>
          <a:xfrm flipV="1">
            <a:off x="359485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Picture 11" descr="A red car with a white background&#10;&#10;Description automatically generated">
            <a:extLst>
              <a:ext uri="{FF2B5EF4-FFF2-40B4-BE49-F238E27FC236}">
                <a16:creationId xmlns:a16="http://schemas.microsoft.com/office/drawing/2014/main" id="{B2A0E012-2052-2F96-16F3-902D83E525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9" t="23866" r="5962" b="9987"/>
          <a:stretch/>
        </p:blipFill>
        <p:spPr>
          <a:xfrm>
            <a:off x="1284556" y="4329817"/>
            <a:ext cx="1323335" cy="540000"/>
          </a:xfrm>
          <a:prstGeom prst="rect">
            <a:avLst/>
          </a:prstGeom>
          <a:ln w="38100">
            <a:noFill/>
          </a:ln>
        </p:spPr>
      </p:pic>
      <p:pic>
        <p:nvPicPr>
          <p:cNvPr id="13" name="Picture 12" descr="A black suv with silver trim&#10;&#10;Description automatically generated">
            <a:extLst>
              <a:ext uri="{FF2B5EF4-FFF2-40B4-BE49-F238E27FC236}">
                <a16:creationId xmlns:a16="http://schemas.microsoft.com/office/drawing/2014/main" id="{EEFD0183-D14F-F693-2BFA-618062ABDD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3" t="9314" r="3624" b="10870"/>
          <a:stretch/>
        </p:blipFill>
        <p:spPr>
          <a:xfrm>
            <a:off x="3446055" y="2887740"/>
            <a:ext cx="1000439" cy="540000"/>
          </a:xfrm>
          <a:prstGeom prst="rect">
            <a:avLst/>
          </a:prstGeom>
          <a:ln w="38100">
            <a:noFill/>
          </a:ln>
        </p:spPr>
      </p:pic>
      <p:pic>
        <p:nvPicPr>
          <p:cNvPr id="14" name="Picture 13" descr="A blue suv with a white background&#10;&#10;Description automatically generated">
            <a:extLst>
              <a:ext uri="{FF2B5EF4-FFF2-40B4-BE49-F238E27FC236}">
                <a16:creationId xmlns:a16="http://schemas.microsoft.com/office/drawing/2014/main" id="{80AD3D92-990E-D829-B2C7-6BA686289C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81" t="9314" r="3596" b="10870"/>
          <a:stretch/>
        </p:blipFill>
        <p:spPr>
          <a:xfrm>
            <a:off x="3870074" y="3422056"/>
            <a:ext cx="1000439" cy="540000"/>
          </a:xfrm>
          <a:prstGeom prst="rect">
            <a:avLst/>
          </a:prstGeom>
          <a:ln w="38100">
            <a:noFill/>
          </a:ln>
        </p:spPr>
      </p:pic>
      <p:pic>
        <p:nvPicPr>
          <p:cNvPr id="15" name="Picture 14" descr="A car parked on a white surface&#10;&#10;Description automatically generated">
            <a:extLst>
              <a:ext uri="{FF2B5EF4-FFF2-40B4-BE49-F238E27FC236}">
                <a16:creationId xmlns:a16="http://schemas.microsoft.com/office/drawing/2014/main" id="{6E2C1387-236B-5F7B-8741-EE786AACA0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58" t="29158" r="11572" b="23658"/>
          <a:stretch/>
        </p:blipFill>
        <p:spPr>
          <a:xfrm>
            <a:off x="720908" y="3789817"/>
            <a:ext cx="1431972" cy="540000"/>
          </a:xfrm>
          <a:prstGeom prst="rect">
            <a:avLst/>
          </a:prstGeom>
          <a:ln w="38100">
            <a:noFill/>
          </a:ln>
        </p:spPr>
      </p:pic>
      <p:pic>
        <p:nvPicPr>
          <p:cNvPr id="20" name="Picture 19" descr="A black sports car on a white background&#10;&#10;Description automatically generated">
            <a:extLst>
              <a:ext uri="{FF2B5EF4-FFF2-40B4-BE49-F238E27FC236}">
                <a16:creationId xmlns:a16="http://schemas.microsoft.com/office/drawing/2014/main" id="{C37FAC28-3297-9DE1-12AE-ECAEE7226D5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804" t="25000" r="9996" b="19924"/>
          <a:stretch/>
        </p:blipFill>
        <p:spPr>
          <a:xfrm>
            <a:off x="1048651" y="2671641"/>
            <a:ext cx="1000440" cy="396542"/>
          </a:xfrm>
          <a:prstGeom prst="rect">
            <a:avLst/>
          </a:prstGeom>
        </p:spPr>
      </p:pic>
      <p:pic>
        <p:nvPicPr>
          <p:cNvPr id="22" name="Picture 21" descr="A blue sports car with black wheels&#10;&#10;Description automatically generated">
            <a:extLst>
              <a:ext uri="{FF2B5EF4-FFF2-40B4-BE49-F238E27FC236}">
                <a16:creationId xmlns:a16="http://schemas.microsoft.com/office/drawing/2014/main" id="{507163FC-A0E3-847B-1D34-BD38DB058DD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669" t="25615" r="5184" b="18822"/>
          <a:stretch/>
        </p:blipFill>
        <p:spPr>
          <a:xfrm>
            <a:off x="590915" y="2238430"/>
            <a:ext cx="1009650" cy="400051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4F64EF0-CCC1-4D8F-9D6E-D3A8E9BDEF7F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8B240F4-82A3-9682-38F7-F5423C8CEF32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7BD8FB1-3B9E-6993-17F2-A54F701754F4}"/>
              </a:ext>
            </a:extLst>
          </p:cNvPr>
          <p:cNvGrpSpPr/>
          <p:nvPr/>
        </p:nvGrpSpPr>
        <p:grpSpPr>
          <a:xfrm>
            <a:off x="6039977" y="5135491"/>
            <a:ext cx="5613861" cy="370170"/>
            <a:chOff x="4333648" y="5578403"/>
            <a:chExt cx="5613861" cy="370170"/>
          </a:xfrm>
        </p:grpSpPr>
        <p:pic>
          <p:nvPicPr>
            <p:cNvPr id="33" name="Picture 32" descr="A red car with a white background&#10;&#10;Description automatically generated">
              <a:extLst>
                <a:ext uri="{FF2B5EF4-FFF2-40B4-BE49-F238E27FC236}">
                  <a16:creationId xmlns:a16="http://schemas.microsoft.com/office/drawing/2014/main" id="{4A0D8526-A4A7-F470-1038-2375AAFF1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709" t="23866" r="5962" b="9987"/>
            <a:stretch/>
          </p:blipFill>
          <p:spPr>
            <a:xfrm>
              <a:off x="5413703" y="5588573"/>
              <a:ext cx="882223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4" name="Picture 33" descr="A black suv with silver trim&#10;&#10;Description automatically generated">
              <a:extLst>
                <a:ext uri="{FF2B5EF4-FFF2-40B4-BE49-F238E27FC236}">
                  <a16:creationId xmlns:a16="http://schemas.microsoft.com/office/drawing/2014/main" id="{5A700E0A-3D73-2172-A3DB-1907CBBF7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53" t="9314" r="3624" b="10870"/>
            <a:stretch/>
          </p:blipFill>
          <p:spPr>
            <a:xfrm>
              <a:off x="8488444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5" name="Picture 34" descr="A blue suv with a white background&#10;&#10;Description automatically generated">
              <a:extLst>
                <a:ext uri="{FF2B5EF4-FFF2-40B4-BE49-F238E27FC236}">
                  <a16:creationId xmlns:a16="http://schemas.microsoft.com/office/drawing/2014/main" id="{6F32BA1C-0BBC-ADD4-2A12-7679C38D2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181" t="9314" r="3596" b="10870"/>
            <a:stretch/>
          </p:blipFill>
          <p:spPr>
            <a:xfrm>
              <a:off x="9280550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6" name="Picture 35" descr="A car parked on a white surface&#10;&#10;Description automatically generated">
              <a:extLst>
                <a:ext uri="{FF2B5EF4-FFF2-40B4-BE49-F238E27FC236}">
                  <a16:creationId xmlns:a16="http://schemas.microsoft.com/office/drawing/2014/main" id="{A9662E83-7F62-1FC8-07D8-5AC2D0FC1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0958" t="29158" r="11572" b="23658"/>
            <a:stretch/>
          </p:blipFill>
          <p:spPr>
            <a:xfrm>
              <a:off x="4333648" y="5588573"/>
              <a:ext cx="954648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7" name="Picture 36" descr="A black sports car on a white background&#10;&#10;Description automatically generated">
              <a:extLst>
                <a:ext uri="{FF2B5EF4-FFF2-40B4-BE49-F238E27FC236}">
                  <a16:creationId xmlns:a16="http://schemas.microsoft.com/office/drawing/2014/main" id="{0B9777B9-36BA-6E04-E834-20B3FFB49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804" t="25000" r="9996" b="19924"/>
            <a:stretch/>
          </p:blipFill>
          <p:spPr>
            <a:xfrm>
              <a:off x="7455049" y="5578403"/>
              <a:ext cx="908248" cy="360000"/>
            </a:xfrm>
            <a:prstGeom prst="rect">
              <a:avLst/>
            </a:prstGeom>
          </p:spPr>
        </p:pic>
        <p:pic>
          <p:nvPicPr>
            <p:cNvPr id="38" name="Picture 37" descr="A blue sports car with black wheels&#10;&#10;Description automatically generated">
              <a:extLst>
                <a:ext uri="{FF2B5EF4-FFF2-40B4-BE49-F238E27FC236}">
                  <a16:creationId xmlns:a16="http://schemas.microsoft.com/office/drawing/2014/main" id="{81756228-8202-8680-B610-80539601D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8669" t="25615" r="5184" b="18822"/>
            <a:stretch/>
          </p:blipFill>
          <p:spPr>
            <a:xfrm>
              <a:off x="6421333" y="5578403"/>
              <a:ext cx="908569" cy="360000"/>
            </a:xfrm>
            <a:prstGeom prst="rect">
              <a:avLst/>
            </a:prstGeom>
          </p:spPr>
        </p:pic>
      </p:grp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8F547A73-AB61-9C29-48FD-62F2D87926B9}"/>
              </a:ext>
            </a:extLst>
          </p:cNvPr>
          <p:cNvCxnSpPr>
            <a:cxnSpLocks/>
            <a:stCxn id="36" idx="0"/>
            <a:endCxn id="33" idx="0"/>
          </p:cNvCxnSpPr>
          <p:nvPr/>
        </p:nvCxnSpPr>
        <p:spPr>
          <a:xfrm rot="5400000" flipH="1" flipV="1">
            <a:off x="7039222" y="4623740"/>
            <a:ext cx="12700" cy="1043843"/>
          </a:xfrm>
          <a:prstGeom prst="bentConnector3">
            <a:avLst>
              <a:gd name="adj1" fmla="val 1044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51F9AFBB-8990-B9C1-C523-C7DFD2EE3D8C}"/>
              </a:ext>
            </a:extLst>
          </p:cNvPr>
          <p:cNvSpPr/>
          <p:nvPr/>
        </p:nvSpPr>
        <p:spPr>
          <a:xfrm>
            <a:off x="537380" y="3716067"/>
            <a:ext cx="2350189" cy="1301256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2A4DB04-A5EB-B2FB-4CE6-A140361E818F}"/>
              </a:ext>
            </a:extLst>
          </p:cNvPr>
          <p:cNvSpPr/>
          <p:nvPr/>
        </p:nvSpPr>
        <p:spPr>
          <a:xfrm>
            <a:off x="537380" y="1948561"/>
            <a:ext cx="1672420" cy="1301256"/>
          </a:xfrm>
          <a:prstGeom prst="ellipse">
            <a:avLst/>
          </a:prstGeom>
          <a:solidFill>
            <a:srgbClr val="00B050">
              <a:alpha val="3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AFCFD23B-690B-6E76-1241-27E5694AF8EB}"/>
              </a:ext>
            </a:extLst>
          </p:cNvPr>
          <p:cNvCxnSpPr>
            <a:cxnSpLocks/>
            <a:stCxn id="38" idx="0"/>
            <a:endCxn id="37" idx="0"/>
          </p:cNvCxnSpPr>
          <p:nvPr/>
        </p:nvCxnSpPr>
        <p:spPr>
          <a:xfrm rot="5400000" flipH="1" flipV="1">
            <a:off x="9098724" y="4618714"/>
            <a:ext cx="12700" cy="1033555"/>
          </a:xfrm>
          <a:prstGeom prst="bentConnector3">
            <a:avLst>
              <a:gd name="adj1" fmla="val 1044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E7C4E411-CF57-0F41-F762-8D354A97F759}"/>
              </a:ext>
            </a:extLst>
          </p:cNvPr>
          <p:cNvSpPr/>
          <p:nvPr/>
        </p:nvSpPr>
        <p:spPr>
          <a:xfrm>
            <a:off x="3300579" y="2778372"/>
            <a:ext cx="1672420" cy="1301256"/>
          </a:xfrm>
          <a:prstGeom prst="ellipse">
            <a:avLst/>
          </a:prstGeom>
          <a:solidFill>
            <a:srgbClr val="00B0F0">
              <a:alpha val="3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84C6C599-49D4-FB9F-8908-8C4165A90D64}"/>
              </a:ext>
            </a:extLst>
          </p:cNvPr>
          <p:cNvCxnSpPr>
            <a:cxnSpLocks/>
            <a:stCxn id="34" idx="0"/>
            <a:endCxn id="35" idx="0"/>
          </p:cNvCxnSpPr>
          <p:nvPr/>
        </p:nvCxnSpPr>
        <p:spPr>
          <a:xfrm rot="5400000" flipH="1" flipV="1">
            <a:off x="10924306" y="4739438"/>
            <a:ext cx="12700" cy="792106"/>
          </a:xfrm>
          <a:prstGeom prst="bentConnector3">
            <a:avLst>
              <a:gd name="adj1" fmla="val 10560000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799135A1-EA2D-ECDE-9E7A-F890997EF175}"/>
              </a:ext>
            </a:extLst>
          </p:cNvPr>
          <p:cNvSpPr/>
          <p:nvPr/>
        </p:nvSpPr>
        <p:spPr>
          <a:xfrm>
            <a:off x="204347" y="1523999"/>
            <a:ext cx="2854396" cy="4206239"/>
          </a:xfrm>
          <a:prstGeom prst="ellipse">
            <a:avLst/>
          </a:prstGeom>
          <a:solidFill>
            <a:srgbClr val="FFC000">
              <a:alpha val="3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504DE0FC-CC02-1522-442E-7633B8AAD98B}"/>
              </a:ext>
            </a:extLst>
          </p:cNvPr>
          <p:cNvCxnSpPr>
            <a:cxnSpLocks/>
            <a:stCxn id="48" idx="0"/>
            <a:endCxn id="50" idx="0"/>
          </p:cNvCxnSpPr>
          <p:nvPr/>
        </p:nvCxnSpPr>
        <p:spPr>
          <a:xfrm rot="5400000" flipH="1" flipV="1">
            <a:off x="8075323" y="2792797"/>
            <a:ext cx="12700" cy="2059502"/>
          </a:xfrm>
          <a:prstGeom prst="bentConnector3">
            <a:avLst>
              <a:gd name="adj1" fmla="val 8340000"/>
            </a:avLst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CAF4AA31-9B41-B8AB-7B64-9916C8837106}"/>
              </a:ext>
            </a:extLst>
          </p:cNvPr>
          <p:cNvSpPr/>
          <p:nvPr/>
        </p:nvSpPr>
        <p:spPr>
          <a:xfrm>
            <a:off x="6588372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1E2280D-2CC8-EE32-1F59-26A833BBEFD6}"/>
              </a:ext>
            </a:extLst>
          </p:cNvPr>
          <p:cNvSpPr/>
          <p:nvPr/>
        </p:nvSpPr>
        <p:spPr>
          <a:xfrm>
            <a:off x="8647874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59E734E-E305-5F5B-6DC2-612099308C57}"/>
              </a:ext>
            </a:extLst>
          </p:cNvPr>
          <p:cNvSpPr/>
          <p:nvPr/>
        </p:nvSpPr>
        <p:spPr>
          <a:xfrm>
            <a:off x="281942" y="1289252"/>
            <a:ext cx="4845282" cy="4206239"/>
          </a:xfrm>
          <a:prstGeom prst="ellipse">
            <a:avLst/>
          </a:prstGeom>
          <a:solidFill>
            <a:srgbClr val="7030A0">
              <a:alpha val="30000"/>
            </a:srgbClr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147EDF-4F07-441B-96C8-17DE14C10509}"/>
              </a:ext>
            </a:extLst>
          </p:cNvPr>
          <p:cNvSpPr/>
          <p:nvPr/>
        </p:nvSpPr>
        <p:spPr>
          <a:xfrm>
            <a:off x="7624473" y="2778372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2D31C8-5CC9-8D7C-0A87-D76B1D5525AD}"/>
              </a:ext>
            </a:extLst>
          </p:cNvPr>
          <p:cNvSpPr/>
          <p:nvPr/>
        </p:nvSpPr>
        <p:spPr>
          <a:xfrm>
            <a:off x="10534603" y="3789817"/>
            <a:ext cx="79210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1EF4DF4C-9AB4-7CF4-F1C6-BA8CC18C138D}"/>
              </a:ext>
            </a:extLst>
          </p:cNvPr>
          <p:cNvCxnSpPr>
            <a:cxnSpLocks/>
            <a:stCxn id="10" idx="0"/>
            <a:endCxn id="11" idx="0"/>
          </p:cNvCxnSpPr>
          <p:nvPr/>
        </p:nvCxnSpPr>
        <p:spPr>
          <a:xfrm rot="16200000" flipH="1">
            <a:off x="9000441" y="1859603"/>
            <a:ext cx="1011445" cy="2848982"/>
          </a:xfrm>
          <a:prstGeom prst="bentConnector3">
            <a:avLst>
              <a:gd name="adj1" fmla="val -63284"/>
            </a:avLst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386D849B-F540-89F4-E484-66763CF47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9091" y="1322831"/>
            <a:ext cx="762365" cy="41663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PH" sz="2100" b="1" dirty="0"/>
              <a:t>Data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F9EC6211-551D-5585-8889-8D4C32712305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1CE91692-0A27-9E68-EEF7-8E357950FEDF}"/>
              </a:ext>
            </a:extLst>
          </p:cNvPr>
          <p:cNvSpPr txBox="1">
            <a:spLocks/>
          </p:cNvSpPr>
          <p:nvPr/>
        </p:nvSpPr>
        <p:spPr>
          <a:xfrm>
            <a:off x="3512820" y="5869491"/>
            <a:ext cx="5806440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We now have </a:t>
            </a:r>
            <a:r>
              <a:rPr lang="en-US" b="1" dirty="0"/>
              <a:t>1 cluster</a:t>
            </a:r>
            <a:r>
              <a:rPr lang="en-US" dirty="0"/>
              <a:t>, the </a:t>
            </a:r>
            <a:r>
              <a:rPr lang="en-US" b="1" dirty="0">
                <a:solidFill>
                  <a:srgbClr val="7030A0"/>
                </a:solidFill>
              </a:rPr>
              <a:t>Car</a:t>
            </a:r>
            <a:r>
              <a:rPr lang="en-US" b="1" dirty="0"/>
              <a:t> </a:t>
            </a:r>
            <a:r>
              <a:rPr lang="en-US" dirty="0"/>
              <a:t>cluster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326419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D3351-2633-6131-533B-395DE71E4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82EBBB5-126F-A638-F5CA-B44F8A1E0449}"/>
              </a:ext>
            </a:extLst>
          </p:cNvPr>
          <p:cNvCxnSpPr>
            <a:cxnSpLocks/>
          </p:cNvCxnSpPr>
          <p:nvPr/>
        </p:nvCxnSpPr>
        <p:spPr>
          <a:xfrm>
            <a:off x="359485" y="5036373"/>
            <a:ext cx="4087009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AEE0789-89D8-18CC-A623-95786A166F27}"/>
              </a:ext>
            </a:extLst>
          </p:cNvPr>
          <p:cNvCxnSpPr>
            <a:cxnSpLocks/>
          </p:cNvCxnSpPr>
          <p:nvPr/>
        </p:nvCxnSpPr>
        <p:spPr>
          <a:xfrm flipV="1">
            <a:off x="359485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Picture 11" descr="A red car with a white background&#10;&#10;Description automatically generated">
            <a:extLst>
              <a:ext uri="{FF2B5EF4-FFF2-40B4-BE49-F238E27FC236}">
                <a16:creationId xmlns:a16="http://schemas.microsoft.com/office/drawing/2014/main" id="{F7C67212-3EDC-EC9D-A340-DC7A4AD22E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9" t="23866" r="5962" b="9987"/>
          <a:stretch/>
        </p:blipFill>
        <p:spPr>
          <a:xfrm>
            <a:off x="1284556" y="4329817"/>
            <a:ext cx="1323335" cy="540000"/>
          </a:xfrm>
          <a:prstGeom prst="rect">
            <a:avLst/>
          </a:prstGeom>
          <a:ln w="38100">
            <a:noFill/>
          </a:ln>
        </p:spPr>
      </p:pic>
      <p:pic>
        <p:nvPicPr>
          <p:cNvPr id="13" name="Picture 12" descr="A black suv with silver trim&#10;&#10;Description automatically generated">
            <a:extLst>
              <a:ext uri="{FF2B5EF4-FFF2-40B4-BE49-F238E27FC236}">
                <a16:creationId xmlns:a16="http://schemas.microsoft.com/office/drawing/2014/main" id="{4853CF38-37B8-9DFD-CBC5-E5805009E7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3" t="9314" r="3624" b="10870"/>
          <a:stretch/>
        </p:blipFill>
        <p:spPr>
          <a:xfrm>
            <a:off x="3446055" y="2887740"/>
            <a:ext cx="1000439" cy="540000"/>
          </a:xfrm>
          <a:prstGeom prst="rect">
            <a:avLst/>
          </a:prstGeom>
          <a:ln w="38100">
            <a:noFill/>
          </a:ln>
        </p:spPr>
      </p:pic>
      <p:pic>
        <p:nvPicPr>
          <p:cNvPr id="14" name="Picture 13" descr="A blue suv with a white background&#10;&#10;Description automatically generated">
            <a:extLst>
              <a:ext uri="{FF2B5EF4-FFF2-40B4-BE49-F238E27FC236}">
                <a16:creationId xmlns:a16="http://schemas.microsoft.com/office/drawing/2014/main" id="{2E8466D9-0885-CA0D-C418-061EFF053E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81" t="9314" r="3596" b="10870"/>
          <a:stretch/>
        </p:blipFill>
        <p:spPr>
          <a:xfrm>
            <a:off x="3870074" y="3422056"/>
            <a:ext cx="1000439" cy="540000"/>
          </a:xfrm>
          <a:prstGeom prst="rect">
            <a:avLst/>
          </a:prstGeom>
          <a:ln w="38100">
            <a:noFill/>
          </a:ln>
        </p:spPr>
      </p:pic>
      <p:pic>
        <p:nvPicPr>
          <p:cNvPr id="15" name="Picture 14" descr="A car parked on a white surface&#10;&#10;Description automatically generated">
            <a:extLst>
              <a:ext uri="{FF2B5EF4-FFF2-40B4-BE49-F238E27FC236}">
                <a16:creationId xmlns:a16="http://schemas.microsoft.com/office/drawing/2014/main" id="{7E29DA17-7E23-55A3-2D93-EA99FA3EA5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58" t="29158" r="11572" b="23658"/>
          <a:stretch/>
        </p:blipFill>
        <p:spPr>
          <a:xfrm>
            <a:off x="720908" y="3789817"/>
            <a:ext cx="1431972" cy="540000"/>
          </a:xfrm>
          <a:prstGeom prst="rect">
            <a:avLst/>
          </a:prstGeom>
          <a:ln w="38100">
            <a:noFill/>
          </a:ln>
        </p:spPr>
      </p:pic>
      <p:pic>
        <p:nvPicPr>
          <p:cNvPr id="20" name="Picture 19" descr="A black sports car on a white background&#10;&#10;Description automatically generated">
            <a:extLst>
              <a:ext uri="{FF2B5EF4-FFF2-40B4-BE49-F238E27FC236}">
                <a16:creationId xmlns:a16="http://schemas.microsoft.com/office/drawing/2014/main" id="{425E8279-FE4D-B931-9ED0-13BD6FCB6E3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804" t="25000" r="9996" b="19924"/>
          <a:stretch/>
        </p:blipFill>
        <p:spPr>
          <a:xfrm>
            <a:off x="1048651" y="2671641"/>
            <a:ext cx="1000440" cy="396542"/>
          </a:xfrm>
          <a:prstGeom prst="rect">
            <a:avLst/>
          </a:prstGeom>
        </p:spPr>
      </p:pic>
      <p:pic>
        <p:nvPicPr>
          <p:cNvPr id="22" name="Picture 21" descr="A blue sports car with black wheels&#10;&#10;Description automatically generated">
            <a:extLst>
              <a:ext uri="{FF2B5EF4-FFF2-40B4-BE49-F238E27FC236}">
                <a16:creationId xmlns:a16="http://schemas.microsoft.com/office/drawing/2014/main" id="{7B06E110-46E2-4B1F-CF12-9BF22D8247C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669" t="25615" r="5184" b="18822"/>
          <a:stretch/>
        </p:blipFill>
        <p:spPr>
          <a:xfrm>
            <a:off x="590915" y="2238430"/>
            <a:ext cx="1009650" cy="400051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266302D-8403-3540-AF84-B5BF41155877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A3AFC3D-075A-3ACB-A821-AB9DAD7AEEAB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C647833-8C80-20FC-8455-AE4B23DD2B48}"/>
              </a:ext>
            </a:extLst>
          </p:cNvPr>
          <p:cNvGrpSpPr/>
          <p:nvPr/>
        </p:nvGrpSpPr>
        <p:grpSpPr>
          <a:xfrm>
            <a:off x="6039977" y="5135491"/>
            <a:ext cx="5613861" cy="370170"/>
            <a:chOff x="4333648" y="5578403"/>
            <a:chExt cx="5613861" cy="370170"/>
          </a:xfrm>
        </p:grpSpPr>
        <p:pic>
          <p:nvPicPr>
            <p:cNvPr id="33" name="Picture 32" descr="A red car with a white background&#10;&#10;Description automatically generated">
              <a:extLst>
                <a:ext uri="{FF2B5EF4-FFF2-40B4-BE49-F238E27FC236}">
                  <a16:creationId xmlns:a16="http://schemas.microsoft.com/office/drawing/2014/main" id="{FBD3725E-6F1A-77C3-0400-ADBE2A3ED0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709" t="23866" r="5962" b="9987"/>
            <a:stretch/>
          </p:blipFill>
          <p:spPr>
            <a:xfrm>
              <a:off x="5413703" y="5588573"/>
              <a:ext cx="882223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4" name="Picture 33" descr="A black suv with silver trim&#10;&#10;Description automatically generated">
              <a:extLst>
                <a:ext uri="{FF2B5EF4-FFF2-40B4-BE49-F238E27FC236}">
                  <a16:creationId xmlns:a16="http://schemas.microsoft.com/office/drawing/2014/main" id="{946AB415-6AA1-A824-C661-20018D2AF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53" t="9314" r="3624" b="10870"/>
            <a:stretch/>
          </p:blipFill>
          <p:spPr>
            <a:xfrm>
              <a:off x="8488444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5" name="Picture 34" descr="A blue suv with a white background&#10;&#10;Description automatically generated">
              <a:extLst>
                <a:ext uri="{FF2B5EF4-FFF2-40B4-BE49-F238E27FC236}">
                  <a16:creationId xmlns:a16="http://schemas.microsoft.com/office/drawing/2014/main" id="{A1CCFBA7-4A62-92D5-A543-202F73C395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181" t="9314" r="3596" b="10870"/>
            <a:stretch/>
          </p:blipFill>
          <p:spPr>
            <a:xfrm>
              <a:off x="9280550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6" name="Picture 35" descr="A car parked on a white surface&#10;&#10;Description automatically generated">
              <a:extLst>
                <a:ext uri="{FF2B5EF4-FFF2-40B4-BE49-F238E27FC236}">
                  <a16:creationId xmlns:a16="http://schemas.microsoft.com/office/drawing/2014/main" id="{43FF0FEA-FF6A-D2D8-5C45-592C94762B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0958" t="29158" r="11572" b="23658"/>
            <a:stretch/>
          </p:blipFill>
          <p:spPr>
            <a:xfrm>
              <a:off x="4333648" y="5588573"/>
              <a:ext cx="954648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37" name="Picture 36" descr="A black sports car on a white background&#10;&#10;Description automatically generated">
              <a:extLst>
                <a:ext uri="{FF2B5EF4-FFF2-40B4-BE49-F238E27FC236}">
                  <a16:creationId xmlns:a16="http://schemas.microsoft.com/office/drawing/2014/main" id="{AA65FEAD-11BD-82B6-A2F2-40559273B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804" t="25000" r="9996" b="19924"/>
            <a:stretch/>
          </p:blipFill>
          <p:spPr>
            <a:xfrm>
              <a:off x="7455049" y="5578403"/>
              <a:ext cx="908248" cy="360000"/>
            </a:xfrm>
            <a:prstGeom prst="rect">
              <a:avLst/>
            </a:prstGeom>
          </p:spPr>
        </p:pic>
        <p:pic>
          <p:nvPicPr>
            <p:cNvPr id="38" name="Picture 37" descr="A blue sports car with black wheels&#10;&#10;Description automatically generated">
              <a:extLst>
                <a:ext uri="{FF2B5EF4-FFF2-40B4-BE49-F238E27FC236}">
                  <a16:creationId xmlns:a16="http://schemas.microsoft.com/office/drawing/2014/main" id="{F2A5E062-F851-4F1F-9F13-4BBC3830354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8669" t="25615" r="5184" b="18822"/>
            <a:stretch/>
          </p:blipFill>
          <p:spPr>
            <a:xfrm>
              <a:off x="6421333" y="5578403"/>
              <a:ext cx="908569" cy="360000"/>
            </a:xfrm>
            <a:prstGeom prst="rect">
              <a:avLst/>
            </a:prstGeom>
          </p:spPr>
        </p:pic>
      </p:grp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17EE169F-15AA-9277-1308-ABB36DEE4001}"/>
              </a:ext>
            </a:extLst>
          </p:cNvPr>
          <p:cNvCxnSpPr>
            <a:cxnSpLocks/>
            <a:stCxn id="36" idx="0"/>
            <a:endCxn id="33" idx="0"/>
          </p:cNvCxnSpPr>
          <p:nvPr/>
        </p:nvCxnSpPr>
        <p:spPr>
          <a:xfrm rot="5400000" flipH="1" flipV="1">
            <a:off x="7039222" y="4623740"/>
            <a:ext cx="12700" cy="1043843"/>
          </a:xfrm>
          <a:prstGeom prst="bentConnector3">
            <a:avLst>
              <a:gd name="adj1" fmla="val 1044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420939E3-3664-46FD-B25F-B128555A48C2}"/>
              </a:ext>
            </a:extLst>
          </p:cNvPr>
          <p:cNvSpPr/>
          <p:nvPr/>
        </p:nvSpPr>
        <p:spPr>
          <a:xfrm>
            <a:off x="537380" y="3716067"/>
            <a:ext cx="2350189" cy="1301256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C6492D2-4AA3-7C53-2F96-88B3E7F2B5AB}"/>
              </a:ext>
            </a:extLst>
          </p:cNvPr>
          <p:cNvSpPr/>
          <p:nvPr/>
        </p:nvSpPr>
        <p:spPr>
          <a:xfrm>
            <a:off x="537380" y="1948561"/>
            <a:ext cx="1672420" cy="1301256"/>
          </a:xfrm>
          <a:prstGeom prst="ellipse">
            <a:avLst/>
          </a:prstGeom>
          <a:solidFill>
            <a:srgbClr val="00B050">
              <a:alpha val="3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DFE4FC01-2F05-9943-56A5-8BA6DA5FC440}"/>
              </a:ext>
            </a:extLst>
          </p:cNvPr>
          <p:cNvCxnSpPr>
            <a:cxnSpLocks/>
            <a:stCxn id="38" idx="0"/>
            <a:endCxn id="37" idx="0"/>
          </p:cNvCxnSpPr>
          <p:nvPr/>
        </p:nvCxnSpPr>
        <p:spPr>
          <a:xfrm rot="5400000" flipH="1" flipV="1">
            <a:off x="9098724" y="4618714"/>
            <a:ext cx="12700" cy="1033555"/>
          </a:xfrm>
          <a:prstGeom prst="bentConnector3">
            <a:avLst>
              <a:gd name="adj1" fmla="val 1044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723278B9-7CB5-3377-16BD-DF694DECB273}"/>
              </a:ext>
            </a:extLst>
          </p:cNvPr>
          <p:cNvSpPr/>
          <p:nvPr/>
        </p:nvSpPr>
        <p:spPr>
          <a:xfrm>
            <a:off x="3300579" y="2778372"/>
            <a:ext cx="1672420" cy="1301256"/>
          </a:xfrm>
          <a:prstGeom prst="ellipse">
            <a:avLst/>
          </a:prstGeom>
          <a:solidFill>
            <a:srgbClr val="00B0F0">
              <a:alpha val="30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A65F5D7E-1E53-4A95-3CCB-984019BCFFDF}"/>
              </a:ext>
            </a:extLst>
          </p:cNvPr>
          <p:cNvCxnSpPr>
            <a:cxnSpLocks/>
            <a:stCxn id="34" idx="0"/>
            <a:endCxn id="35" idx="0"/>
          </p:cNvCxnSpPr>
          <p:nvPr/>
        </p:nvCxnSpPr>
        <p:spPr>
          <a:xfrm rot="5400000" flipH="1" flipV="1">
            <a:off x="10924306" y="4739438"/>
            <a:ext cx="12700" cy="792106"/>
          </a:xfrm>
          <a:prstGeom prst="bentConnector3">
            <a:avLst>
              <a:gd name="adj1" fmla="val 10560000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812B088C-DF5C-CA5C-E868-046CDA0F2070}"/>
              </a:ext>
            </a:extLst>
          </p:cNvPr>
          <p:cNvSpPr/>
          <p:nvPr/>
        </p:nvSpPr>
        <p:spPr>
          <a:xfrm>
            <a:off x="204347" y="1523999"/>
            <a:ext cx="2854396" cy="4206239"/>
          </a:xfrm>
          <a:prstGeom prst="ellipse">
            <a:avLst/>
          </a:prstGeom>
          <a:solidFill>
            <a:srgbClr val="FFC000">
              <a:alpha val="3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E9C5CD03-3075-7715-488F-9826C3FDDB0F}"/>
              </a:ext>
            </a:extLst>
          </p:cNvPr>
          <p:cNvCxnSpPr>
            <a:cxnSpLocks/>
            <a:stCxn id="48" idx="0"/>
            <a:endCxn id="50" idx="0"/>
          </p:cNvCxnSpPr>
          <p:nvPr/>
        </p:nvCxnSpPr>
        <p:spPr>
          <a:xfrm rot="5400000" flipH="1" flipV="1">
            <a:off x="8075323" y="2792797"/>
            <a:ext cx="12700" cy="2059502"/>
          </a:xfrm>
          <a:prstGeom prst="bentConnector3">
            <a:avLst>
              <a:gd name="adj1" fmla="val 8340000"/>
            </a:avLst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2757B84-0FBB-59AD-F9B5-F694FCFFF1C2}"/>
              </a:ext>
            </a:extLst>
          </p:cNvPr>
          <p:cNvSpPr/>
          <p:nvPr/>
        </p:nvSpPr>
        <p:spPr>
          <a:xfrm>
            <a:off x="6588372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DFAD020-AC7D-69AA-EA30-6AFF855EABC3}"/>
              </a:ext>
            </a:extLst>
          </p:cNvPr>
          <p:cNvSpPr/>
          <p:nvPr/>
        </p:nvSpPr>
        <p:spPr>
          <a:xfrm>
            <a:off x="8647874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61BAA98-6F46-1FB5-B3B2-4091D956AE51}"/>
              </a:ext>
            </a:extLst>
          </p:cNvPr>
          <p:cNvSpPr/>
          <p:nvPr/>
        </p:nvSpPr>
        <p:spPr>
          <a:xfrm>
            <a:off x="281942" y="1289252"/>
            <a:ext cx="4845282" cy="4206239"/>
          </a:xfrm>
          <a:prstGeom prst="ellipse">
            <a:avLst/>
          </a:prstGeom>
          <a:solidFill>
            <a:srgbClr val="7030A0">
              <a:alpha val="30000"/>
            </a:srgbClr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586D48-CE64-89BB-12F1-C728D23B63A5}"/>
              </a:ext>
            </a:extLst>
          </p:cNvPr>
          <p:cNvSpPr/>
          <p:nvPr/>
        </p:nvSpPr>
        <p:spPr>
          <a:xfrm>
            <a:off x="7624473" y="2778372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BC0EBB-6A9E-FCFB-FDAA-39DEA1E1985D}"/>
              </a:ext>
            </a:extLst>
          </p:cNvPr>
          <p:cNvSpPr/>
          <p:nvPr/>
        </p:nvSpPr>
        <p:spPr>
          <a:xfrm>
            <a:off x="10534603" y="3789817"/>
            <a:ext cx="79210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975956EB-554B-5493-26FE-72C748C1BCD0}"/>
              </a:ext>
            </a:extLst>
          </p:cNvPr>
          <p:cNvCxnSpPr>
            <a:cxnSpLocks/>
            <a:stCxn id="10" idx="0"/>
            <a:endCxn id="11" idx="0"/>
          </p:cNvCxnSpPr>
          <p:nvPr/>
        </p:nvCxnSpPr>
        <p:spPr>
          <a:xfrm rot="16200000" flipH="1">
            <a:off x="9000441" y="1859603"/>
            <a:ext cx="1011445" cy="2848982"/>
          </a:xfrm>
          <a:prstGeom prst="bentConnector3">
            <a:avLst>
              <a:gd name="adj1" fmla="val -63284"/>
            </a:avLst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DC56D577-7BB6-072B-A4EE-F17497D2E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9091" y="1322831"/>
            <a:ext cx="762365" cy="41663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PH" sz="2100" b="1" dirty="0"/>
              <a:t>Data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373996CB-225C-4703-026F-362ABD686647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162D5E3A-A5D8-9479-C67D-68E3B664599F}"/>
              </a:ext>
            </a:extLst>
          </p:cNvPr>
          <p:cNvSpPr txBox="1">
            <a:spLocks/>
          </p:cNvSpPr>
          <p:nvPr/>
        </p:nvSpPr>
        <p:spPr>
          <a:xfrm>
            <a:off x="1821179" y="5869491"/>
            <a:ext cx="8900155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Dendrograms are often used to </a:t>
            </a:r>
            <a:r>
              <a:rPr lang="en-US" b="1" dirty="0">
                <a:solidFill>
                  <a:srgbClr val="002060"/>
                </a:solidFill>
              </a:rPr>
              <a:t>show the arrangement of clusters </a:t>
            </a:r>
            <a:r>
              <a:rPr lang="en-US" dirty="0"/>
              <a:t>created by hierarchical clustering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23098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4424B-43BA-1AEB-A173-AF4B63B33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617DA-A631-E85E-E4A3-EDC701093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B792D-D1A6-6C7E-54A0-67D3F4FF8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dirty="0"/>
              <a:t>If done manually, the user may cut the dendrogram where the merged clusters are too far apart (represented by a long lines in the dendrogram). Alternatively, the user can just return a specific number of clusters (similar to k-means).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334464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AD169-8A90-C853-EBD2-B4FEB5B0A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353C3-B17B-738D-BD32-877925DF6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sz="4400" dirty="0">
                <a:solidFill>
                  <a:srgbClr val="002060"/>
                </a:solidFill>
                <a:latin typeface="+mn-lt"/>
              </a:rPr>
              <a:t>Types of Hierarchical Clustering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B34B3-E875-637C-2113-2DA6665E3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PH" b="1" dirty="0"/>
              <a:t>Agglomerative Clustering </a:t>
            </a:r>
            <a:r>
              <a:rPr lang="en-PH" dirty="0"/>
              <a:t>is known as </a:t>
            </a:r>
            <a:r>
              <a:rPr lang="en-PH" b="1" dirty="0">
                <a:solidFill>
                  <a:srgbClr val="0070C0"/>
                </a:solidFill>
              </a:rPr>
              <a:t>bottom-up approach</a:t>
            </a:r>
            <a:r>
              <a:rPr lang="en-PH" dirty="0"/>
              <a:t>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33FAA50-3E5E-BBDF-9778-42C25D35B56B}"/>
              </a:ext>
            </a:extLst>
          </p:cNvPr>
          <p:cNvCxnSpPr>
            <a:cxnSpLocks/>
          </p:cNvCxnSpPr>
          <p:nvPr/>
        </p:nvCxnSpPr>
        <p:spPr>
          <a:xfrm flipV="1">
            <a:off x="3204826" y="6114121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2A6C850-7099-FE8A-B5E4-85C4ED320FD6}"/>
              </a:ext>
            </a:extLst>
          </p:cNvPr>
          <p:cNvCxnSpPr>
            <a:cxnSpLocks/>
          </p:cNvCxnSpPr>
          <p:nvPr/>
        </p:nvCxnSpPr>
        <p:spPr>
          <a:xfrm flipV="1">
            <a:off x="3185375" y="3165741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7318FA72-FF94-A1DE-4086-C2CE9EFF579A}"/>
              </a:ext>
            </a:extLst>
          </p:cNvPr>
          <p:cNvGrpSpPr/>
          <p:nvPr/>
        </p:nvGrpSpPr>
        <p:grpSpPr>
          <a:xfrm>
            <a:off x="3425869" y="6268037"/>
            <a:ext cx="5613861" cy="370170"/>
            <a:chOff x="4333648" y="5578403"/>
            <a:chExt cx="5613861" cy="370170"/>
          </a:xfrm>
        </p:grpSpPr>
        <p:pic>
          <p:nvPicPr>
            <p:cNvPr id="8" name="Picture 7" descr="A red car with a white background&#10;&#10;Description automatically generated">
              <a:extLst>
                <a:ext uri="{FF2B5EF4-FFF2-40B4-BE49-F238E27FC236}">
                  <a16:creationId xmlns:a16="http://schemas.microsoft.com/office/drawing/2014/main" id="{0ABEE891-90F7-B866-F66E-0A59EA924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709" t="23866" r="5962" b="9987"/>
            <a:stretch/>
          </p:blipFill>
          <p:spPr>
            <a:xfrm>
              <a:off x="5413703" y="5588573"/>
              <a:ext cx="882223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9" name="Picture 8" descr="A black suv with silver trim&#10;&#10;Description automatically generated">
              <a:extLst>
                <a:ext uri="{FF2B5EF4-FFF2-40B4-BE49-F238E27FC236}">
                  <a16:creationId xmlns:a16="http://schemas.microsoft.com/office/drawing/2014/main" id="{2F43C787-D698-F2A1-6093-32C2C2D0D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53" t="9314" r="3624" b="10870"/>
            <a:stretch/>
          </p:blipFill>
          <p:spPr>
            <a:xfrm>
              <a:off x="8488444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10" name="Picture 9" descr="A blue suv with a white background&#10;&#10;Description automatically generated">
              <a:extLst>
                <a:ext uri="{FF2B5EF4-FFF2-40B4-BE49-F238E27FC236}">
                  <a16:creationId xmlns:a16="http://schemas.microsoft.com/office/drawing/2014/main" id="{215C4EAF-C23A-620D-135B-7247E70D3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181" t="9314" r="3596" b="10870"/>
            <a:stretch/>
          </p:blipFill>
          <p:spPr>
            <a:xfrm>
              <a:off x="9280550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11" name="Picture 10" descr="A car parked on a white surface&#10;&#10;Description automatically generated">
              <a:extLst>
                <a:ext uri="{FF2B5EF4-FFF2-40B4-BE49-F238E27FC236}">
                  <a16:creationId xmlns:a16="http://schemas.microsoft.com/office/drawing/2014/main" id="{E855183C-EB2D-189D-B871-A6EEDFAB0F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0958" t="29158" r="11572" b="23658"/>
            <a:stretch/>
          </p:blipFill>
          <p:spPr>
            <a:xfrm>
              <a:off x="4333648" y="5588573"/>
              <a:ext cx="954648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12" name="Picture 11" descr="A black sports car on a white background&#10;&#10;Description automatically generated">
              <a:extLst>
                <a:ext uri="{FF2B5EF4-FFF2-40B4-BE49-F238E27FC236}">
                  <a16:creationId xmlns:a16="http://schemas.microsoft.com/office/drawing/2014/main" id="{D1F8C05F-5E17-9276-086C-DD1085DA3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804" t="25000" r="9996" b="19924"/>
            <a:stretch/>
          </p:blipFill>
          <p:spPr>
            <a:xfrm>
              <a:off x="7455049" y="5578403"/>
              <a:ext cx="908248" cy="360000"/>
            </a:xfrm>
            <a:prstGeom prst="rect">
              <a:avLst/>
            </a:prstGeom>
          </p:spPr>
        </p:pic>
        <p:pic>
          <p:nvPicPr>
            <p:cNvPr id="13" name="Picture 12" descr="A blue sports car with black wheels&#10;&#10;Description automatically generated">
              <a:extLst>
                <a:ext uri="{FF2B5EF4-FFF2-40B4-BE49-F238E27FC236}">
                  <a16:creationId xmlns:a16="http://schemas.microsoft.com/office/drawing/2014/main" id="{B33E1AF1-B416-59DE-03D4-1024AB9A2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8669" t="25615" r="5184" b="18822"/>
            <a:stretch/>
          </p:blipFill>
          <p:spPr>
            <a:xfrm>
              <a:off x="6421333" y="5578403"/>
              <a:ext cx="908569" cy="360000"/>
            </a:xfrm>
            <a:prstGeom prst="rect">
              <a:avLst/>
            </a:prstGeom>
          </p:spPr>
        </p:pic>
      </p:grp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BFBC5380-7A8B-7B16-8E80-F74EF9193A92}"/>
              </a:ext>
            </a:extLst>
          </p:cNvPr>
          <p:cNvCxnSpPr>
            <a:cxnSpLocks/>
            <a:stCxn id="11" idx="0"/>
            <a:endCxn id="8" idx="0"/>
          </p:cNvCxnSpPr>
          <p:nvPr/>
        </p:nvCxnSpPr>
        <p:spPr>
          <a:xfrm rot="5400000" flipH="1" flipV="1">
            <a:off x="4425114" y="5756286"/>
            <a:ext cx="12700" cy="1043843"/>
          </a:xfrm>
          <a:prstGeom prst="bentConnector3">
            <a:avLst>
              <a:gd name="adj1" fmla="val 1044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E3D1DDE-3CE9-F6DA-69C6-FAA0B3F2911D}"/>
              </a:ext>
            </a:extLst>
          </p:cNvPr>
          <p:cNvCxnSpPr>
            <a:cxnSpLocks/>
            <a:stCxn id="13" idx="0"/>
            <a:endCxn id="12" idx="0"/>
          </p:cNvCxnSpPr>
          <p:nvPr/>
        </p:nvCxnSpPr>
        <p:spPr>
          <a:xfrm rot="5400000" flipH="1" flipV="1">
            <a:off x="6484616" y="5751260"/>
            <a:ext cx="12700" cy="1033555"/>
          </a:xfrm>
          <a:prstGeom prst="bentConnector3">
            <a:avLst>
              <a:gd name="adj1" fmla="val 1044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C09AEEDA-94B6-7088-ADAA-37AF30977023}"/>
              </a:ext>
            </a:extLst>
          </p:cNvPr>
          <p:cNvCxnSpPr>
            <a:cxnSpLocks/>
            <a:stCxn id="9" idx="0"/>
            <a:endCxn id="10" idx="0"/>
          </p:cNvCxnSpPr>
          <p:nvPr/>
        </p:nvCxnSpPr>
        <p:spPr>
          <a:xfrm rot="5400000" flipH="1" flipV="1">
            <a:off x="8310198" y="5871984"/>
            <a:ext cx="12700" cy="792106"/>
          </a:xfrm>
          <a:prstGeom prst="bentConnector3">
            <a:avLst>
              <a:gd name="adj1" fmla="val 10560000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C1D9781A-E199-4833-4707-B39ABF7A45FC}"/>
              </a:ext>
            </a:extLst>
          </p:cNvPr>
          <p:cNvCxnSpPr>
            <a:cxnSpLocks/>
            <a:stCxn id="18" idx="0"/>
            <a:endCxn id="19" idx="0"/>
          </p:cNvCxnSpPr>
          <p:nvPr/>
        </p:nvCxnSpPr>
        <p:spPr>
          <a:xfrm rot="5400000" flipH="1" flipV="1">
            <a:off x="5461215" y="3925343"/>
            <a:ext cx="12700" cy="2059502"/>
          </a:xfrm>
          <a:prstGeom prst="bentConnector3">
            <a:avLst>
              <a:gd name="adj1" fmla="val 8340000"/>
            </a:avLst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2321345-1A74-5E2C-76BD-18F8D764757C}"/>
              </a:ext>
            </a:extLst>
          </p:cNvPr>
          <p:cNvSpPr/>
          <p:nvPr/>
        </p:nvSpPr>
        <p:spPr>
          <a:xfrm>
            <a:off x="3974264" y="4955094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A9E6BA-5549-6360-FB39-3A2FC860EBE9}"/>
              </a:ext>
            </a:extLst>
          </p:cNvPr>
          <p:cNvSpPr/>
          <p:nvPr/>
        </p:nvSpPr>
        <p:spPr>
          <a:xfrm>
            <a:off x="6033766" y="4955094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DBC5A2-5089-35F0-7EA7-95FB3377719A}"/>
              </a:ext>
            </a:extLst>
          </p:cNvPr>
          <p:cNvSpPr/>
          <p:nvPr/>
        </p:nvSpPr>
        <p:spPr>
          <a:xfrm>
            <a:off x="5010365" y="391091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76DA04-FA6F-FC5D-873E-C289CD2A4D4F}"/>
              </a:ext>
            </a:extLst>
          </p:cNvPr>
          <p:cNvSpPr/>
          <p:nvPr/>
        </p:nvSpPr>
        <p:spPr>
          <a:xfrm>
            <a:off x="7920495" y="4922363"/>
            <a:ext cx="79210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3081687D-D2D9-069A-4196-D284DBE41FB7}"/>
              </a:ext>
            </a:extLst>
          </p:cNvPr>
          <p:cNvCxnSpPr>
            <a:cxnSpLocks/>
            <a:stCxn id="20" idx="0"/>
            <a:endCxn id="21" idx="0"/>
          </p:cNvCxnSpPr>
          <p:nvPr/>
        </p:nvCxnSpPr>
        <p:spPr>
          <a:xfrm rot="16200000" flipH="1">
            <a:off x="6386333" y="2992149"/>
            <a:ext cx="1011445" cy="2848982"/>
          </a:xfrm>
          <a:prstGeom prst="bentConnector3">
            <a:avLst>
              <a:gd name="adj1" fmla="val -63284"/>
            </a:avLst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A blue arrow with orange border&#10;&#10;Description automatically generated">
            <a:extLst>
              <a:ext uri="{FF2B5EF4-FFF2-40B4-BE49-F238E27FC236}">
                <a16:creationId xmlns:a16="http://schemas.microsoft.com/office/drawing/2014/main" id="{1495CD97-7FA4-C719-A099-10406A526F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1214635" y="3925318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634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BAD9B-20D0-BEAA-3CA9-CFFD1941D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1ADF1-9CA7-066D-BECC-69F686A82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sz="4400" dirty="0">
                <a:solidFill>
                  <a:srgbClr val="002060"/>
                </a:solidFill>
                <a:latin typeface="+mn-lt"/>
              </a:rPr>
              <a:t>Types of Hierarchical Clustering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9C39D-BA2E-0189-6AC5-9BF2D12E4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PH" b="1" dirty="0"/>
              <a:t>Divisive Clustering </a:t>
            </a:r>
            <a:r>
              <a:rPr lang="en-PH" dirty="0"/>
              <a:t>is known as </a:t>
            </a:r>
            <a:r>
              <a:rPr lang="en-PH" b="1" dirty="0">
                <a:solidFill>
                  <a:srgbClr val="0070C0"/>
                </a:solidFill>
              </a:rPr>
              <a:t>top-down approach</a:t>
            </a:r>
            <a:r>
              <a:rPr lang="en-PH" dirty="0"/>
              <a:t>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AEF4FCA-A61B-6532-9EC2-0E63355A3F52}"/>
              </a:ext>
            </a:extLst>
          </p:cNvPr>
          <p:cNvCxnSpPr>
            <a:cxnSpLocks/>
          </p:cNvCxnSpPr>
          <p:nvPr/>
        </p:nvCxnSpPr>
        <p:spPr>
          <a:xfrm flipV="1">
            <a:off x="3204826" y="6114121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FC45547-C4AB-40F6-8FD4-CC5168EFFA40}"/>
              </a:ext>
            </a:extLst>
          </p:cNvPr>
          <p:cNvCxnSpPr>
            <a:cxnSpLocks/>
          </p:cNvCxnSpPr>
          <p:nvPr/>
        </p:nvCxnSpPr>
        <p:spPr>
          <a:xfrm flipV="1">
            <a:off x="3185375" y="3165741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A9D546EE-69A3-EF0B-EFD1-C2DFA54D78D7}"/>
              </a:ext>
            </a:extLst>
          </p:cNvPr>
          <p:cNvGrpSpPr/>
          <p:nvPr/>
        </p:nvGrpSpPr>
        <p:grpSpPr>
          <a:xfrm>
            <a:off x="3425869" y="6268037"/>
            <a:ext cx="5613861" cy="370170"/>
            <a:chOff x="4333648" y="5578403"/>
            <a:chExt cx="5613861" cy="370170"/>
          </a:xfrm>
        </p:grpSpPr>
        <p:pic>
          <p:nvPicPr>
            <p:cNvPr id="8" name="Picture 7" descr="A red car with a white background&#10;&#10;Description automatically generated">
              <a:extLst>
                <a:ext uri="{FF2B5EF4-FFF2-40B4-BE49-F238E27FC236}">
                  <a16:creationId xmlns:a16="http://schemas.microsoft.com/office/drawing/2014/main" id="{1A0670B2-3441-83A2-E0C3-10AF82A5E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709" t="23866" r="5962" b="9987"/>
            <a:stretch/>
          </p:blipFill>
          <p:spPr>
            <a:xfrm>
              <a:off x="5413703" y="5588573"/>
              <a:ext cx="882223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9" name="Picture 8" descr="A black suv with silver trim&#10;&#10;Description automatically generated">
              <a:extLst>
                <a:ext uri="{FF2B5EF4-FFF2-40B4-BE49-F238E27FC236}">
                  <a16:creationId xmlns:a16="http://schemas.microsoft.com/office/drawing/2014/main" id="{902C5313-9F27-8BD5-7FBA-C3743F5B5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53" t="9314" r="3624" b="10870"/>
            <a:stretch/>
          </p:blipFill>
          <p:spPr>
            <a:xfrm>
              <a:off x="8488444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10" name="Picture 9" descr="A blue suv with a white background&#10;&#10;Description automatically generated">
              <a:extLst>
                <a:ext uri="{FF2B5EF4-FFF2-40B4-BE49-F238E27FC236}">
                  <a16:creationId xmlns:a16="http://schemas.microsoft.com/office/drawing/2014/main" id="{738E5EEC-63D1-433C-E09B-F852BE01A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181" t="9314" r="3596" b="10870"/>
            <a:stretch/>
          </p:blipFill>
          <p:spPr>
            <a:xfrm>
              <a:off x="9280550" y="5578403"/>
              <a:ext cx="666959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11" name="Picture 10" descr="A car parked on a white surface&#10;&#10;Description automatically generated">
              <a:extLst>
                <a:ext uri="{FF2B5EF4-FFF2-40B4-BE49-F238E27FC236}">
                  <a16:creationId xmlns:a16="http://schemas.microsoft.com/office/drawing/2014/main" id="{48FD0A39-C1B6-5D0F-F933-A768200F10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0958" t="29158" r="11572" b="23658"/>
            <a:stretch/>
          </p:blipFill>
          <p:spPr>
            <a:xfrm>
              <a:off x="4333648" y="5588573"/>
              <a:ext cx="954648" cy="360000"/>
            </a:xfrm>
            <a:prstGeom prst="rect">
              <a:avLst/>
            </a:prstGeom>
            <a:ln w="38100">
              <a:noFill/>
            </a:ln>
          </p:spPr>
        </p:pic>
        <p:pic>
          <p:nvPicPr>
            <p:cNvPr id="12" name="Picture 11" descr="A black sports car on a white background&#10;&#10;Description automatically generated">
              <a:extLst>
                <a:ext uri="{FF2B5EF4-FFF2-40B4-BE49-F238E27FC236}">
                  <a16:creationId xmlns:a16="http://schemas.microsoft.com/office/drawing/2014/main" id="{7E7361D7-F2D4-76AD-A446-72B0F6BF2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804" t="25000" r="9996" b="19924"/>
            <a:stretch/>
          </p:blipFill>
          <p:spPr>
            <a:xfrm>
              <a:off x="7455049" y="5578403"/>
              <a:ext cx="908248" cy="360000"/>
            </a:xfrm>
            <a:prstGeom prst="rect">
              <a:avLst/>
            </a:prstGeom>
          </p:spPr>
        </p:pic>
        <p:pic>
          <p:nvPicPr>
            <p:cNvPr id="13" name="Picture 12" descr="A blue sports car with black wheels&#10;&#10;Description automatically generated">
              <a:extLst>
                <a:ext uri="{FF2B5EF4-FFF2-40B4-BE49-F238E27FC236}">
                  <a16:creationId xmlns:a16="http://schemas.microsoft.com/office/drawing/2014/main" id="{3FC4EAF9-F7D7-4541-20E1-719FF960B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8669" t="25615" r="5184" b="18822"/>
            <a:stretch/>
          </p:blipFill>
          <p:spPr>
            <a:xfrm>
              <a:off x="6421333" y="5578403"/>
              <a:ext cx="908569" cy="360000"/>
            </a:xfrm>
            <a:prstGeom prst="rect">
              <a:avLst/>
            </a:prstGeom>
          </p:spPr>
        </p:pic>
      </p:grp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5398041-A1F8-4B9A-95FC-7D4F4E4FACF8}"/>
              </a:ext>
            </a:extLst>
          </p:cNvPr>
          <p:cNvCxnSpPr>
            <a:cxnSpLocks/>
            <a:stCxn id="11" idx="0"/>
            <a:endCxn id="8" idx="0"/>
          </p:cNvCxnSpPr>
          <p:nvPr/>
        </p:nvCxnSpPr>
        <p:spPr>
          <a:xfrm rot="5400000" flipH="1" flipV="1">
            <a:off x="4425114" y="5756286"/>
            <a:ext cx="12700" cy="1043843"/>
          </a:xfrm>
          <a:prstGeom prst="bentConnector3">
            <a:avLst>
              <a:gd name="adj1" fmla="val 1044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EB6B998-B6FA-98BB-8A02-92F6BDB56048}"/>
              </a:ext>
            </a:extLst>
          </p:cNvPr>
          <p:cNvCxnSpPr>
            <a:cxnSpLocks/>
            <a:stCxn id="13" idx="0"/>
            <a:endCxn id="12" idx="0"/>
          </p:cNvCxnSpPr>
          <p:nvPr/>
        </p:nvCxnSpPr>
        <p:spPr>
          <a:xfrm rot="5400000" flipH="1" flipV="1">
            <a:off x="6484616" y="5751260"/>
            <a:ext cx="12700" cy="1033555"/>
          </a:xfrm>
          <a:prstGeom prst="bentConnector3">
            <a:avLst>
              <a:gd name="adj1" fmla="val 1044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D07F6D81-3985-7D80-10E5-5B179B756019}"/>
              </a:ext>
            </a:extLst>
          </p:cNvPr>
          <p:cNvCxnSpPr>
            <a:cxnSpLocks/>
            <a:stCxn id="9" idx="0"/>
            <a:endCxn id="10" idx="0"/>
          </p:cNvCxnSpPr>
          <p:nvPr/>
        </p:nvCxnSpPr>
        <p:spPr>
          <a:xfrm rot="5400000" flipH="1" flipV="1">
            <a:off x="8310198" y="5871984"/>
            <a:ext cx="12700" cy="792106"/>
          </a:xfrm>
          <a:prstGeom prst="bentConnector3">
            <a:avLst>
              <a:gd name="adj1" fmla="val 10560000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7EAFD9DE-059E-593A-9227-E7A91625C816}"/>
              </a:ext>
            </a:extLst>
          </p:cNvPr>
          <p:cNvCxnSpPr>
            <a:cxnSpLocks/>
            <a:stCxn id="18" idx="0"/>
            <a:endCxn id="19" idx="0"/>
          </p:cNvCxnSpPr>
          <p:nvPr/>
        </p:nvCxnSpPr>
        <p:spPr>
          <a:xfrm rot="5400000" flipH="1" flipV="1">
            <a:off x="5461215" y="3925343"/>
            <a:ext cx="12700" cy="2059502"/>
          </a:xfrm>
          <a:prstGeom prst="bentConnector3">
            <a:avLst>
              <a:gd name="adj1" fmla="val 8340000"/>
            </a:avLst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D7CE7E2-C904-E524-BF31-5855007B20AC}"/>
              </a:ext>
            </a:extLst>
          </p:cNvPr>
          <p:cNvSpPr/>
          <p:nvPr/>
        </p:nvSpPr>
        <p:spPr>
          <a:xfrm>
            <a:off x="3974264" y="4955094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1E3261-FBB0-FE40-CE16-FD37B4B9754E}"/>
              </a:ext>
            </a:extLst>
          </p:cNvPr>
          <p:cNvSpPr/>
          <p:nvPr/>
        </p:nvSpPr>
        <p:spPr>
          <a:xfrm>
            <a:off x="6033766" y="4955094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351855-5F3A-FB7B-03FF-2D3077AF7AF4}"/>
              </a:ext>
            </a:extLst>
          </p:cNvPr>
          <p:cNvSpPr/>
          <p:nvPr/>
        </p:nvSpPr>
        <p:spPr>
          <a:xfrm>
            <a:off x="5010365" y="391091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844219-E4A0-8445-341C-99B41BE32C8F}"/>
              </a:ext>
            </a:extLst>
          </p:cNvPr>
          <p:cNvSpPr/>
          <p:nvPr/>
        </p:nvSpPr>
        <p:spPr>
          <a:xfrm>
            <a:off x="7920495" y="4922363"/>
            <a:ext cx="79210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4807A1B-F7CA-4510-0E27-37CB67955856}"/>
              </a:ext>
            </a:extLst>
          </p:cNvPr>
          <p:cNvCxnSpPr>
            <a:cxnSpLocks/>
            <a:stCxn id="20" idx="0"/>
            <a:endCxn id="21" idx="0"/>
          </p:cNvCxnSpPr>
          <p:nvPr/>
        </p:nvCxnSpPr>
        <p:spPr>
          <a:xfrm rot="16200000" flipH="1">
            <a:off x="6386333" y="2992149"/>
            <a:ext cx="1011445" cy="2848982"/>
          </a:xfrm>
          <a:prstGeom prst="bentConnector3">
            <a:avLst>
              <a:gd name="adj1" fmla="val -63284"/>
            </a:avLst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A blue arrow with orange border&#10;&#10;Description automatically generated">
            <a:extLst>
              <a:ext uri="{FF2B5EF4-FFF2-40B4-BE49-F238E27FC236}">
                <a16:creationId xmlns:a16="http://schemas.microsoft.com/office/drawing/2014/main" id="{2AD0FB34-14C9-80C0-70B1-364D047830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 flipV="1">
            <a:off x="1214635" y="3925318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50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77B38-43FA-C953-7691-9438E8D2E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1935152-CB2A-CA12-1281-BAF688512A9B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first step is </a:t>
            </a:r>
            <a:r>
              <a:rPr lang="en-US" b="1" dirty="0">
                <a:solidFill>
                  <a:srgbClr val="0070C0"/>
                </a:solidFill>
              </a:rPr>
              <a:t>to find the least distance </a:t>
            </a:r>
            <a:r>
              <a:rPr lang="en-US" dirty="0"/>
              <a:t>between two data points to form a new cluster</a:t>
            </a:r>
            <a:endParaRPr lang="en-PH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62C9A0B-841B-E2E2-7B4D-289D6FBBBF15}"/>
              </a:ext>
            </a:extLst>
          </p:cNvPr>
          <p:cNvGrpSpPr/>
          <p:nvPr/>
        </p:nvGrpSpPr>
        <p:grpSpPr>
          <a:xfrm>
            <a:off x="3807947" y="1892300"/>
            <a:ext cx="4576106" cy="3983566"/>
            <a:chOff x="3771548" y="1732035"/>
            <a:chExt cx="5230508" cy="4493081"/>
          </a:xfrm>
        </p:grpSpPr>
        <p:graphicFrame>
          <p:nvGraphicFramePr>
            <p:cNvPr id="16" name="Chart 15">
              <a:extLst>
                <a:ext uri="{FF2B5EF4-FFF2-40B4-BE49-F238E27FC236}">
                  <a16:creationId xmlns:a16="http://schemas.microsoft.com/office/drawing/2014/main" id="{03342433-669B-0D62-F995-F6E5506E105E}"/>
                </a:ext>
              </a:extLst>
            </p:cNvPr>
            <p:cNvGraphicFramePr/>
            <p:nvPr/>
          </p:nvGraphicFramePr>
          <p:xfrm>
            <a:off x="3771548" y="1732035"/>
            <a:ext cx="5230508" cy="449308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4A4437E-939F-D258-F8B3-9DBD609E4C09}"/>
                </a:ext>
              </a:extLst>
            </p:cNvPr>
            <p:cNvSpPr txBox="1"/>
            <p:nvPr/>
          </p:nvSpPr>
          <p:spPr>
            <a:xfrm>
              <a:off x="5180707" y="5425139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97BF55F-770F-308E-1085-07AE331F7C67}"/>
                </a:ext>
              </a:extLst>
            </p:cNvPr>
            <p:cNvSpPr txBox="1"/>
            <p:nvPr/>
          </p:nvSpPr>
          <p:spPr>
            <a:xfrm>
              <a:off x="4470764" y="5148718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86823E8-6A55-8C35-346F-5E63563305BD}"/>
                </a:ext>
              </a:extLst>
            </p:cNvPr>
            <p:cNvSpPr txBox="1"/>
            <p:nvPr/>
          </p:nvSpPr>
          <p:spPr>
            <a:xfrm>
              <a:off x="7632526" y="4226834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P3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D70A40F-4386-2923-713C-492042D440B6}"/>
                </a:ext>
              </a:extLst>
            </p:cNvPr>
            <p:cNvSpPr txBox="1"/>
            <p:nvPr/>
          </p:nvSpPr>
          <p:spPr>
            <a:xfrm>
              <a:off x="7997929" y="3680072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P4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1DC1CA6-80E4-E75D-8E57-87E629142B2C}"/>
                </a:ext>
              </a:extLst>
            </p:cNvPr>
            <p:cNvSpPr txBox="1"/>
            <p:nvPr/>
          </p:nvSpPr>
          <p:spPr>
            <a:xfrm>
              <a:off x="5875385" y="3083171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P5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AE02931-7731-DA06-E930-3FB8CD713AB8}"/>
                </a:ext>
              </a:extLst>
            </p:cNvPr>
            <p:cNvSpPr txBox="1"/>
            <p:nvPr/>
          </p:nvSpPr>
          <p:spPr>
            <a:xfrm>
              <a:off x="6725383" y="3083171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P6</a:t>
              </a:r>
            </a:p>
          </p:txBody>
        </p:sp>
      </p:grpSp>
      <p:sp>
        <p:nvSpPr>
          <p:cNvPr id="51" name="Title 1">
            <a:extLst>
              <a:ext uri="{FF2B5EF4-FFF2-40B4-BE49-F238E27FC236}">
                <a16:creationId xmlns:a16="http://schemas.microsoft.com/office/drawing/2014/main" id="{482CFCA0-0D08-407B-4565-B8142609B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0CB89EE4-1998-8CB2-1FCA-D7691E813389}"/>
              </a:ext>
            </a:extLst>
          </p:cNvPr>
          <p:cNvSpPr/>
          <p:nvPr/>
        </p:nvSpPr>
        <p:spPr>
          <a:xfrm rot="2022676">
            <a:off x="4749980" y="4878809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DD8E07F3-64A4-2BBA-85A6-8535F74F40EF}"/>
              </a:ext>
            </a:extLst>
          </p:cNvPr>
          <p:cNvSpPr/>
          <p:nvPr/>
        </p:nvSpPr>
        <p:spPr>
          <a:xfrm>
            <a:off x="6040131" y="2910217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B01BCECC-9646-BE36-41C3-D06C44199B80}"/>
              </a:ext>
            </a:extLst>
          </p:cNvPr>
          <p:cNvSpPr/>
          <p:nvPr/>
        </p:nvSpPr>
        <p:spPr>
          <a:xfrm rot="18471034">
            <a:off x="7324583" y="3675624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79384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2" grpId="0" animBg="1"/>
      <p:bldP spid="3" grpId="0" animBg="1"/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53B5C-5F86-9A1B-BB21-7245E405B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DC4CE247-1E04-0740-A3DE-70CC4E63C241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There are </a:t>
            </a:r>
            <a:r>
              <a:rPr lang="en-US" b="1" dirty="0">
                <a:solidFill>
                  <a:srgbClr val="002060"/>
                </a:solidFill>
              </a:rPr>
              <a:t>different distance measures </a:t>
            </a:r>
            <a:r>
              <a:rPr lang="en-US" dirty="0"/>
              <a:t>to find the least distance between two data points such as </a:t>
            </a:r>
            <a:r>
              <a:rPr lang="en-US" b="1" dirty="0">
                <a:solidFill>
                  <a:srgbClr val="002060"/>
                </a:solidFill>
              </a:rPr>
              <a:t>Euclidean</a:t>
            </a:r>
            <a:r>
              <a:rPr lang="en-US" dirty="0"/>
              <a:t>, </a:t>
            </a:r>
            <a:r>
              <a:rPr lang="en-US" b="1" dirty="0">
                <a:solidFill>
                  <a:srgbClr val="002060"/>
                </a:solidFill>
              </a:rPr>
              <a:t>Manhattan</a:t>
            </a:r>
            <a:r>
              <a:rPr lang="en-US" dirty="0"/>
              <a:t> and </a:t>
            </a:r>
            <a:r>
              <a:rPr lang="en-US" b="1" dirty="0">
                <a:solidFill>
                  <a:srgbClr val="002060"/>
                </a:solidFill>
              </a:rPr>
              <a:t>Cosine</a:t>
            </a:r>
            <a:r>
              <a:rPr lang="en-US" dirty="0"/>
              <a:t> distance. We will talk about them later</a:t>
            </a:r>
            <a:endParaRPr lang="en-PH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AEB527F-4863-7AE8-FE5D-5CA7B6649636}"/>
              </a:ext>
            </a:extLst>
          </p:cNvPr>
          <p:cNvGrpSpPr/>
          <p:nvPr/>
        </p:nvGrpSpPr>
        <p:grpSpPr>
          <a:xfrm>
            <a:off x="3807947" y="1892300"/>
            <a:ext cx="4576106" cy="3983566"/>
            <a:chOff x="3771548" y="1732035"/>
            <a:chExt cx="5230508" cy="4493081"/>
          </a:xfrm>
        </p:grpSpPr>
        <p:graphicFrame>
          <p:nvGraphicFramePr>
            <p:cNvPr id="16" name="Chart 15">
              <a:extLst>
                <a:ext uri="{FF2B5EF4-FFF2-40B4-BE49-F238E27FC236}">
                  <a16:creationId xmlns:a16="http://schemas.microsoft.com/office/drawing/2014/main" id="{6BF626D3-7AB0-F9A2-3D17-E59E030E971F}"/>
                </a:ext>
              </a:extLst>
            </p:cNvPr>
            <p:cNvGraphicFramePr/>
            <p:nvPr/>
          </p:nvGraphicFramePr>
          <p:xfrm>
            <a:off x="3771548" y="1732035"/>
            <a:ext cx="5230508" cy="449308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266ECA9-10D4-B3E8-5F4D-7832676B767D}"/>
                </a:ext>
              </a:extLst>
            </p:cNvPr>
            <p:cNvSpPr txBox="1"/>
            <p:nvPr/>
          </p:nvSpPr>
          <p:spPr>
            <a:xfrm>
              <a:off x="5180707" y="5425139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2FE1660-16EB-166A-5B20-E7EFC1E316EB}"/>
                </a:ext>
              </a:extLst>
            </p:cNvPr>
            <p:cNvSpPr txBox="1"/>
            <p:nvPr/>
          </p:nvSpPr>
          <p:spPr>
            <a:xfrm>
              <a:off x="4470764" y="5148718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F52F5FE-FC2D-7862-9485-FAF2A197336E}"/>
                </a:ext>
              </a:extLst>
            </p:cNvPr>
            <p:cNvSpPr txBox="1"/>
            <p:nvPr/>
          </p:nvSpPr>
          <p:spPr>
            <a:xfrm>
              <a:off x="7632526" y="4226834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P3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F4F2E2D-B46A-1BA5-2ACB-126947EC817F}"/>
                </a:ext>
              </a:extLst>
            </p:cNvPr>
            <p:cNvSpPr txBox="1"/>
            <p:nvPr/>
          </p:nvSpPr>
          <p:spPr>
            <a:xfrm>
              <a:off x="7997929" y="3680072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P4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039C6FB-A201-0648-86F6-8C7DDE52C64A}"/>
                </a:ext>
              </a:extLst>
            </p:cNvPr>
            <p:cNvSpPr txBox="1"/>
            <p:nvPr/>
          </p:nvSpPr>
          <p:spPr>
            <a:xfrm>
              <a:off x="5875385" y="3083171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P5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F6DDDBD-176A-5BDB-9537-C2A8DF6A74B7}"/>
                </a:ext>
              </a:extLst>
            </p:cNvPr>
            <p:cNvSpPr txBox="1"/>
            <p:nvPr/>
          </p:nvSpPr>
          <p:spPr>
            <a:xfrm>
              <a:off x="6725383" y="3083171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P6</a:t>
              </a:r>
            </a:p>
          </p:txBody>
        </p:sp>
      </p:grpSp>
      <p:sp>
        <p:nvSpPr>
          <p:cNvPr id="51" name="Title 1">
            <a:extLst>
              <a:ext uri="{FF2B5EF4-FFF2-40B4-BE49-F238E27FC236}">
                <a16:creationId xmlns:a16="http://schemas.microsoft.com/office/drawing/2014/main" id="{3698411B-7FE7-8B17-3519-E5B0D29B9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189B1E26-E96D-C39A-2D4C-730F999B2E30}"/>
              </a:ext>
            </a:extLst>
          </p:cNvPr>
          <p:cNvSpPr/>
          <p:nvPr/>
        </p:nvSpPr>
        <p:spPr>
          <a:xfrm rot="2022676">
            <a:off x="4749980" y="4878809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4CD8A64F-23C8-B7EA-DD6F-9A63AD1D00A8}"/>
              </a:ext>
            </a:extLst>
          </p:cNvPr>
          <p:cNvSpPr/>
          <p:nvPr/>
        </p:nvSpPr>
        <p:spPr>
          <a:xfrm>
            <a:off x="6040131" y="2910217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7FAE5E6A-6B14-E79F-5E54-7D26A5A8121D}"/>
              </a:ext>
            </a:extLst>
          </p:cNvPr>
          <p:cNvSpPr/>
          <p:nvPr/>
        </p:nvSpPr>
        <p:spPr>
          <a:xfrm rot="18471034">
            <a:off x="7324583" y="3675624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09294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4B729-C043-1498-B0A0-0683AD94A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52B4A6E8-6F0D-6C5D-1881-7B14D2235BE0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Data points that have </a:t>
            </a:r>
            <a:r>
              <a:rPr lang="en-US" b="1" dirty="0">
                <a:solidFill>
                  <a:srgbClr val="0070C0"/>
                </a:solidFill>
              </a:rPr>
              <a:t>very similar features </a:t>
            </a:r>
            <a:r>
              <a:rPr lang="en-US" dirty="0"/>
              <a:t>will have a small distance between them. </a:t>
            </a:r>
            <a:endParaRPr lang="en-PH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9152ED0-08C7-A0A3-5EF5-B2171A635656}"/>
              </a:ext>
            </a:extLst>
          </p:cNvPr>
          <p:cNvGrpSpPr/>
          <p:nvPr/>
        </p:nvGrpSpPr>
        <p:grpSpPr>
          <a:xfrm>
            <a:off x="3807947" y="1892300"/>
            <a:ext cx="4576106" cy="3983566"/>
            <a:chOff x="3771548" y="1732035"/>
            <a:chExt cx="5230508" cy="4493081"/>
          </a:xfrm>
        </p:grpSpPr>
        <p:graphicFrame>
          <p:nvGraphicFramePr>
            <p:cNvPr id="16" name="Chart 15">
              <a:extLst>
                <a:ext uri="{FF2B5EF4-FFF2-40B4-BE49-F238E27FC236}">
                  <a16:creationId xmlns:a16="http://schemas.microsoft.com/office/drawing/2014/main" id="{D1F1B4E2-DEEA-5DF7-B5B2-8DE1CD08B172}"/>
                </a:ext>
              </a:extLst>
            </p:cNvPr>
            <p:cNvGraphicFramePr/>
            <p:nvPr/>
          </p:nvGraphicFramePr>
          <p:xfrm>
            <a:off x="3771548" y="1732035"/>
            <a:ext cx="5230508" cy="449308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C40DDE6-CE9D-34B0-AC27-6F0BC4F55540}"/>
                </a:ext>
              </a:extLst>
            </p:cNvPr>
            <p:cNvSpPr txBox="1"/>
            <p:nvPr/>
          </p:nvSpPr>
          <p:spPr>
            <a:xfrm>
              <a:off x="5180707" y="5425139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D6638E9-F48D-CFC7-8BBA-13C3C56222B0}"/>
                </a:ext>
              </a:extLst>
            </p:cNvPr>
            <p:cNvSpPr txBox="1"/>
            <p:nvPr/>
          </p:nvSpPr>
          <p:spPr>
            <a:xfrm>
              <a:off x="4470764" y="5148718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9CB99E9-402D-4061-1B25-6918074DC4E8}"/>
                </a:ext>
              </a:extLst>
            </p:cNvPr>
            <p:cNvSpPr txBox="1"/>
            <p:nvPr/>
          </p:nvSpPr>
          <p:spPr>
            <a:xfrm>
              <a:off x="7632526" y="4226834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P3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56647C3-A2B2-6F5F-5232-7B2088D88457}"/>
                </a:ext>
              </a:extLst>
            </p:cNvPr>
            <p:cNvSpPr txBox="1"/>
            <p:nvPr/>
          </p:nvSpPr>
          <p:spPr>
            <a:xfrm>
              <a:off x="7997929" y="3680072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P4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4F9AED8-D94E-11D3-F3DB-45DB26D36260}"/>
                </a:ext>
              </a:extLst>
            </p:cNvPr>
            <p:cNvSpPr txBox="1"/>
            <p:nvPr/>
          </p:nvSpPr>
          <p:spPr>
            <a:xfrm>
              <a:off x="5875385" y="3083171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P5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9D851E9-CFC0-4BB0-264B-4E4E448D64F4}"/>
                </a:ext>
              </a:extLst>
            </p:cNvPr>
            <p:cNvSpPr txBox="1"/>
            <p:nvPr/>
          </p:nvSpPr>
          <p:spPr>
            <a:xfrm>
              <a:off x="6725383" y="3083171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P6</a:t>
              </a:r>
            </a:p>
          </p:txBody>
        </p:sp>
      </p:grpSp>
      <p:sp>
        <p:nvSpPr>
          <p:cNvPr id="51" name="Title 1">
            <a:extLst>
              <a:ext uri="{FF2B5EF4-FFF2-40B4-BE49-F238E27FC236}">
                <a16:creationId xmlns:a16="http://schemas.microsoft.com/office/drawing/2014/main" id="{AFD0C8BF-A468-CCD9-5C7F-1DBDD1474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B614648A-3315-E307-B7FF-EE25D11196A2}"/>
              </a:ext>
            </a:extLst>
          </p:cNvPr>
          <p:cNvSpPr/>
          <p:nvPr/>
        </p:nvSpPr>
        <p:spPr>
          <a:xfrm rot="2022676">
            <a:off x="4749980" y="4878809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31043E79-BB3F-3CE9-E8FB-F22065CE7DE9}"/>
              </a:ext>
            </a:extLst>
          </p:cNvPr>
          <p:cNvSpPr/>
          <p:nvPr/>
        </p:nvSpPr>
        <p:spPr>
          <a:xfrm>
            <a:off x="6040131" y="2910217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3DD7E57C-4819-A08C-FF9B-2BACD54135D7}"/>
              </a:ext>
            </a:extLst>
          </p:cNvPr>
          <p:cNvSpPr/>
          <p:nvPr/>
        </p:nvSpPr>
        <p:spPr>
          <a:xfrm rot="18471034">
            <a:off x="7324583" y="3675624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1950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4568D-CBDE-0F6A-267C-21B4E28FC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D6F2805-F287-C9EA-8C2A-797BDB09B421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FA25202-04F8-D28B-3250-C10C933DF444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BDF2FE5C-8CF3-AA66-644C-BF20E8A4AF92}"/>
              </a:ext>
            </a:extLst>
          </p:cNvPr>
          <p:cNvSpPr/>
          <p:nvPr/>
        </p:nvSpPr>
        <p:spPr>
          <a:xfrm>
            <a:off x="6588372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C731992-883C-77A5-C2FC-FC553ED05992}"/>
              </a:ext>
            </a:extLst>
          </p:cNvPr>
          <p:cNvSpPr/>
          <p:nvPr/>
        </p:nvSpPr>
        <p:spPr>
          <a:xfrm>
            <a:off x="8647874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96A0FF-CFB6-DC3A-19CD-DF0A758BBBDA}"/>
              </a:ext>
            </a:extLst>
          </p:cNvPr>
          <p:cNvSpPr/>
          <p:nvPr/>
        </p:nvSpPr>
        <p:spPr>
          <a:xfrm>
            <a:off x="7624473" y="2778372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9732CD-1981-FC0F-BCC8-5F05D1702726}"/>
              </a:ext>
            </a:extLst>
          </p:cNvPr>
          <p:cNvSpPr/>
          <p:nvPr/>
        </p:nvSpPr>
        <p:spPr>
          <a:xfrm>
            <a:off x="10534603" y="3789817"/>
            <a:ext cx="79210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1491D966-6BF4-5943-8B19-0C26C2A8DA04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A871C5AC-555D-3E14-FD65-CACE2A0E6B63}"/>
              </a:ext>
            </a:extLst>
          </p:cNvPr>
          <p:cNvSpPr txBox="1">
            <a:spLocks/>
          </p:cNvSpPr>
          <p:nvPr/>
        </p:nvSpPr>
        <p:spPr>
          <a:xfrm>
            <a:off x="1961577" y="6051950"/>
            <a:ext cx="8900155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As always, a </a:t>
            </a:r>
            <a:r>
              <a:rPr lang="en-US" b="1" dirty="0">
                <a:solidFill>
                  <a:srgbClr val="0070C0"/>
                </a:solidFill>
              </a:rPr>
              <a:t>dendrogram</a:t>
            </a:r>
            <a:r>
              <a:rPr lang="en-US" dirty="0"/>
              <a:t> will help us track each cluster we have formed from our dataset.</a:t>
            </a:r>
            <a:endParaRPr lang="en-PH" dirty="0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B972D731-AA2F-AD33-9DF8-B124B570B40B}"/>
              </a:ext>
            </a:extLst>
          </p:cNvPr>
          <p:cNvGraphicFramePr/>
          <p:nvPr/>
        </p:nvGraphicFramePr>
        <p:xfrm>
          <a:off x="152048" y="1287535"/>
          <a:ext cx="5230508" cy="44930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2222989-281F-8CAB-ECCB-E74D65A89DA9}"/>
              </a:ext>
            </a:extLst>
          </p:cNvPr>
          <p:cNvSpPr txBox="1"/>
          <p:nvPr/>
        </p:nvSpPr>
        <p:spPr>
          <a:xfrm>
            <a:off x="6323707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E16C5A-C2C3-E59D-91A7-82597DC28EC2}"/>
              </a:ext>
            </a:extLst>
          </p:cNvPr>
          <p:cNvSpPr txBox="1"/>
          <p:nvPr/>
        </p:nvSpPr>
        <p:spPr>
          <a:xfrm>
            <a:off x="7346921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5F9EBF-CE45-525E-41CE-FBAD58797BC8}"/>
              </a:ext>
            </a:extLst>
          </p:cNvPr>
          <p:cNvSpPr txBox="1"/>
          <p:nvPr/>
        </p:nvSpPr>
        <p:spPr>
          <a:xfrm>
            <a:off x="8370135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6F5B3E-1473-5C66-8C36-A7EADEA6FA8A}"/>
              </a:ext>
            </a:extLst>
          </p:cNvPr>
          <p:cNvSpPr txBox="1"/>
          <p:nvPr/>
        </p:nvSpPr>
        <p:spPr>
          <a:xfrm>
            <a:off x="9401279" y="517492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1E4176-DF6D-C85C-7FB6-7D7C9AFF2476}"/>
              </a:ext>
            </a:extLst>
          </p:cNvPr>
          <p:cNvSpPr txBox="1"/>
          <p:nvPr/>
        </p:nvSpPr>
        <p:spPr>
          <a:xfrm>
            <a:off x="10314030" y="517792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6B95D9-5769-A497-0F5E-1D019146C866}"/>
              </a:ext>
            </a:extLst>
          </p:cNvPr>
          <p:cNvSpPr txBox="1"/>
          <p:nvPr/>
        </p:nvSpPr>
        <p:spPr>
          <a:xfrm>
            <a:off x="11106133" y="516867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31C354-1655-B9D0-6FC9-D785FBB6ECAB}"/>
              </a:ext>
            </a:extLst>
          </p:cNvPr>
          <p:cNvSpPr txBox="1"/>
          <p:nvPr/>
        </p:nvSpPr>
        <p:spPr>
          <a:xfrm>
            <a:off x="1561207" y="498063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55CD79-B538-7CF2-3DDD-7EA9EC0F2E56}"/>
              </a:ext>
            </a:extLst>
          </p:cNvPr>
          <p:cNvSpPr txBox="1"/>
          <p:nvPr/>
        </p:nvSpPr>
        <p:spPr>
          <a:xfrm>
            <a:off x="851264" y="470421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F0ECDF-2129-0C0A-D382-61DF07FFB3FA}"/>
              </a:ext>
            </a:extLst>
          </p:cNvPr>
          <p:cNvSpPr txBox="1"/>
          <p:nvPr/>
        </p:nvSpPr>
        <p:spPr>
          <a:xfrm>
            <a:off x="4013026" y="378233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766A56-9725-6E5C-6E7A-F8315ACD3C96}"/>
              </a:ext>
            </a:extLst>
          </p:cNvPr>
          <p:cNvSpPr txBox="1"/>
          <p:nvPr/>
        </p:nvSpPr>
        <p:spPr>
          <a:xfrm>
            <a:off x="4378429" y="3235572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DA79FFF-2E5C-E4A0-4069-3F76B72292EB}"/>
              </a:ext>
            </a:extLst>
          </p:cNvPr>
          <p:cNvSpPr txBox="1"/>
          <p:nvPr/>
        </p:nvSpPr>
        <p:spPr>
          <a:xfrm>
            <a:off x="2255885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3E10C9-43BA-05B9-C0A2-376F6FDF518F}"/>
              </a:ext>
            </a:extLst>
          </p:cNvPr>
          <p:cNvSpPr txBox="1"/>
          <p:nvPr/>
        </p:nvSpPr>
        <p:spPr>
          <a:xfrm>
            <a:off x="3105883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</p:spTree>
    <p:extLst>
      <p:ext uri="{BB962C8B-B14F-4D97-AF65-F5344CB8AC3E}">
        <p14:creationId xmlns:p14="http://schemas.microsoft.com/office/powerpoint/2010/main" val="1125269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BCA79-5BC6-2CDE-5F4D-9D6D6FA36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2E1FF12-215B-FDB7-30B6-0172A0C1618F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31ED89D-34C4-FAE0-AFF4-7031F1D6AD70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506299B3-7786-333E-9372-642AEDE70B81}"/>
              </a:ext>
            </a:extLst>
          </p:cNvPr>
          <p:cNvSpPr/>
          <p:nvPr/>
        </p:nvSpPr>
        <p:spPr>
          <a:xfrm>
            <a:off x="6588372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B4365BC-7C36-6E80-1A39-753462261982}"/>
              </a:ext>
            </a:extLst>
          </p:cNvPr>
          <p:cNvSpPr/>
          <p:nvPr/>
        </p:nvSpPr>
        <p:spPr>
          <a:xfrm>
            <a:off x="8647874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B36250-F4F7-279B-881A-88CCA431EF9E}"/>
              </a:ext>
            </a:extLst>
          </p:cNvPr>
          <p:cNvSpPr/>
          <p:nvPr/>
        </p:nvSpPr>
        <p:spPr>
          <a:xfrm>
            <a:off x="7624473" y="2778372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4DF72F-7DC8-C9C6-75FD-B12AED76FA49}"/>
              </a:ext>
            </a:extLst>
          </p:cNvPr>
          <p:cNvSpPr/>
          <p:nvPr/>
        </p:nvSpPr>
        <p:spPr>
          <a:xfrm>
            <a:off x="10534603" y="3789817"/>
            <a:ext cx="79210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AEFAE5C1-7AB1-C2E8-A139-088F46626C2E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9025637C-BEA0-1E39-7BB8-1805F7D9BD93}"/>
              </a:ext>
            </a:extLst>
          </p:cNvPr>
          <p:cNvSpPr txBox="1">
            <a:spLocks/>
          </p:cNvSpPr>
          <p:nvPr/>
        </p:nvSpPr>
        <p:spPr>
          <a:xfrm>
            <a:off x="1961577" y="6051950"/>
            <a:ext cx="8900155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After calculating the least distance, the two nearest data points are </a:t>
            </a:r>
            <a:r>
              <a:rPr lang="en-US" b="1" dirty="0">
                <a:solidFill>
                  <a:srgbClr val="0070C0"/>
                </a:solidFill>
              </a:rPr>
              <a:t>merged together </a:t>
            </a:r>
            <a:r>
              <a:rPr lang="en-US" dirty="0"/>
              <a:t>to form a new cluster</a:t>
            </a:r>
            <a:endParaRPr lang="en-PH" dirty="0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4F181750-C240-EFC4-C7ED-1CAB650D7200}"/>
              </a:ext>
            </a:extLst>
          </p:cNvPr>
          <p:cNvGraphicFramePr/>
          <p:nvPr/>
        </p:nvGraphicFramePr>
        <p:xfrm>
          <a:off x="152048" y="1287535"/>
          <a:ext cx="5230508" cy="44930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AD3D68BC-F6D6-3820-D87F-6F9F4D3DF63A}"/>
              </a:ext>
            </a:extLst>
          </p:cNvPr>
          <p:cNvSpPr txBox="1"/>
          <p:nvPr/>
        </p:nvSpPr>
        <p:spPr>
          <a:xfrm>
            <a:off x="6323707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E9A0A0-C386-7CD0-DB4A-46D883792A16}"/>
              </a:ext>
            </a:extLst>
          </p:cNvPr>
          <p:cNvSpPr txBox="1"/>
          <p:nvPr/>
        </p:nvSpPr>
        <p:spPr>
          <a:xfrm>
            <a:off x="7346921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20A7D6-23B2-7C9F-33F5-CCE2B8AD525A}"/>
              </a:ext>
            </a:extLst>
          </p:cNvPr>
          <p:cNvSpPr txBox="1"/>
          <p:nvPr/>
        </p:nvSpPr>
        <p:spPr>
          <a:xfrm>
            <a:off x="8370135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F10F1F-635B-8DB3-C0DB-50F3312A266A}"/>
              </a:ext>
            </a:extLst>
          </p:cNvPr>
          <p:cNvSpPr txBox="1"/>
          <p:nvPr/>
        </p:nvSpPr>
        <p:spPr>
          <a:xfrm>
            <a:off x="9401279" y="517492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3CBB24-6FCD-BC9A-20DA-6B7565D9D017}"/>
              </a:ext>
            </a:extLst>
          </p:cNvPr>
          <p:cNvSpPr txBox="1"/>
          <p:nvPr/>
        </p:nvSpPr>
        <p:spPr>
          <a:xfrm>
            <a:off x="10314030" y="517792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F60430-279B-4DD3-4263-315B4B6E557E}"/>
              </a:ext>
            </a:extLst>
          </p:cNvPr>
          <p:cNvSpPr txBox="1"/>
          <p:nvPr/>
        </p:nvSpPr>
        <p:spPr>
          <a:xfrm>
            <a:off x="11106133" y="516867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ABA0B8-0F51-9DD0-D4DE-141AC5A28279}"/>
              </a:ext>
            </a:extLst>
          </p:cNvPr>
          <p:cNvSpPr txBox="1"/>
          <p:nvPr/>
        </p:nvSpPr>
        <p:spPr>
          <a:xfrm>
            <a:off x="1561207" y="498063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9F8B9C-CA48-6CA2-5FBA-17FAFD1D84D3}"/>
              </a:ext>
            </a:extLst>
          </p:cNvPr>
          <p:cNvSpPr txBox="1"/>
          <p:nvPr/>
        </p:nvSpPr>
        <p:spPr>
          <a:xfrm>
            <a:off x="851264" y="470421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396C95-DE73-56D1-5B14-0F37E3A66367}"/>
              </a:ext>
            </a:extLst>
          </p:cNvPr>
          <p:cNvSpPr txBox="1"/>
          <p:nvPr/>
        </p:nvSpPr>
        <p:spPr>
          <a:xfrm>
            <a:off x="4013026" y="378233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9E36EAD-45CF-5ED3-A03D-9883ABF06754}"/>
              </a:ext>
            </a:extLst>
          </p:cNvPr>
          <p:cNvSpPr txBox="1"/>
          <p:nvPr/>
        </p:nvSpPr>
        <p:spPr>
          <a:xfrm>
            <a:off x="4378429" y="3235572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572EAD-1BB1-092B-97CF-7C523E6905AF}"/>
              </a:ext>
            </a:extLst>
          </p:cNvPr>
          <p:cNvSpPr txBox="1"/>
          <p:nvPr/>
        </p:nvSpPr>
        <p:spPr>
          <a:xfrm>
            <a:off x="2255885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5CCFBA-FE83-ACAF-EEED-A13F5B21CEB4}"/>
              </a:ext>
            </a:extLst>
          </p:cNvPr>
          <p:cNvSpPr txBox="1"/>
          <p:nvPr/>
        </p:nvSpPr>
        <p:spPr>
          <a:xfrm>
            <a:off x="3105883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D24AEDB-32EB-E893-FBD9-28D319F48048}"/>
              </a:ext>
            </a:extLst>
          </p:cNvPr>
          <p:cNvSpPr/>
          <p:nvPr/>
        </p:nvSpPr>
        <p:spPr>
          <a:xfrm>
            <a:off x="684779" y="4086320"/>
            <a:ext cx="1672420" cy="1301256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D32BED85-0A08-F863-3B71-C38C8F71AE5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59093" y="4663223"/>
            <a:ext cx="12700" cy="1023214"/>
          </a:xfrm>
          <a:prstGeom prst="bentConnector3">
            <a:avLst>
              <a:gd name="adj1" fmla="val 107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C1A9144B-AAFD-4E07-C68E-DF9643312719}"/>
              </a:ext>
            </a:extLst>
          </p:cNvPr>
          <p:cNvSpPr/>
          <p:nvPr/>
        </p:nvSpPr>
        <p:spPr>
          <a:xfrm rot="2022676">
            <a:off x="1250015" y="4678266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3350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2" grpId="0" animBg="1"/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5472F-50A8-31C7-6123-11C65673F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F0D27B1-F944-CE7C-4AAB-1EBA2E79370D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FD6CA12-F21B-C953-437D-C70A4D33947C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224002EB-D530-E5BC-3CE2-742699192528}"/>
              </a:ext>
            </a:extLst>
          </p:cNvPr>
          <p:cNvSpPr/>
          <p:nvPr/>
        </p:nvSpPr>
        <p:spPr>
          <a:xfrm>
            <a:off x="6588372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736D032-4F6F-7FEA-7940-67B8D6E936C3}"/>
              </a:ext>
            </a:extLst>
          </p:cNvPr>
          <p:cNvSpPr/>
          <p:nvPr/>
        </p:nvSpPr>
        <p:spPr>
          <a:xfrm>
            <a:off x="8647874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93E654-36C8-FFE9-ADE7-92990B4B3009}"/>
              </a:ext>
            </a:extLst>
          </p:cNvPr>
          <p:cNvSpPr/>
          <p:nvPr/>
        </p:nvSpPr>
        <p:spPr>
          <a:xfrm>
            <a:off x="7624473" y="2778372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939DC9-D9BA-B345-AE9A-44F55DA90D38}"/>
              </a:ext>
            </a:extLst>
          </p:cNvPr>
          <p:cNvSpPr/>
          <p:nvPr/>
        </p:nvSpPr>
        <p:spPr>
          <a:xfrm>
            <a:off x="10534603" y="3789817"/>
            <a:ext cx="79210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611F7643-E8DD-39FB-3B5B-95B9308FC1D0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AD80E71-E5FC-BA52-D040-DCC528F855F4}"/>
              </a:ext>
            </a:extLst>
          </p:cNvPr>
          <p:cNvSpPr txBox="1">
            <a:spLocks/>
          </p:cNvSpPr>
          <p:nvPr/>
        </p:nvSpPr>
        <p:spPr>
          <a:xfrm>
            <a:off x="1961577" y="6051950"/>
            <a:ext cx="8900155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 this example,  the closest data point from P1</a:t>
            </a:r>
            <a:r>
              <a:rPr lang="en-US" b="1" dirty="0"/>
              <a:t> </a:t>
            </a:r>
            <a:r>
              <a:rPr lang="en-US" dirty="0"/>
              <a:t>is</a:t>
            </a:r>
            <a:r>
              <a:rPr lang="en-US" b="1" dirty="0"/>
              <a:t> </a:t>
            </a:r>
            <a:r>
              <a:rPr lang="en-US" dirty="0"/>
              <a:t>P2</a:t>
            </a:r>
            <a:r>
              <a:rPr lang="en-US" b="1" dirty="0"/>
              <a:t> . </a:t>
            </a:r>
            <a:r>
              <a:rPr lang="en-US" dirty="0"/>
              <a:t>We group P1 and P2 to </a:t>
            </a:r>
            <a:r>
              <a:rPr lang="en-US" b="1" dirty="0">
                <a:solidFill>
                  <a:srgbClr val="0070C0"/>
                </a:solidFill>
              </a:rPr>
              <a:t>form a new cluster</a:t>
            </a:r>
            <a:r>
              <a:rPr lang="en-US" b="1" dirty="0"/>
              <a:t>.</a:t>
            </a:r>
            <a:endParaRPr lang="en-PH" b="1" dirty="0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DA3819BC-1AF7-9C9C-F707-C503C4E31413}"/>
              </a:ext>
            </a:extLst>
          </p:cNvPr>
          <p:cNvGraphicFramePr/>
          <p:nvPr/>
        </p:nvGraphicFramePr>
        <p:xfrm>
          <a:off x="152048" y="1287535"/>
          <a:ext cx="5230508" cy="44930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E9F444D-14D6-66F3-F55B-5A1914A40174}"/>
              </a:ext>
            </a:extLst>
          </p:cNvPr>
          <p:cNvSpPr txBox="1"/>
          <p:nvPr/>
        </p:nvSpPr>
        <p:spPr>
          <a:xfrm>
            <a:off x="6323707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F54B50-072F-B6AB-423C-D7520BA4E688}"/>
              </a:ext>
            </a:extLst>
          </p:cNvPr>
          <p:cNvSpPr txBox="1"/>
          <p:nvPr/>
        </p:nvSpPr>
        <p:spPr>
          <a:xfrm>
            <a:off x="7346921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5DBDD6-E2BC-98D2-181E-AEF03BB78C4F}"/>
              </a:ext>
            </a:extLst>
          </p:cNvPr>
          <p:cNvSpPr txBox="1"/>
          <p:nvPr/>
        </p:nvSpPr>
        <p:spPr>
          <a:xfrm>
            <a:off x="8370135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3CBC32-98B5-0299-B63B-E311955CAE26}"/>
              </a:ext>
            </a:extLst>
          </p:cNvPr>
          <p:cNvSpPr txBox="1"/>
          <p:nvPr/>
        </p:nvSpPr>
        <p:spPr>
          <a:xfrm>
            <a:off x="9401279" y="517492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B6D9CF-5FAC-B6DC-7859-036CD50BE0BE}"/>
              </a:ext>
            </a:extLst>
          </p:cNvPr>
          <p:cNvSpPr txBox="1"/>
          <p:nvPr/>
        </p:nvSpPr>
        <p:spPr>
          <a:xfrm>
            <a:off x="10314030" y="517792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9FE0C8-A88F-6D06-A38F-D08AE4B1491A}"/>
              </a:ext>
            </a:extLst>
          </p:cNvPr>
          <p:cNvSpPr txBox="1"/>
          <p:nvPr/>
        </p:nvSpPr>
        <p:spPr>
          <a:xfrm>
            <a:off x="11106133" y="516867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86667E-C9B6-9712-40BD-885217F58390}"/>
              </a:ext>
            </a:extLst>
          </p:cNvPr>
          <p:cNvSpPr txBox="1"/>
          <p:nvPr/>
        </p:nvSpPr>
        <p:spPr>
          <a:xfrm>
            <a:off x="1561207" y="498063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FAAC41-7227-FBCB-E181-0E76D904B3A1}"/>
              </a:ext>
            </a:extLst>
          </p:cNvPr>
          <p:cNvSpPr txBox="1"/>
          <p:nvPr/>
        </p:nvSpPr>
        <p:spPr>
          <a:xfrm>
            <a:off x="851264" y="470421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C3BE66B-DD37-AA2D-9AD7-1F3C8B2FA6ED}"/>
              </a:ext>
            </a:extLst>
          </p:cNvPr>
          <p:cNvSpPr txBox="1"/>
          <p:nvPr/>
        </p:nvSpPr>
        <p:spPr>
          <a:xfrm>
            <a:off x="4013026" y="378233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0BA1C69-7E4D-00D9-6E92-E9EB443C52DE}"/>
              </a:ext>
            </a:extLst>
          </p:cNvPr>
          <p:cNvSpPr txBox="1"/>
          <p:nvPr/>
        </p:nvSpPr>
        <p:spPr>
          <a:xfrm>
            <a:off x="4378429" y="3235572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574AC6-A750-B1DF-3E2D-680896B22655}"/>
              </a:ext>
            </a:extLst>
          </p:cNvPr>
          <p:cNvSpPr txBox="1"/>
          <p:nvPr/>
        </p:nvSpPr>
        <p:spPr>
          <a:xfrm>
            <a:off x="2255885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D2AC82-FC1A-D52D-73EA-03402AD5BB63}"/>
              </a:ext>
            </a:extLst>
          </p:cNvPr>
          <p:cNvSpPr txBox="1"/>
          <p:nvPr/>
        </p:nvSpPr>
        <p:spPr>
          <a:xfrm>
            <a:off x="3105883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8CF5312-0575-5152-7963-7628627517FD}"/>
              </a:ext>
            </a:extLst>
          </p:cNvPr>
          <p:cNvSpPr/>
          <p:nvPr/>
        </p:nvSpPr>
        <p:spPr>
          <a:xfrm>
            <a:off x="684779" y="4086320"/>
            <a:ext cx="1672420" cy="1301256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538B546D-6B9D-4991-7D83-9389CC7BAF7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59093" y="4663223"/>
            <a:ext cx="12700" cy="1023214"/>
          </a:xfrm>
          <a:prstGeom prst="bentConnector3">
            <a:avLst>
              <a:gd name="adj1" fmla="val 107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89BB845D-73AB-B7DE-3505-06B0EDA91083}"/>
              </a:ext>
            </a:extLst>
          </p:cNvPr>
          <p:cNvSpPr/>
          <p:nvPr/>
        </p:nvSpPr>
        <p:spPr>
          <a:xfrm rot="2022676">
            <a:off x="1250015" y="4678266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03229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01885-6BF6-C348-7E91-2870330DA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9FDB926-C449-9225-2EF1-DEB345E929FC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3F8FF2D-E363-E7F0-F869-D9C54E5C7A0F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1555CBD4-E92A-B36C-2984-5500FE4ACA00}"/>
              </a:ext>
            </a:extLst>
          </p:cNvPr>
          <p:cNvSpPr/>
          <p:nvPr/>
        </p:nvSpPr>
        <p:spPr>
          <a:xfrm>
            <a:off x="6588372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2352172-7953-85AC-56D3-B0620C349EEF}"/>
              </a:ext>
            </a:extLst>
          </p:cNvPr>
          <p:cNvSpPr/>
          <p:nvPr/>
        </p:nvSpPr>
        <p:spPr>
          <a:xfrm>
            <a:off x="8647874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4E1FC2-2294-BF22-C963-966D0C518D9A}"/>
              </a:ext>
            </a:extLst>
          </p:cNvPr>
          <p:cNvSpPr/>
          <p:nvPr/>
        </p:nvSpPr>
        <p:spPr>
          <a:xfrm>
            <a:off x="7624473" y="2778372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A15BA5-DAF6-2F9A-0118-23F90FECF2B6}"/>
              </a:ext>
            </a:extLst>
          </p:cNvPr>
          <p:cNvSpPr/>
          <p:nvPr/>
        </p:nvSpPr>
        <p:spPr>
          <a:xfrm>
            <a:off x="10534603" y="3789817"/>
            <a:ext cx="79210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0B11C197-1DCD-D4E6-909F-8E8D7BB76792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9DD5928D-3937-3551-3ACF-C830567052D4}"/>
              </a:ext>
            </a:extLst>
          </p:cNvPr>
          <p:cNvSpPr txBox="1">
            <a:spLocks/>
          </p:cNvSpPr>
          <p:nvPr/>
        </p:nvSpPr>
        <p:spPr>
          <a:xfrm>
            <a:off x="1961577" y="6051950"/>
            <a:ext cx="8900155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We </a:t>
            </a:r>
            <a:r>
              <a:rPr lang="en-US" b="1" dirty="0">
                <a:solidFill>
                  <a:srgbClr val="0070C0"/>
                </a:solidFill>
              </a:rPr>
              <a:t>do this to all to all data points </a:t>
            </a:r>
            <a:r>
              <a:rPr lang="en-US" dirty="0"/>
              <a:t>and group them together to form their own cluster.</a:t>
            </a:r>
            <a:endParaRPr lang="en-PH" dirty="0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75225031-F47F-24E0-91FA-0E376A134F5B}"/>
              </a:ext>
            </a:extLst>
          </p:cNvPr>
          <p:cNvGraphicFramePr/>
          <p:nvPr/>
        </p:nvGraphicFramePr>
        <p:xfrm>
          <a:off x="152048" y="1287535"/>
          <a:ext cx="5230508" cy="44930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65F19D6-50CA-FCC1-872A-AC148178ED7A}"/>
              </a:ext>
            </a:extLst>
          </p:cNvPr>
          <p:cNvSpPr txBox="1"/>
          <p:nvPr/>
        </p:nvSpPr>
        <p:spPr>
          <a:xfrm>
            <a:off x="6323707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ECFF9A-B1F3-6F7F-655F-3E1E26EA7985}"/>
              </a:ext>
            </a:extLst>
          </p:cNvPr>
          <p:cNvSpPr txBox="1"/>
          <p:nvPr/>
        </p:nvSpPr>
        <p:spPr>
          <a:xfrm>
            <a:off x="7346921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811477-358A-6DC0-69D1-649BBFDD2399}"/>
              </a:ext>
            </a:extLst>
          </p:cNvPr>
          <p:cNvSpPr txBox="1"/>
          <p:nvPr/>
        </p:nvSpPr>
        <p:spPr>
          <a:xfrm>
            <a:off x="8370135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B30A80-1A47-82D8-BB09-4E1E62FDF094}"/>
              </a:ext>
            </a:extLst>
          </p:cNvPr>
          <p:cNvSpPr txBox="1"/>
          <p:nvPr/>
        </p:nvSpPr>
        <p:spPr>
          <a:xfrm>
            <a:off x="9401279" y="517492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E5FA75-3645-CC56-1398-88F0E2E56960}"/>
              </a:ext>
            </a:extLst>
          </p:cNvPr>
          <p:cNvSpPr txBox="1"/>
          <p:nvPr/>
        </p:nvSpPr>
        <p:spPr>
          <a:xfrm>
            <a:off x="10314030" y="517792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9088EA-3515-B6D3-A67F-2D5BA364E2FE}"/>
              </a:ext>
            </a:extLst>
          </p:cNvPr>
          <p:cNvSpPr txBox="1"/>
          <p:nvPr/>
        </p:nvSpPr>
        <p:spPr>
          <a:xfrm>
            <a:off x="11106133" y="516867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248EC9-9819-5D20-91B7-83960791A514}"/>
              </a:ext>
            </a:extLst>
          </p:cNvPr>
          <p:cNvSpPr txBox="1"/>
          <p:nvPr/>
        </p:nvSpPr>
        <p:spPr>
          <a:xfrm>
            <a:off x="1561207" y="498063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BDB088-E8FD-27BD-B6BB-E8350C9E7C02}"/>
              </a:ext>
            </a:extLst>
          </p:cNvPr>
          <p:cNvSpPr txBox="1"/>
          <p:nvPr/>
        </p:nvSpPr>
        <p:spPr>
          <a:xfrm>
            <a:off x="851264" y="470421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461189-28A6-F91C-0192-442B2CD4A011}"/>
              </a:ext>
            </a:extLst>
          </p:cNvPr>
          <p:cNvSpPr txBox="1"/>
          <p:nvPr/>
        </p:nvSpPr>
        <p:spPr>
          <a:xfrm>
            <a:off x="4013026" y="378233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2799A1-6801-6F0B-26A3-869209C95225}"/>
              </a:ext>
            </a:extLst>
          </p:cNvPr>
          <p:cNvSpPr txBox="1"/>
          <p:nvPr/>
        </p:nvSpPr>
        <p:spPr>
          <a:xfrm>
            <a:off x="4378429" y="3235572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52DBE66-B956-46A0-9106-9D86C698A0AE}"/>
              </a:ext>
            </a:extLst>
          </p:cNvPr>
          <p:cNvSpPr txBox="1"/>
          <p:nvPr/>
        </p:nvSpPr>
        <p:spPr>
          <a:xfrm>
            <a:off x="2255885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49A18D-B88C-A8DB-5779-C4D2B2A30FBF}"/>
              </a:ext>
            </a:extLst>
          </p:cNvPr>
          <p:cNvSpPr txBox="1"/>
          <p:nvPr/>
        </p:nvSpPr>
        <p:spPr>
          <a:xfrm>
            <a:off x="3105883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708E64A-2C0C-1E42-4F49-338332AA398C}"/>
              </a:ext>
            </a:extLst>
          </p:cNvPr>
          <p:cNvSpPr/>
          <p:nvPr/>
        </p:nvSpPr>
        <p:spPr>
          <a:xfrm>
            <a:off x="684779" y="4086320"/>
            <a:ext cx="1672420" cy="1301256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41CD196-E67B-ECDF-D866-7E2A989E57D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59093" y="4663223"/>
            <a:ext cx="12700" cy="1023214"/>
          </a:xfrm>
          <a:prstGeom prst="bentConnector3">
            <a:avLst>
              <a:gd name="adj1" fmla="val 107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3390032F-73A2-C12B-EDEA-67249BA07086}"/>
              </a:ext>
            </a:extLst>
          </p:cNvPr>
          <p:cNvSpPr/>
          <p:nvPr/>
        </p:nvSpPr>
        <p:spPr>
          <a:xfrm>
            <a:off x="3584494" y="2883447"/>
            <a:ext cx="1672420" cy="1301256"/>
          </a:xfrm>
          <a:prstGeom prst="ellipse">
            <a:avLst/>
          </a:prstGeom>
          <a:solidFill>
            <a:srgbClr val="92D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E233CBB-D301-7410-C29B-4952E56496AE}"/>
              </a:ext>
            </a:extLst>
          </p:cNvPr>
          <p:cNvSpPr/>
          <p:nvPr/>
        </p:nvSpPr>
        <p:spPr>
          <a:xfrm>
            <a:off x="2029663" y="1961485"/>
            <a:ext cx="1672420" cy="1301256"/>
          </a:xfrm>
          <a:prstGeom prst="ellipse">
            <a:avLst/>
          </a:prstGeom>
          <a:solidFill>
            <a:srgbClr val="00B0F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A0F56D9E-B46D-2219-88CC-BCF43ED9B21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098724" y="4618714"/>
            <a:ext cx="12700" cy="1033555"/>
          </a:xfrm>
          <a:prstGeom prst="bentConnector3">
            <a:avLst>
              <a:gd name="adj1" fmla="val 1044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CE513F07-54B8-9C11-693F-9D8DB2E4498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924306" y="4739438"/>
            <a:ext cx="12700" cy="792106"/>
          </a:xfrm>
          <a:prstGeom prst="bentConnector3">
            <a:avLst>
              <a:gd name="adj1" fmla="val 10560000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8CF5E464-2FD9-9DF6-4E9A-F448B6C10434}"/>
              </a:ext>
            </a:extLst>
          </p:cNvPr>
          <p:cNvSpPr/>
          <p:nvPr/>
        </p:nvSpPr>
        <p:spPr>
          <a:xfrm>
            <a:off x="2714830" y="2458671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B461393B-FCB5-806D-B9E4-CA6E80C4023F}"/>
              </a:ext>
            </a:extLst>
          </p:cNvPr>
          <p:cNvSpPr/>
          <p:nvPr/>
        </p:nvSpPr>
        <p:spPr>
          <a:xfrm rot="18471034">
            <a:off x="4207784" y="3333572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63053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" grpId="0" animBg="1"/>
      <p:bldP spid="5" grpId="0" animBg="1"/>
      <p:bldP spid="7" grpId="0" animBg="1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149DC-5740-11A6-D187-A042F88A0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CFEE80F-68F7-83B5-7CDE-ADE97E01A632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D97C5D1-B564-33E3-13F8-5FE1DB7F672E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41551F92-94E7-D41C-8B2A-CBBB384FE175}"/>
              </a:ext>
            </a:extLst>
          </p:cNvPr>
          <p:cNvSpPr/>
          <p:nvPr/>
        </p:nvSpPr>
        <p:spPr>
          <a:xfrm>
            <a:off x="6588372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22B7C18-D814-D907-B2BC-9266E4AFB360}"/>
              </a:ext>
            </a:extLst>
          </p:cNvPr>
          <p:cNvSpPr/>
          <p:nvPr/>
        </p:nvSpPr>
        <p:spPr>
          <a:xfrm>
            <a:off x="8647874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178850-9742-2A2B-2FC4-E27CC77A02FE}"/>
              </a:ext>
            </a:extLst>
          </p:cNvPr>
          <p:cNvSpPr/>
          <p:nvPr/>
        </p:nvSpPr>
        <p:spPr>
          <a:xfrm>
            <a:off x="7624473" y="2778372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FA99C1-5F86-9475-5A31-A235E8A4E7CD}"/>
              </a:ext>
            </a:extLst>
          </p:cNvPr>
          <p:cNvSpPr/>
          <p:nvPr/>
        </p:nvSpPr>
        <p:spPr>
          <a:xfrm>
            <a:off x="10534603" y="3789817"/>
            <a:ext cx="79210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79B13D7A-6225-1D02-F490-809C092A2551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C85673AF-FBED-9A09-C4D2-74C6C8BD0938}"/>
              </a:ext>
            </a:extLst>
          </p:cNvPr>
          <p:cNvSpPr txBox="1">
            <a:spLocks/>
          </p:cNvSpPr>
          <p:nvPr/>
        </p:nvSpPr>
        <p:spPr>
          <a:xfrm>
            <a:off x="1961577" y="6051950"/>
            <a:ext cx="8900155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Again, we calculate the </a:t>
            </a:r>
            <a:r>
              <a:rPr lang="en-US" b="1" dirty="0">
                <a:solidFill>
                  <a:srgbClr val="002060"/>
                </a:solidFill>
              </a:rPr>
              <a:t>least distance again between each cluster </a:t>
            </a:r>
            <a:r>
              <a:rPr lang="en-US" dirty="0"/>
              <a:t>by using the distance measure we used earlier. </a:t>
            </a:r>
            <a:endParaRPr lang="en-PH" dirty="0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A783D699-D548-0B14-9244-9072E2C35CF1}"/>
              </a:ext>
            </a:extLst>
          </p:cNvPr>
          <p:cNvGraphicFramePr/>
          <p:nvPr/>
        </p:nvGraphicFramePr>
        <p:xfrm>
          <a:off x="152048" y="1287535"/>
          <a:ext cx="5230508" cy="44930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A2451BE6-63A8-7AB2-FBB2-47C456407FC8}"/>
              </a:ext>
            </a:extLst>
          </p:cNvPr>
          <p:cNvSpPr txBox="1"/>
          <p:nvPr/>
        </p:nvSpPr>
        <p:spPr>
          <a:xfrm>
            <a:off x="6323707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487FF7-D202-B448-A8F9-6C8684E54410}"/>
              </a:ext>
            </a:extLst>
          </p:cNvPr>
          <p:cNvSpPr txBox="1"/>
          <p:nvPr/>
        </p:nvSpPr>
        <p:spPr>
          <a:xfrm>
            <a:off x="7346921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9A9B53-EA69-ADAC-683C-A24087F506B5}"/>
              </a:ext>
            </a:extLst>
          </p:cNvPr>
          <p:cNvSpPr txBox="1"/>
          <p:nvPr/>
        </p:nvSpPr>
        <p:spPr>
          <a:xfrm>
            <a:off x="8370135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913B16-69A1-AB91-2C55-663A51D1CADA}"/>
              </a:ext>
            </a:extLst>
          </p:cNvPr>
          <p:cNvSpPr txBox="1"/>
          <p:nvPr/>
        </p:nvSpPr>
        <p:spPr>
          <a:xfrm>
            <a:off x="9401279" y="517492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84A046-7500-9E4B-E836-B51BB6A42DC6}"/>
              </a:ext>
            </a:extLst>
          </p:cNvPr>
          <p:cNvSpPr txBox="1"/>
          <p:nvPr/>
        </p:nvSpPr>
        <p:spPr>
          <a:xfrm>
            <a:off x="10314030" y="517792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AD2B60-CB9D-3826-F7D4-7C188D85146D}"/>
              </a:ext>
            </a:extLst>
          </p:cNvPr>
          <p:cNvSpPr txBox="1"/>
          <p:nvPr/>
        </p:nvSpPr>
        <p:spPr>
          <a:xfrm>
            <a:off x="11106133" y="516867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C79FFD-C224-AE8D-3993-CB4EF27DDDCA}"/>
              </a:ext>
            </a:extLst>
          </p:cNvPr>
          <p:cNvSpPr txBox="1"/>
          <p:nvPr/>
        </p:nvSpPr>
        <p:spPr>
          <a:xfrm>
            <a:off x="1561207" y="498063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4A299B-8F8D-88D8-C3CE-541A5CAD5BAC}"/>
              </a:ext>
            </a:extLst>
          </p:cNvPr>
          <p:cNvSpPr txBox="1"/>
          <p:nvPr/>
        </p:nvSpPr>
        <p:spPr>
          <a:xfrm>
            <a:off x="851264" y="470421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DC8F78-32CE-2746-7556-B3E99A72F8AC}"/>
              </a:ext>
            </a:extLst>
          </p:cNvPr>
          <p:cNvSpPr txBox="1"/>
          <p:nvPr/>
        </p:nvSpPr>
        <p:spPr>
          <a:xfrm>
            <a:off x="4013026" y="378233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541D25-EBF1-A58E-A389-EB1BC48ED444}"/>
              </a:ext>
            </a:extLst>
          </p:cNvPr>
          <p:cNvSpPr txBox="1"/>
          <p:nvPr/>
        </p:nvSpPr>
        <p:spPr>
          <a:xfrm>
            <a:off x="4378429" y="3235572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735853-7924-6622-EAB0-75E315332D04}"/>
              </a:ext>
            </a:extLst>
          </p:cNvPr>
          <p:cNvSpPr txBox="1"/>
          <p:nvPr/>
        </p:nvSpPr>
        <p:spPr>
          <a:xfrm>
            <a:off x="2255885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43E5F5-BC99-2E25-CF56-0F8E282BC8D8}"/>
              </a:ext>
            </a:extLst>
          </p:cNvPr>
          <p:cNvSpPr txBox="1"/>
          <p:nvPr/>
        </p:nvSpPr>
        <p:spPr>
          <a:xfrm>
            <a:off x="3105883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EB63EC5-B3EF-D5AB-6E3F-2139ABC79D37}"/>
              </a:ext>
            </a:extLst>
          </p:cNvPr>
          <p:cNvSpPr/>
          <p:nvPr/>
        </p:nvSpPr>
        <p:spPr>
          <a:xfrm>
            <a:off x="684779" y="4086320"/>
            <a:ext cx="1672420" cy="1301256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728E7C51-A076-576D-DADF-B0743EEFE12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59093" y="4663223"/>
            <a:ext cx="12700" cy="1023214"/>
          </a:xfrm>
          <a:prstGeom prst="bentConnector3">
            <a:avLst>
              <a:gd name="adj1" fmla="val 107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96719B80-9777-1834-B119-9EC5E8C9A655}"/>
              </a:ext>
            </a:extLst>
          </p:cNvPr>
          <p:cNvSpPr/>
          <p:nvPr/>
        </p:nvSpPr>
        <p:spPr>
          <a:xfrm>
            <a:off x="3584494" y="2883447"/>
            <a:ext cx="1672420" cy="1301256"/>
          </a:xfrm>
          <a:prstGeom prst="ellipse">
            <a:avLst/>
          </a:prstGeom>
          <a:solidFill>
            <a:srgbClr val="92D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45642CC-78FB-EDF8-1447-B8B2EDA62419}"/>
              </a:ext>
            </a:extLst>
          </p:cNvPr>
          <p:cNvSpPr/>
          <p:nvPr/>
        </p:nvSpPr>
        <p:spPr>
          <a:xfrm>
            <a:off x="2029663" y="1961485"/>
            <a:ext cx="1672420" cy="1301256"/>
          </a:xfrm>
          <a:prstGeom prst="ellipse">
            <a:avLst/>
          </a:prstGeom>
          <a:solidFill>
            <a:srgbClr val="00B0F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C23544AE-0BD8-AB6B-C1EE-6A4580BD122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098724" y="4618714"/>
            <a:ext cx="12700" cy="1033555"/>
          </a:xfrm>
          <a:prstGeom prst="bentConnector3">
            <a:avLst>
              <a:gd name="adj1" fmla="val 1044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A7EC38CD-191C-BF61-8771-F1BC518B85B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924306" y="4739438"/>
            <a:ext cx="12700" cy="792106"/>
          </a:xfrm>
          <a:prstGeom prst="bentConnector3">
            <a:avLst>
              <a:gd name="adj1" fmla="val 10560000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11DD906-CF57-1F6E-196A-8E46A9BE5E89}"/>
              </a:ext>
            </a:extLst>
          </p:cNvPr>
          <p:cNvSpPr/>
          <p:nvPr/>
        </p:nvSpPr>
        <p:spPr>
          <a:xfrm>
            <a:off x="8800274" y="39749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EC82DB-2C87-D0CF-1F9C-916ABDB91C62}"/>
              </a:ext>
            </a:extLst>
          </p:cNvPr>
          <p:cNvSpPr/>
          <p:nvPr/>
        </p:nvSpPr>
        <p:spPr>
          <a:xfrm>
            <a:off x="10540127" y="3810123"/>
            <a:ext cx="776849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74FA0F69-9021-82D3-175A-57579B01EDE2}"/>
              </a:ext>
            </a:extLst>
          </p:cNvPr>
          <p:cNvSpPr/>
          <p:nvPr/>
        </p:nvSpPr>
        <p:spPr>
          <a:xfrm rot="2401683">
            <a:off x="3468825" y="2978131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52502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DCC7F-DD64-F0BD-D55A-60DAD5E00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374609-86E3-0296-634A-A8AF3574F889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9709D06-1EEB-223E-46E1-7D3648109ED7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9C9B8B15-6C34-08D0-B57F-E2A526BE80D5}"/>
              </a:ext>
            </a:extLst>
          </p:cNvPr>
          <p:cNvSpPr/>
          <p:nvPr/>
        </p:nvSpPr>
        <p:spPr>
          <a:xfrm>
            <a:off x="6588372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77D9DC2-39CD-5AE1-1E84-B89DE0BB45DA}"/>
              </a:ext>
            </a:extLst>
          </p:cNvPr>
          <p:cNvSpPr/>
          <p:nvPr/>
        </p:nvSpPr>
        <p:spPr>
          <a:xfrm>
            <a:off x="8647874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0A2EC1-09C4-CA08-1916-6975A305D6D7}"/>
              </a:ext>
            </a:extLst>
          </p:cNvPr>
          <p:cNvSpPr/>
          <p:nvPr/>
        </p:nvSpPr>
        <p:spPr>
          <a:xfrm>
            <a:off x="7624473" y="2778372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25C5D4-556B-BAC2-8AAE-A4D09CA84C0A}"/>
              </a:ext>
            </a:extLst>
          </p:cNvPr>
          <p:cNvSpPr/>
          <p:nvPr/>
        </p:nvSpPr>
        <p:spPr>
          <a:xfrm>
            <a:off x="10534603" y="3789817"/>
            <a:ext cx="79210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800F2DA5-648E-47F9-719A-EC9A5A46A100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02C40F84-D642-262C-46DA-3C4534C5E658}"/>
              </a:ext>
            </a:extLst>
          </p:cNvPr>
          <p:cNvSpPr txBox="1">
            <a:spLocks/>
          </p:cNvSpPr>
          <p:nvPr/>
        </p:nvSpPr>
        <p:spPr>
          <a:xfrm>
            <a:off x="1961577" y="6051950"/>
            <a:ext cx="8900155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We then group the newly created clusters that are </a:t>
            </a:r>
            <a:r>
              <a:rPr lang="en-US" b="1" dirty="0">
                <a:solidFill>
                  <a:srgbClr val="0070C0"/>
                </a:solidFill>
              </a:rPr>
              <a:t>nearest to each other. </a:t>
            </a:r>
            <a:endParaRPr lang="en-PH" b="1" dirty="0">
              <a:solidFill>
                <a:srgbClr val="0070C0"/>
              </a:solidFill>
            </a:endParaRP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931ADA9D-5A77-4F24-FD4A-05245B7E0CC7}"/>
              </a:ext>
            </a:extLst>
          </p:cNvPr>
          <p:cNvGraphicFramePr/>
          <p:nvPr/>
        </p:nvGraphicFramePr>
        <p:xfrm>
          <a:off x="152048" y="1287535"/>
          <a:ext cx="5230508" cy="44930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82392545-79FF-B841-8D6E-51BA1595084B}"/>
              </a:ext>
            </a:extLst>
          </p:cNvPr>
          <p:cNvSpPr txBox="1"/>
          <p:nvPr/>
        </p:nvSpPr>
        <p:spPr>
          <a:xfrm>
            <a:off x="6323707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218245-413D-E15B-D6C0-DFD859845798}"/>
              </a:ext>
            </a:extLst>
          </p:cNvPr>
          <p:cNvSpPr txBox="1"/>
          <p:nvPr/>
        </p:nvSpPr>
        <p:spPr>
          <a:xfrm>
            <a:off x="7346921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3A4A45-F7D2-2657-7E65-A0064B1D878D}"/>
              </a:ext>
            </a:extLst>
          </p:cNvPr>
          <p:cNvSpPr txBox="1"/>
          <p:nvPr/>
        </p:nvSpPr>
        <p:spPr>
          <a:xfrm>
            <a:off x="8370135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0162D5-9CEC-CEE0-9AAD-1A3B7281F470}"/>
              </a:ext>
            </a:extLst>
          </p:cNvPr>
          <p:cNvSpPr txBox="1"/>
          <p:nvPr/>
        </p:nvSpPr>
        <p:spPr>
          <a:xfrm>
            <a:off x="9401279" y="517492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894147-AAB7-E5C6-D9EF-A34171B3E850}"/>
              </a:ext>
            </a:extLst>
          </p:cNvPr>
          <p:cNvSpPr txBox="1"/>
          <p:nvPr/>
        </p:nvSpPr>
        <p:spPr>
          <a:xfrm>
            <a:off x="10314030" y="517792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BB4589-70EF-B2C8-53D8-1FD1DE9EC2F8}"/>
              </a:ext>
            </a:extLst>
          </p:cNvPr>
          <p:cNvSpPr txBox="1"/>
          <p:nvPr/>
        </p:nvSpPr>
        <p:spPr>
          <a:xfrm>
            <a:off x="11106133" y="516867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B9A323-DB94-C176-341C-90997A58F2DF}"/>
              </a:ext>
            </a:extLst>
          </p:cNvPr>
          <p:cNvSpPr txBox="1"/>
          <p:nvPr/>
        </p:nvSpPr>
        <p:spPr>
          <a:xfrm>
            <a:off x="1561207" y="498063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253AA9-1871-F2E3-7175-0E780640EA33}"/>
              </a:ext>
            </a:extLst>
          </p:cNvPr>
          <p:cNvSpPr txBox="1"/>
          <p:nvPr/>
        </p:nvSpPr>
        <p:spPr>
          <a:xfrm>
            <a:off x="851264" y="470421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5DE15D5-94DD-1E7E-9DC0-1794F269D5F5}"/>
              </a:ext>
            </a:extLst>
          </p:cNvPr>
          <p:cNvSpPr txBox="1"/>
          <p:nvPr/>
        </p:nvSpPr>
        <p:spPr>
          <a:xfrm>
            <a:off x="4013026" y="378233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D29435-E860-F56D-68D9-3DF1DABDA827}"/>
              </a:ext>
            </a:extLst>
          </p:cNvPr>
          <p:cNvSpPr txBox="1"/>
          <p:nvPr/>
        </p:nvSpPr>
        <p:spPr>
          <a:xfrm>
            <a:off x="4378429" y="3235572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57AE8C-2AAA-CD90-1577-02D25C326B80}"/>
              </a:ext>
            </a:extLst>
          </p:cNvPr>
          <p:cNvSpPr txBox="1"/>
          <p:nvPr/>
        </p:nvSpPr>
        <p:spPr>
          <a:xfrm>
            <a:off x="2255885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287FAF-7497-4205-CFE8-FBE87F264F35}"/>
              </a:ext>
            </a:extLst>
          </p:cNvPr>
          <p:cNvSpPr txBox="1"/>
          <p:nvPr/>
        </p:nvSpPr>
        <p:spPr>
          <a:xfrm>
            <a:off x="3105883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63C9E71-B259-F6AE-363D-27FBD28FFB4D}"/>
              </a:ext>
            </a:extLst>
          </p:cNvPr>
          <p:cNvSpPr/>
          <p:nvPr/>
        </p:nvSpPr>
        <p:spPr>
          <a:xfrm>
            <a:off x="684779" y="4086320"/>
            <a:ext cx="1672420" cy="1301256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A74A2B0F-94C3-B895-7E6F-2B292EA2608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59093" y="4663223"/>
            <a:ext cx="12700" cy="1023214"/>
          </a:xfrm>
          <a:prstGeom prst="bentConnector3">
            <a:avLst>
              <a:gd name="adj1" fmla="val 107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B894AB4B-1351-FDFC-0E90-2738C43921D5}"/>
              </a:ext>
            </a:extLst>
          </p:cNvPr>
          <p:cNvSpPr/>
          <p:nvPr/>
        </p:nvSpPr>
        <p:spPr>
          <a:xfrm>
            <a:off x="3584494" y="2883447"/>
            <a:ext cx="1672420" cy="1301256"/>
          </a:xfrm>
          <a:prstGeom prst="ellipse">
            <a:avLst/>
          </a:prstGeom>
          <a:solidFill>
            <a:srgbClr val="92D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06682B6-989A-32B0-1AE8-D70FE7774FC9}"/>
              </a:ext>
            </a:extLst>
          </p:cNvPr>
          <p:cNvSpPr/>
          <p:nvPr/>
        </p:nvSpPr>
        <p:spPr>
          <a:xfrm>
            <a:off x="2029663" y="1961485"/>
            <a:ext cx="1672420" cy="1301256"/>
          </a:xfrm>
          <a:prstGeom prst="ellipse">
            <a:avLst/>
          </a:prstGeom>
          <a:solidFill>
            <a:srgbClr val="00B0F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89E63F17-5F4B-1FFB-5E6F-7D4E69665EE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098724" y="4618714"/>
            <a:ext cx="12700" cy="1033555"/>
          </a:xfrm>
          <a:prstGeom prst="bentConnector3">
            <a:avLst>
              <a:gd name="adj1" fmla="val 1044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8A6818B4-ABD8-9F11-5406-07433751D46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924306" y="4739438"/>
            <a:ext cx="12700" cy="792106"/>
          </a:xfrm>
          <a:prstGeom prst="bentConnector3">
            <a:avLst>
              <a:gd name="adj1" fmla="val 10560000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85836553-CB47-2334-427F-2486D306B0F6}"/>
              </a:ext>
            </a:extLst>
          </p:cNvPr>
          <p:cNvSpPr/>
          <p:nvPr/>
        </p:nvSpPr>
        <p:spPr>
          <a:xfrm>
            <a:off x="1841500" y="1625600"/>
            <a:ext cx="3774543" cy="2857500"/>
          </a:xfrm>
          <a:prstGeom prst="ellipse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34817BB8-FEF3-EFCA-6FE2-B3E8D507C037}"/>
              </a:ext>
            </a:extLst>
          </p:cNvPr>
          <p:cNvCxnSpPr>
            <a:cxnSpLocks/>
            <a:stCxn id="50" idx="0"/>
            <a:endCxn id="14" idx="0"/>
          </p:cNvCxnSpPr>
          <p:nvPr/>
        </p:nvCxnSpPr>
        <p:spPr>
          <a:xfrm rot="5400000" flipH="1" flipV="1">
            <a:off x="10010601" y="2904597"/>
            <a:ext cx="12425" cy="1823478"/>
          </a:xfrm>
          <a:prstGeom prst="bentConnector3">
            <a:avLst>
              <a:gd name="adj1" fmla="val 6028370"/>
            </a:avLst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2599221-9C35-91D9-F637-D14614CB05F4}"/>
              </a:ext>
            </a:extLst>
          </p:cNvPr>
          <p:cNvSpPr/>
          <p:nvPr/>
        </p:nvSpPr>
        <p:spPr>
          <a:xfrm>
            <a:off x="8800274" y="39749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A94413-2D22-5F2B-5BB6-09F51A71BC56}"/>
              </a:ext>
            </a:extLst>
          </p:cNvPr>
          <p:cNvSpPr/>
          <p:nvPr/>
        </p:nvSpPr>
        <p:spPr>
          <a:xfrm>
            <a:off x="10540127" y="3810123"/>
            <a:ext cx="776849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B9319961-FB99-CC5F-AC3F-ED0EFF655BFB}"/>
              </a:ext>
            </a:extLst>
          </p:cNvPr>
          <p:cNvSpPr/>
          <p:nvPr/>
        </p:nvSpPr>
        <p:spPr>
          <a:xfrm rot="2401683">
            <a:off x="3468825" y="2978131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22707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8B46D-2DCA-F1F8-A9C9-A48FE105A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6CEFBCC-98CF-357D-7EEF-3CFD3838E56C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306B89C-7C45-6589-79BA-2DE1E93E4B77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5354C895-2EDF-2155-9328-DA4C7ABDED62}"/>
              </a:ext>
            </a:extLst>
          </p:cNvPr>
          <p:cNvSpPr/>
          <p:nvPr/>
        </p:nvSpPr>
        <p:spPr>
          <a:xfrm>
            <a:off x="6588372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DCA3CE8-6385-8B27-14A9-14D218570C18}"/>
              </a:ext>
            </a:extLst>
          </p:cNvPr>
          <p:cNvSpPr/>
          <p:nvPr/>
        </p:nvSpPr>
        <p:spPr>
          <a:xfrm>
            <a:off x="8647874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5F7D30-F44C-203F-7664-220343AF5811}"/>
              </a:ext>
            </a:extLst>
          </p:cNvPr>
          <p:cNvSpPr/>
          <p:nvPr/>
        </p:nvSpPr>
        <p:spPr>
          <a:xfrm>
            <a:off x="7624473" y="2778372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E9C34E-5789-7561-204A-67E115D7F7E0}"/>
              </a:ext>
            </a:extLst>
          </p:cNvPr>
          <p:cNvSpPr/>
          <p:nvPr/>
        </p:nvSpPr>
        <p:spPr>
          <a:xfrm>
            <a:off x="10534603" y="3789817"/>
            <a:ext cx="79210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D1C55C6E-72DC-7D61-1BB5-BFFB1650217F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71E294B3-7967-9ADC-2071-19C85253EC23}"/>
              </a:ext>
            </a:extLst>
          </p:cNvPr>
          <p:cNvSpPr txBox="1">
            <a:spLocks/>
          </p:cNvSpPr>
          <p:nvPr/>
        </p:nvSpPr>
        <p:spPr>
          <a:xfrm>
            <a:off x="1961577" y="6051950"/>
            <a:ext cx="8900155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We calculate the distance again and </a:t>
            </a:r>
            <a:r>
              <a:rPr lang="en-US" b="1" dirty="0">
                <a:solidFill>
                  <a:srgbClr val="0070C0"/>
                </a:solidFill>
              </a:rPr>
              <a:t>merge the two remaining clusters</a:t>
            </a:r>
            <a:endParaRPr lang="en-PH" b="1" dirty="0">
              <a:solidFill>
                <a:srgbClr val="0070C0"/>
              </a:solidFill>
            </a:endParaRP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F6F8DE50-5333-7C46-947E-4D3827293CB6}"/>
              </a:ext>
            </a:extLst>
          </p:cNvPr>
          <p:cNvGraphicFramePr/>
          <p:nvPr/>
        </p:nvGraphicFramePr>
        <p:xfrm>
          <a:off x="152048" y="1287535"/>
          <a:ext cx="5230508" cy="44930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3D4411A1-0120-A5EC-CFF9-E14BDF96DE52}"/>
              </a:ext>
            </a:extLst>
          </p:cNvPr>
          <p:cNvSpPr txBox="1"/>
          <p:nvPr/>
        </p:nvSpPr>
        <p:spPr>
          <a:xfrm>
            <a:off x="6323707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6954DE-EAB5-745F-1B3E-45CC488AE2D5}"/>
              </a:ext>
            </a:extLst>
          </p:cNvPr>
          <p:cNvSpPr txBox="1"/>
          <p:nvPr/>
        </p:nvSpPr>
        <p:spPr>
          <a:xfrm>
            <a:off x="7346921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CC1C08-4A89-FC85-1058-3D08CBED44F0}"/>
              </a:ext>
            </a:extLst>
          </p:cNvPr>
          <p:cNvSpPr txBox="1"/>
          <p:nvPr/>
        </p:nvSpPr>
        <p:spPr>
          <a:xfrm>
            <a:off x="8370135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B9A746-9FA9-7FEE-A5BA-10554E85DA92}"/>
              </a:ext>
            </a:extLst>
          </p:cNvPr>
          <p:cNvSpPr txBox="1"/>
          <p:nvPr/>
        </p:nvSpPr>
        <p:spPr>
          <a:xfrm>
            <a:off x="9401279" y="517492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AB9501-37FB-8744-5AD9-5B9F2D413B42}"/>
              </a:ext>
            </a:extLst>
          </p:cNvPr>
          <p:cNvSpPr txBox="1"/>
          <p:nvPr/>
        </p:nvSpPr>
        <p:spPr>
          <a:xfrm>
            <a:off x="10314030" y="517792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F6376B-730B-FC9A-5611-BBE30F3A67AD}"/>
              </a:ext>
            </a:extLst>
          </p:cNvPr>
          <p:cNvSpPr txBox="1"/>
          <p:nvPr/>
        </p:nvSpPr>
        <p:spPr>
          <a:xfrm>
            <a:off x="11106133" y="516867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4F5DB6-EE45-BB7A-43E7-5632AB34961E}"/>
              </a:ext>
            </a:extLst>
          </p:cNvPr>
          <p:cNvSpPr txBox="1"/>
          <p:nvPr/>
        </p:nvSpPr>
        <p:spPr>
          <a:xfrm>
            <a:off x="1561207" y="498063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BFECD0-3131-5F60-4E16-469EBC3D2F93}"/>
              </a:ext>
            </a:extLst>
          </p:cNvPr>
          <p:cNvSpPr txBox="1"/>
          <p:nvPr/>
        </p:nvSpPr>
        <p:spPr>
          <a:xfrm>
            <a:off x="851264" y="470421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216A989-4CAD-F7AB-CC5A-F2A109AD01D5}"/>
              </a:ext>
            </a:extLst>
          </p:cNvPr>
          <p:cNvSpPr txBox="1"/>
          <p:nvPr/>
        </p:nvSpPr>
        <p:spPr>
          <a:xfrm>
            <a:off x="4013026" y="378233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FAA655-751D-FBA4-6727-D14F7D8F23A9}"/>
              </a:ext>
            </a:extLst>
          </p:cNvPr>
          <p:cNvSpPr txBox="1"/>
          <p:nvPr/>
        </p:nvSpPr>
        <p:spPr>
          <a:xfrm>
            <a:off x="4378429" y="3235572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8E5CF3-D6DE-B051-F7FA-3536448790A8}"/>
              </a:ext>
            </a:extLst>
          </p:cNvPr>
          <p:cNvSpPr txBox="1"/>
          <p:nvPr/>
        </p:nvSpPr>
        <p:spPr>
          <a:xfrm>
            <a:off x="2255885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167787-2A51-EF5E-893D-689286B3645F}"/>
              </a:ext>
            </a:extLst>
          </p:cNvPr>
          <p:cNvSpPr txBox="1"/>
          <p:nvPr/>
        </p:nvSpPr>
        <p:spPr>
          <a:xfrm>
            <a:off x="3105883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1B8062A-CB67-769E-D00E-1C61BE0A2D8C}"/>
              </a:ext>
            </a:extLst>
          </p:cNvPr>
          <p:cNvSpPr/>
          <p:nvPr/>
        </p:nvSpPr>
        <p:spPr>
          <a:xfrm>
            <a:off x="684779" y="4086320"/>
            <a:ext cx="1672420" cy="1301256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6E980D64-77AB-0A4C-E2D8-78EC0831B8F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59093" y="4663223"/>
            <a:ext cx="12700" cy="1023214"/>
          </a:xfrm>
          <a:prstGeom prst="bentConnector3">
            <a:avLst>
              <a:gd name="adj1" fmla="val 107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2D083B72-2FCC-65A0-0148-252B15FFE1C1}"/>
              </a:ext>
            </a:extLst>
          </p:cNvPr>
          <p:cNvSpPr/>
          <p:nvPr/>
        </p:nvSpPr>
        <p:spPr>
          <a:xfrm>
            <a:off x="3584494" y="2883447"/>
            <a:ext cx="1672420" cy="1301256"/>
          </a:xfrm>
          <a:prstGeom prst="ellipse">
            <a:avLst/>
          </a:prstGeom>
          <a:solidFill>
            <a:srgbClr val="92D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7C3F61B-B1CC-DAE3-4E5F-32C023342DB7}"/>
              </a:ext>
            </a:extLst>
          </p:cNvPr>
          <p:cNvSpPr/>
          <p:nvPr/>
        </p:nvSpPr>
        <p:spPr>
          <a:xfrm>
            <a:off x="2029663" y="1961485"/>
            <a:ext cx="1672420" cy="1301256"/>
          </a:xfrm>
          <a:prstGeom prst="ellipse">
            <a:avLst/>
          </a:prstGeom>
          <a:solidFill>
            <a:srgbClr val="00B0F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36DE0F4D-D70C-CD9F-BC46-F42A59865C0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098724" y="4618714"/>
            <a:ext cx="12700" cy="1033555"/>
          </a:xfrm>
          <a:prstGeom prst="bentConnector3">
            <a:avLst>
              <a:gd name="adj1" fmla="val 1044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5211D5AF-9FB9-B079-0E36-F831FDFE9A4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924306" y="4739438"/>
            <a:ext cx="12700" cy="792106"/>
          </a:xfrm>
          <a:prstGeom prst="bentConnector3">
            <a:avLst>
              <a:gd name="adj1" fmla="val 10560000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EF5994FF-F467-6E9A-CF4A-D195C4C95B2D}"/>
              </a:ext>
            </a:extLst>
          </p:cNvPr>
          <p:cNvSpPr/>
          <p:nvPr/>
        </p:nvSpPr>
        <p:spPr>
          <a:xfrm>
            <a:off x="1841500" y="1625600"/>
            <a:ext cx="3774543" cy="2857500"/>
          </a:xfrm>
          <a:prstGeom prst="ellipse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32727B4-0F38-9019-03EF-AF27D11217EF}"/>
              </a:ext>
            </a:extLst>
          </p:cNvPr>
          <p:cNvCxnSpPr>
            <a:cxnSpLocks/>
            <a:stCxn id="50" idx="0"/>
            <a:endCxn id="14" idx="0"/>
          </p:cNvCxnSpPr>
          <p:nvPr/>
        </p:nvCxnSpPr>
        <p:spPr>
          <a:xfrm rot="5400000" flipH="1" flipV="1">
            <a:off x="10010601" y="2904597"/>
            <a:ext cx="12425" cy="1823478"/>
          </a:xfrm>
          <a:prstGeom prst="bentConnector3">
            <a:avLst>
              <a:gd name="adj1" fmla="val 6028370"/>
            </a:avLst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EA536CF-FA92-2F66-6A37-64D0BDD1A0E1}"/>
              </a:ext>
            </a:extLst>
          </p:cNvPr>
          <p:cNvSpPr/>
          <p:nvPr/>
        </p:nvSpPr>
        <p:spPr>
          <a:xfrm>
            <a:off x="8800274" y="39749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3D19C4-EDFA-ECCD-0D90-4A32FE39E4DA}"/>
              </a:ext>
            </a:extLst>
          </p:cNvPr>
          <p:cNvSpPr/>
          <p:nvPr/>
        </p:nvSpPr>
        <p:spPr>
          <a:xfrm>
            <a:off x="10540127" y="3810123"/>
            <a:ext cx="776849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EE88AB4-2875-1EFB-FDF7-A2910C331161}"/>
              </a:ext>
            </a:extLst>
          </p:cNvPr>
          <p:cNvSpPr/>
          <p:nvPr/>
        </p:nvSpPr>
        <p:spPr>
          <a:xfrm>
            <a:off x="184712" y="1470424"/>
            <a:ext cx="5453453" cy="4091837"/>
          </a:xfrm>
          <a:prstGeom prst="ellipse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3C4694AA-EA34-5D15-AFC7-374201CC9F5B}"/>
              </a:ext>
            </a:extLst>
          </p:cNvPr>
          <p:cNvCxnSpPr>
            <a:cxnSpLocks/>
            <a:stCxn id="17" idx="0"/>
            <a:endCxn id="22" idx="0"/>
          </p:cNvCxnSpPr>
          <p:nvPr/>
        </p:nvCxnSpPr>
        <p:spPr>
          <a:xfrm rot="5400000" flipH="1" flipV="1">
            <a:off x="8174856" y="1974729"/>
            <a:ext cx="740185" cy="2955454"/>
          </a:xfrm>
          <a:prstGeom prst="bentConnector3">
            <a:avLst>
              <a:gd name="adj1" fmla="val 165200"/>
            </a:avLst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C592667-72EF-E1FB-C106-4DA5602004DE}"/>
              </a:ext>
            </a:extLst>
          </p:cNvPr>
          <p:cNvSpPr/>
          <p:nvPr/>
        </p:nvSpPr>
        <p:spPr>
          <a:xfrm>
            <a:off x="6610021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189655-F8DA-1525-89FA-146673C6197D}"/>
              </a:ext>
            </a:extLst>
          </p:cNvPr>
          <p:cNvSpPr/>
          <p:nvPr/>
        </p:nvSpPr>
        <p:spPr>
          <a:xfrm>
            <a:off x="9634250" y="3082363"/>
            <a:ext cx="776849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Arrow: Left-Right 19">
            <a:extLst>
              <a:ext uri="{FF2B5EF4-FFF2-40B4-BE49-F238E27FC236}">
                <a16:creationId xmlns:a16="http://schemas.microsoft.com/office/drawing/2014/main" id="{739FD822-77B3-0D13-768F-B8B4C5DD8D7C}"/>
              </a:ext>
            </a:extLst>
          </p:cNvPr>
          <p:cNvSpPr/>
          <p:nvPr/>
        </p:nvSpPr>
        <p:spPr>
          <a:xfrm rot="19351433">
            <a:off x="1997923" y="4021414"/>
            <a:ext cx="360000" cy="180000"/>
          </a:xfrm>
          <a:prstGeom prst="leftRightArrow">
            <a:avLst/>
          </a:prstGeom>
          <a:solidFill>
            <a:srgbClr val="FF000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11149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D53F8-3661-86EF-AC87-CD39E26B2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AFF5A07-C05F-06BD-5FA6-E3AE26D77C0E}"/>
              </a:ext>
            </a:extLst>
          </p:cNvPr>
          <p:cNvCxnSpPr>
            <a:cxnSpLocks/>
          </p:cNvCxnSpPr>
          <p:nvPr/>
        </p:nvCxnSpPr>
        <p:spPr>
          <a:xfrm flipV="1">
            <a:off x="5818934" y="4981575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3091008-8A00-3E9F-4736-ECD8D6362C09}"/>
              </a:ext>
            </a:extLst>
          </p:cNvPr>
          <p:cNvCxnSpPr>
            <a:cxnSpLocks/>
          </p:cNvCxnSpPr>
          <p:nvPr/>
        </p:nvCxnSpPr>
        <p:spPr>
          <a:xfrm flipV="1">
            <a:off x="5799483" y="2033195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3DFFD52E-A95C-DCE0-3DAC-207DA3A94035}"/>
              </a:ext>
            </a:extLst>
          </p:cNvPr>
          <p:cNvSpPr/>
          <p:nvPr/>
        </p:nvSpPr>
        <p:spPr>
          <a:xfrm>
            <a:off x="6588372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C79B1A-003C-1E2A-952D-84659DEFE41A}"/>
              </a:ext>
            </a:extLst>
          </p:cNvPr>
          <p:cNvSpPr/>
          <p:nvPr/>
        </p:nvSpPr>
        <p:spPr>
          <a:xfrm>
            <a:off x="8647874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3B09FD-537A-6A7B-8A64-220645A5F476}"/>
              </a:ext>
            </a:extLst>
          </p:cNvPr>
          <p:cNvSpPr/>
          <p:nvPr/>
        </p:nvSpPr>
        <p:spPr>
          <a:xfrm>
            <a:off x="7624473" y="2778372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34D33F-60BB-8FBF-671B-6A3D6C1993F6}"/>
              </a:ext>
            </a:extLst>
          </p:cNvPr>
          <p:cNvSpPr/>
          <p:nvPr/>
        </p:nvSpPr>
        <p:spPr>
          <a:xfrm>
            <a:off x="10534603" y="3789817"/>
            <a:ext cx="792103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AA14404F-BFDC-3CDC-5CDE-F5966FD89A24}"/>
              </a:ext>
            </a:extLst>
          </p:cNvPr>
          <p:cNvSpPr txBox="1">
            <a:spLocks/>
          </p:cNvSpPr>
          <p:nvPr/>
        </p:nvSpPr>
        <p:spPr>
          <a:xfrm>
            <a:off x="8361072" y="1326878"/>
            <a:ext cx="1708554" cy="41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H" sz="2100" b="1" dirty="0"/>
              <a:t>Dendrogram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E74DAD54-5A24-8DD3-9098-1DE4E2822488}"/>
              </a:ext>
            </a:extLst>
          </p:cNvPr>
          <p:cNvSpPr txBox="1">
            <a:spLocks/>
          </p:cNvSpPr>
          <p:nvPr/>
        </p:nvSpPr>
        <p:spPr>
          <a:xfrm>
            <a:off x="1961577" y="6051950"/>
            <a:ext cx="8900155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And we </a:t>
            </a:r>
            <a:r>
              <a:rPr lang="en-US" b="1" dirty="0">
                <a:solidFill>
                  <a:srgbClr val="0070C0"/>
                </a:solidFill>
              </a:rPr>
              <a:t>terminate</a:t>
            </a:r>
            <a:r>
              <a:rPr lang="en-US" dirty="0"/>
              <a:t> until we are left with </a:t>
            </a:r>
            <a:r>
              <a:rPr lang="en-US" b="1" dirty="0">
                <a:solidFill>
                  <a:srgbClr val="0070C0"/>
                </a:solidFill>
              </a:rPr>
              <a:t>one cluster </a:t>
            </a:r>
            <a:endParaRPr lang="en-PH" b="1" dirty="0">
              <a:solidFill>
                <a:srgbClr val="0070C0"/>
              </a:solidFill>
            </a:endParaRP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EC5A2C17-D9C8-34A6-5351-84E2110AA982}"/>
              </a:ext>
            </a:extLst>
          </p:cNvPr>
          <p:cNvGraphicFramePr/>
          <p:nvPr/>
        </p:nvGraphicFramePr>
        <p:xfrm>
          <a:off x="152048" y="1287535"/>
          <a:ext cx="5230508" cy="44930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F074AAF-4B93-A752-B2DD-03035F79B407}"/>
              </a:ext>
            </a:extLst>
          </p:cNvPr>
          <p:cNvSpPr txBox="1"/>
          <p:nvPr/>
        </p:nvSpPr>
        <p:spPr>
          <a:xfrm>
            <a:off x="6323707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39889F-0F9B-DCBE-B78A-0091FFDFB72F}"/>
              </a:ext>
            </a:extLst>
          </p:cNvPr>
          <p:cNvSpPr txBox="1"/>
          <p:nvPr/>
        </p:nvSpPr>
        <p:spPr>
          <a:xfrm>
            <a:off x="7346921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99044B-2345-F168-4BED-81EB7D0A4F22}"/>
              </a:ext>
            </a:extLst>
          </p:cNvPr>
          <p:cNvSpPr txBox="1"/>
          <p:nvPr/>
        </p:nvSpPr>
        <p:spPr>
          <a:xfrm>
            <a:off x="8370135" y="517483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AB5AB8-3732-DA3D-AFA5-E0DE00FA6B04}"/>
              </a:ext>
            </a:extLst>
          </p:cNvPr>
          <p:cNvSpPr txBox="1"/>
          <p:nvPr/>
        </p:nvSpPr>
        <p:spPr>
          <a:xfrm>
            <a:off x="9401279" y="517492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13C95C-156F-7FF2-DD5C-06177FE64C59}"/>
              </a:ext>
            </a:extLst>
          </p:cNvPr>
          <p:cNvSpPr txBox="1"/>
          <p:nvPr/>
        </p:nvSpPr>
        <p:spPr>
          <a:xfrm>
            <a:off x="10314030" y="517792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B6039D-1F43-7AFD-AD63-175C1B4650C5}"/>
              </a:ext>
            </a:extLst>
          </p:cNvPr>
          <p:cNvSpPr txBox="1"/>
          <p:nvPr/>
        </p:nvSpPr>
        <p:spPr>
          <a:xfrm>
            <a:off x="11106133" y="516867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740B0A-0646-85CE-C3D0-5A7B3D8CF982}"/>
              </a:ext>
            </a:extLst>
          </p:cNvPr>
          <p:cNvSpPr txBox="1"/>
          <p:nvPr/>
        </p:nvSpPr>
        <p:spPr>
          <a:xfrm>
            <a:off x="1561207" y="4980639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4B8EED-7BFD-1BD9-7CC6-96C66E0B04D9}"/>
              </a:ext>
            </a:extLst>
          </p:cNvPr>
          <p:cNvSpPr txBox="1"/>
          <p:nvPr/>
        </p:nvSpPr>
        <p:spPr>
          <a:xfrm>
            <a:off x="851264" y="4704217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586D1A-9E3B-994D-54A2-E4AC04830A1D}"/>
              </a:ext>
            </a:extLst>
          </p:cNvPr>
          <p:cNvSpPr txBox="1"/>
          <p:nvPr/>
        </p:nvSpPr>
        <p:spPr>
          <a:xfrm>
            <a:off x="4013026" y="378233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E39562D-32B4-2B18-A708-F9775A1D138B}"/>
              </a:ext>
            </a:extLst>
          </p:cNvPr>
          <p:cNvSpPr txBox="1"/>
          <p:nvPr/>
        </p:nvSpPr>
        <p:spPr>
          <a:xfrm>
            <a:off x="4378429" y="3235572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232588-863A-9ABF-2538-094224509283}"/>
              </a:ext>
            </a:extLst>
          </p:cNvPr>
          <p:cNvSpPr txBox="1"/>
          <p:nvPr/>
        </p:nvSpPr>
        <p:spPr>
          <a:xfrm>
            <a:off x="2255885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A8D23E-2BF8-4478-C094-3093896C6142}"/>
              </a:ext>
            </a:extLst>
          </p:cNvPr>
          <p:cNvSpPr txBox="1"/>
          <p:nvPr/>
        </p:nvSpPr>
        <p:spPr>
          <a:xfrm>
            <a:off x="3105883" y="2638671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1" dirty="0"/>
              <a:t>P6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9450E17-AD93-22A7-F3B0-090CC3159292}"/>
              </a:ext>
            </a:extLst>
          </p:cNvPr>
          <p:cNvSpPr/>
          <p:nvPr/>
        </p:nvSpPr>
        <p:spPr>
          <a:xfrm>
            <a:off x="684779" y="4086320"/>
            <a:ext cx="1672420" cy="1301256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D50E8B36-B718-BF20-D4F0-EDB35B95CBE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59093" y="4663223"/>
            <a:ext cx="12700" cy="1023214"/>
          </a:xfrm>
          <a:prstGeom prst="bentConnector3">
            <a:avLst>
              <a:gd name="adj1" fmla="val 107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D14DAF87-876E-65DC-CDD8-C2217459DBB1}"/>
              </a:ext>
            </a:extLst>
          </p:cNvPr>
          <p:cNvSpPr/>
          <p:nvPr/>
        </p:nvSpPr>
        <p:spPr>
          <a:xfrm>
            <a:off x="3584494" y="2883447"/>
            <a:ext cx="1672420" cy="1301256"/>
          </a:xfrm>
          <a:prstGeom prst="ellipse">
            <a:avLst/>
          </a:prstGeom>
          <a:solidFill>
            <a:srgbClr val="92D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9FE859D-BDF1-0218-D99D-41AD3416C2F5}"/>
              </a:ext>
            </a:extLst>
          </p:cNvPr>
          <p:cNvSpPr/>
          <p:nvPr/>
        </p:nvSpPr>
        <p:spPr>
          <a:xfrm>
            <a:off x="2029663" y="1961485"/>
            <a:ext cx="1672420" cy="1301256"/>
          </a:xfrm>
          <a:prstGeom prst="ellipse">
            <a:avLst/>
          </a:prstGeom>
          <a:solidFill>
            <a:srgbClr val="00B0F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DA475113-5A9F-EE91-5790-4C9E0F6780A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098724" y="4618714"/>
            <a:ext cx="12700" cy="1033555"/>
          </a:xfrm>
          <a:prstGeom prst="bentConnector3">
            <a:avLst>
              <a:gd name="adj1" fmla="val 1044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7C7D6F56-7EFA-D077-5D9D-5A864566634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924306" y="4739438"/>
            <a:ext cx="12700" cy="792106"/>
          </a:xfrm>
          <a:prstGeom prst="bentConnector3">
            <a:avLst>
              <a:gd name="adj1" fmla="val 10560000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693715F7-A5F7-1C87-2FF3-DBEE03BCF63D}"/>
              </a:ext>
            </a:extLst>
          </p:cNvPr>
          <p:cNvSpPr/>
          <p:nvPr/>
        </p:nvSpPr>
        <p:spPr>
          <a:xfrm>
            <a:off x="1841500" y="1625600"/>
            <a:ext cx="3774543" cy="2857500"/>
          </a:xfrm>
          <a:prstGeom prst="ellipse">
            <a:avLst/>
          </a:prstGeom>
          <a:solidFill>
            <a:srgbClr val="FFC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42DA47DE-16C7-1071-6825-C1A4A275D181}"/>
              </a:ext>
            </a:extLst>
          </p:cNvPr>
          <p:cNvCxnSpPr>
            <a:cxnSpLocks/>
            <a:stCxn id="50" idx="0"/>
            <a:endCxn id="14" idx="0"/>
          </p:cNvCxnSpPr>
          <p:nvPr/>
        </p:nvCxnSpPr>
        <p:spPr>
          <a:xfrm rot="5400000" flipH="1" flipV="1">
            <a:off x="10010601" y="2904597"/>
            <a:ext cx="12425" cy="1823478"/>
          </a:xfrm>
          <a:prstGeom prst="bentConnector3">
            <a:avLst>
              <a:gd name="adj1" fmla="val 6028370"/>
            </a:avLst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97C9529-3A31-7B18-20EA-83306102340F}"/>
              </a:ext>
            </a:extLst>
          </p:cNvPr>
          <p:cNvSpPr/>
          <p:nvPr/>
        </p:nvSpPr>
        <p:spPr>
          <a:xfrm>
            <a:off x="8800274" y="39749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7C0B67-9E63-F4E4-E977-0D963783ECA4}"/>
              </a:ext>
            </a:extLst>
          </p:cNvPr>
          <p:cNvSpPr/>
          <p:nvPr/>
        </p:nvSpPr>
        <p:spPr>
          <a:xfrm>
            <a:off x="10540127" y="3810123"/>
            <a:ext cx="776849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0481DCC-FB66-A9C1-6706-6B5AD0E55680}"/>
              </a:ext>
            </a:extLst>
          </p:cNvPr>
          <p:cNvSpPr/>
          <p:nvPr/>
        </p:nvSpPr>
        <p:spPr>
          <a:xfrm>
            <a:off x="184712" y="1470424"/>
            <a:ext cx="5453453" cy="4091837"/>
          </a:xfrm>
          <a:prstGeom prst="ellipse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274F7659-06C2-367E-A4B5-D86546881DA8}"/>
              </a:ext>
            </a:extLst>
          </p:cNvPr>
          <p:cNvCxnSpPr>
            <a:cxnSpLocks/>
            <a:stCxn id="17" idx="0"/>
            <a:endCxn id="22" idx="0"/>
          </p:cNvCxnSpPr>
          <p:nvPr/>
        </p:nvCxnSpPr>
        <p:spPr>
          <a:xfrm rot="5400000" flipH="1" flipV="1">
            <a:off x="8174856" y="1974729"/>
            <a:ext cx="740185" cy="2955454"/>
          </a:xfrm>
          <a:prstGeom prst="bentConnector3">
            <a:avLst>
              <a:gd name="adj1" fmla="val 165200"/>
            </a:avLst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9D612BE-F6A1-9B4F-94A3-509D341EDD90}"/>
              </a:ext>
            </a:extLst>
          </p:cNvPr>
          <p:cNvSpPr/>
          <p:nvPr/>
        </p:nvSpPr>
        <p:spPr>
          <a:xfrm>
            <a:off x="6610021" y="382254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80021F-1BDC-D644-28F7-B7CA71135090}"/>
              </a:ext>
            </a:extLst>
          </p:cNvPr>
          <p:cNvSpPr/>
          <p:nvPr/>
        </p:nvSpPr>
        <p:spPr>
          <a:xfrm>
            <a:off x="9634250" y="3082363"/>
            <a:ext cx="776849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007835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1E435-7A61-4BB9-AD68-5D5D587B9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1889869-7D1D-D238-B4C7-6466C1D1363C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 casino wants to segment its customers to improve marketing and loyalty programs. They track two key metrics for each customer: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FE2F3A4E-89BD-5D3F-1B5A-90598DC3E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01EA9C7-312A-F372-8C3C-BEB3E36296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3285490"/>
                  </p:ext>
                </p:extLst>
              </p:nvPr>
            </p:nvGraphicFramePr>
            <p:xfrm>
              <a:off x="2433735" y="2659221"/>
              <a:ext cx="7324530" cy="28651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41510">
                      <a:extLst>
                        <a:ext uri="{9D8B030D-6E8A-4147-A177-3AD203B41FA5}">
                          <a16:colId xmlns:a16="http://schemas.microsoft.com/office/drawing/2014/main" val="4138762431"/>
                        </a:ext>
                      </a:extLst>
                    </a:gridCol>
                    <a:gridCol w="2441510">
                      <a:extLst>
                        <a:ext uri="{9D8B030D-6E8A-4147-A177-3AD203B41FA5}">
                          <a16:colId xmlns:a16="http://schemas.microsoft.com/office/drawing/2014/main" val="2138594089"/>
                        </a:ext>
                      </a:extLst>
                    </a:gridCol>
                    <a:gridCol w="2441510">
                      <a:extLst>
                        <a:ext uri="{9D8B030D-6E8A-4147-A177-3AD203B41FA5}">
                          <a16:colId xmlns:a16="http://schemas.microsoft.com/office/drawing/2014/main" val="19138899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>
                              <a:solidFill>
                                <a:schemeClr val="bg1"/>
                              </a:solidFill>
                            </a:rPr>
                            <a:t>Customer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𝐴𝑣𝑒𝑟𝑎𝑔𝑒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𝐵𝑒𝑡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𝑝𝑒𝑟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𝑉𝑖𝑠𝑖𝑡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GB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PH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PH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PH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𝑉𝑖𝑠𝑖𝑡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𝑃𝑒𝑟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𝑀𝑜𝑛𝑡h</m:t>
                                </m:r>
                              </m:oMath>
                            </m:oMathPara>
                          </a14:m>
                          <a:endParaRPr lang="en-GB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PH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PH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PH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96135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56536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15133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931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0431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74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1024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01EA9C7-312A-F372-8C3C-BEB3E36296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3285490"/>
                  </p:ext>
                </p:extLst>
              </p:nvPr>
            </p:nvGraphicFramePr>
            <p:xfrm>
              <a:off x="2433735" y="2659221"/>
              <a:ext cx="7324530" cy="28651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41510">
                      <a:extLst>
                        <a:ext uri="{9D8B030D-6E8A-4147-A177-3AD203B41FA5}">
                          <a16:colId xmlns:a16="http://schemas.microsoft.com/office/drawing/2014/main" val="4138762431"/>
                        </a:ext>
                      </a:extLst>
                    </a:gridCol>
                    <a:gridCol w="2441510">
                      <a:extLst>
                        <a:ext uri="{9D8B030D-6E8A-4147-A177-3AD203B41FA5}">
                          <a16:colId xmlns:a16="http://schemas.microsoft.com/office/drawing/2014/main" val="2138594089"/>
                        </a:ext>
                      </a:extLst>
                    </a:gridCol>
                    <a:gridCol w="2441510">
                      <a:extLst>
                        <a:ext uri="{9D8B030D-6E8A-4147-A177-3AD203B41FA5}">
                          <a16:colId xmlns:a16="http://schemas.microsoft.com/office/drawing/2014/main" val="1913889905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>
                              <a:solidFill>
                                <a:schemeClr val="bg1"/>
                              </a:solidFill>
                            </a:rPr>
                            <a:t>Customer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521" t="-2000" r="-101042" b="-36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482" t="-2000" r="-518" b="-36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96135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56536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15133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931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0431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74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10245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3910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641AF-A7DD-DCC3-A996-67F7FC273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8BFC1663-072F-96FA-BDAF-155BD6D8D6F9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Average Bet Amount per Visit. </a:t>
            </a:r>
            <a:r>
              <a:rPr lang="en-US" dirty="0"/>
              <a:t>Measures how much a customer typically wagers each visit in dollars.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C23F0BAD-DBD0-A7A2-9FE3-62B146D84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1A7EBB9-F8E4-B445-5575-76127693E6F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33735" y="2659221"/>
              <a:ext cx="7324530" cy="28651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41510">
                      <a:extLst>
                        <a:ext uri="{9D8B030D-6E8A-4147-A177-3AD203B41FA5}">
                          <a16:colId xmlns:a16="http://schemas.microsoft.com/office/drawing/2014/main" val="4138762431"/>
                        </a:ext>
                      </a:extLst>
                    </a:gridCol>
                    <a:gridCol w="2441510">
                      <a:extLst>
                        <a:ext uri="{9D8B030D-6E8A-4147-A177-3AD203B41FA5}">
                          <a16:colId xmlns:a16="http://schemas.microsoft.com/office/drawing/2014/main" val="2138594089"/>
                        </a:ext>
                      </a:extLst>
                    </a:gridCol>
                    <a:gridCol w="2441510">
                      <a:extLst>
                        <a:ext uri="{9D8B030D-6E8A-4147-A177-3AD203B41FA5}">
                          <a16:colId xmlns:a16="http://schemas.microsoft.com/office/drawing/2014/main" val="19138899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>
                              <a:solidFill>
                                <a:schemeClr val="bg1"/>
                              </a:solidFill>
                            </a:rPr>
                            <a:t>Customer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𝐴𝑣𝑒𝑟𝑎𝑔𝑒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𝐵𝑒𝑡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𝑝𝑒𝑟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𝑉𝑖𝑠𝑖𝑡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GB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PH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PH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PH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𝑉𝑖𝑠𝑖𝑡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𝑃𝑒𝑟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𝑀𝑜𝑛𝑡h</m:t>
                                </m:r>
                              </m:oMath>
                            </m:oMathPara>
                          </a14:m>
                          <a:endParaRPr lang="en-GB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PH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PH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PH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96135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56536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15133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931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0431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74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1024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1A7EBB9-F8E4-B445-5575-76127693E6F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33735" y="2659221"/>
              <a:ext cx="7324530" cy="28651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41510">
                      <a:extLst>
                        <a:ext uri="{9D8B030D-6E8A-4147-A177-3AD203B41FA5}">
                          <a16:colId xmlns:a16="http://schemas.microsoft.com/office/drawing/2014/main" val="4138762431"/>
                        </a:ext>
                      </a:extLst>
                    </a:gridCol>
                    <a:gridCol w="2441510">
                      <a:extLst>
                        <a:ext uri="{9D8B030D-6E8A-4147-A177-3AD203B41FA5}">
                          <a16:colId xmlns:a16="http://schemas.microsoft.com/office/drawing/2014/main" val="2138594089"/>
                        </a:ext>
                      </a:extLst>
                    </a:gridCol>
                    <a:gridCol w="2441510">
                      <a:extLst>
                        <a:ext uri="{9D8B030D-6E8A-4147-A177-3AD203B41FA5}">
                          <a16:colId xmlns:a16="http://schemas.microsoft.com/office/drawing/2014/main" val="1913889905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>
                              <a:solidFill>
                                <a:schemeClr val="bg1"/>
                              </a:solidFill>
                            </a:rPr>
                            <a:t>Customer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521" t="-2000" r="-101042" b="-36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482" t="-2000" r="-518" b="-36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96135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56536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15133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931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0431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74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10245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7558C55F-D123-2A29-2389-8BEC4EE7EC15}"/>
              </a:ext>
            </a:extLst>
          </p:cNvPr>
          <p:cNvSpPr/>
          <p:nvPr/>
        </p:nvSpPr>
        <p:spPr>
          <a:xfrm>
            <a:off x="4851917" y="3284376"/>
            <a:ext cx="2481943" cy="2247742"/>
          </a:xfrm>
          <a:prstGeom prst="rect">
            <a:avLst/>
          </a:prstGeom>
          <a:solidFill>
            <a:srgbClr val="00B05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5335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A543E-977E-6C04-ACFC-82B758C3A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6AFFA70-EBF2-2349-7CED-222D22F2F35E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PH" b="1" dirty="0"/>
              <a:t>Visit Per Month. </a:t>
            </a:r>
            <a:r>
              <a:rPr lang="en-PH" dirty="0"/>
              <a:t>Measures how often a customer comes to the casino per month.</a:t>
            </a:r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6A1B6608-B89F-BAE5-3F21-9BC7FF1F9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1837EBC-3916-4C4A-CAE2-07511B685E8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33735" y="2659221"/>
              <a:ext cx="7324530" cy="28651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41510">
                      <a:extLst>
                        <a:ext uri="{9D8B030D-6E8A-4147-A177-3AD203B41FA5}">
                          <a16:colId xmlns:a16="http://schemas.microsoft.com/office/drawing/2014/main" val="4138762431"/>
                        </a:ext>
                      </a:extLst>
                    </a:gridCol>
                    <a:gridCol w="2441510">
                      <a:extLst>
                        <a:ext uri="{9D8B030D-6E8A-4147-A177-3AD203B41FA5}">
                          <a16:colId xmlns:a16="http://schemas.microsoft.com/office/drawing/2014/main" val="2138594089"/>
                        </a:ext>
                      </a:extLst>
                    </a:gridCol>
                    <a:gridCol w="2441510">
                      <a:extLst>
                        <a:ext uri="{9D8B030D-6E8A-4147-A177-3AD203B41FA5}">
                          <a16:colId xmlns:a16="http://schemas.microsoft.com/office/drawing/2014/main" val="19138899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>
                              <a:solidFill>
                                <a:schemeClr val="bg1"/>
                              </a:solidFill>
                            </a:rPr>
                            <a:t>Customer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𝐴𝑣𝑒𝑟𝑎𝑔𝑒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𝐵𝑒𝑡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𝑝𝑒𝑟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𝑉𝑖𝑠𝑖𝑡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GB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PH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PH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PH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𝑉𝑖𝑠𝑖𝑡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𝑃𝑒𝑟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𝑀𝑜𝑛𝑡h</m:t>
                                </m:r>
                              </m:oMath>
                            </m:oMathPara>
                          </a14:m>
                          <a:endParaRPr lang="en-GB" b="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PH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PH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PH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GB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PH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96135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56536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15133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931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0431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74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1024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1837EBC-3916-4C4A-CAE2-07511B685E8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33735" y="2659221"/>
              <a:ext cx="7324530" cy="28651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41510">
                      <a:extLst>
                        <a:ext uri="{9D8B030D-6E8A-4147-A177-3AD203B41FA5}">
                          <a16:colId xmlns:a16="http://schemas.microsoft.com/office/drawing/2014/main" val="4138762431"/>
                        </a:ext>
                      </a:extLst>
                    </a:gridCol>
                    <a:gridCol w="2441510">
                      <a:extLst>
                        <a:ext uri="{9D8B030D-6E8A-4147-A177-3AD203B41FA5}">
                          <a16:colId xmlns:a16="http://schemas.microsoft.com/office/drawing/2014/main" val="2138594089"/>
                        </a:ext>
                      </a:extLst>
                    </a:gridCol>
                    <a:gridCol w="2441510">
                      <a:extLst>
                        <a:ext uri="{9D8B030D-6E8A-4147-A177-3AD203B41FA5}">
                          <a16:colId xmlns:a16="http://schemas.microsoft.com/office/drawing/2014/main" val="1913889905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>
                              <a:solidFill>
                                <a:schemeClr val="bg1"/>
                              </a:solidFill>
                            </a:rPr>
                            <a:t>Customer</a:t>
                          </a:r>
                        </a:p>
                      </a:txBody>
                      <a:tcPr anchor="ctr"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521" t="-2000" r="-101042" b="-36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482" t="-2000" r="-518" b="-36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96135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156536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15133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931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04317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7431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PH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10245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9393DDD9-08B9-00AC-9F4B-E508FC80E196}"/>
              </a:ext>
            </a:extLst>
          </p:cNvPr>
          <p:cNvSpPr/>
          <p:nvPr/>
        </p:nvSpPr>
        <p:spPr>
          <a:xfrm>
            <a:off x="7276322" y="3284376"/>
            <a:ext cx="2481943" cy="2247742"/>
          </a:xfrm>
          <a:prstGeom prst="rect">
            <a:avLst/>
          </a:prstGeom>
          <a:solidFill>
            <a:srgbClr val="00B05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27769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F4361-D023-5930-EB5C-D64CC5088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25D0DAFA-312B-7C91-8D9C-12B750497C42}"/>
              </a:ext>
            </a:extLst>
          </p:cNvPr>
          <p:cNvGrpSpPr/>
          <p:nvPr/>
        </p:nvGrpSpPr>
        <p:grpSpPr>
          <a:xfrm>
            <a:off x="3807947" y="1892300"/>
            <a:ext cx="4576106" cy="3983566"/>
            <a:chOff x="3771548" y="1732035"/>
            <a:chExt cx="5230508" cy="4493081"/>
          </a:xfrm>
        </p:grpSpPr>
        <p:graphicFrame>
          <p:nvGraphicFramePr>
            <p:cNvPr id="16" name="Chart 15">
              <a:extLst>
                <a:ext uri="{FF2B5EF4-FFF2-40B4-BE49-F238E27FC236}">
                  <a16:creationId xmlns:a16="http://schemas.microsoft.com/office/drawing/2014/main" id="{2BF254EC-9C32-87CF-4B39-E09D0FC7ED1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575309339"/>
                </p:ext>
              </p:extLst>
            </p:nvPr>
          </p:nvGraphicFramePr>
          <p:xfrm>
            <a:off x="3771548" y="1732035"/>
            <a:ext cx="5230508" cy="449308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36E2CCB-E599-8406-C518-BC302A15ED3F}"/>
                </a:ext>
              </a:extLst>
            </p:cNvPr>
            <p:cNvSpPr txBox="1"/>
            <p:nvPr/>
          </p:nvSpPr>
          <p:spPr>
            <a:xfrm>
              <a:off x="4470764" y="5425139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A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2403F3E-CB27-9E4A-6F72-16499E420F4F}"/>
                </a:ext>
              </a:extLst>
            </p:cNvPr>
            <p:cNvSpPr txBox="1"/>
            <p:nvPr/>
          </p:nvSpPr>
          <p:spPr>
            <a:xfrm>
              <a:off x="5058046" y="5425139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B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938E417-BAD1-ADD3-4518-8773950E6B12}"/>
                </a:ext>
              </a:extLst>
            </p:cNvPr>
            <p:cNvSpPr txBox="1"/>
            <p:nvPr/>
          </p:nvSpPr>
          <p:spPr>
            <a:xfrm>
              <a:off x="7184598" y="2297815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E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60B2267-19B6-AD01-F9E5-5FCF02938BFE}"/>
                </a:ext>
              </a:extLst>
            </p:cNvPr>
            <p:cNvSpPr txBox="1"/>
            <p:nvPr/>
          </p:nvSpPr>
          <p:spPr>
            <a:xfrm>
              <a:off x="8236824" y="3300393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D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C57D5A3-ABAA-8261-014C-D5D00D268A3E}"/>
                </a:ext>
              </a:extLst>
            </p:cNvPr>
            <p:cNvSpPr txBox="1"/>
            <p:nvPr/>
          </p:nvSpPr>
          <p:spPr>
            <a:xfrm>
              <a:off x="6834876" y="3560114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C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90894C9-3F1A-F67B-1D35-CAE40D20BEEC}"/>
                </a:ext>
              </a:extLst>
            </p:cNvPr>
            <p:cNvSpPr txBox="1"/>
            <p:nvPr/>
          </p:nvSpPr>
          <p:spPr>
            <a:xfrm>
              <a:off x="5791161" y="4487778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F</a:t>
              </a:r>
            </a:p>
          </p:txBody>
        </p:sp>
      </p:grpSp>
      <p:sp>
        <p:nvSpPr>
          <p:cNvPr id="51" name="Title 1">
            <a:extLst>
              <a:ext uri="{FF2B5EF4-FFF2-40B4-BE49-F238E27FC236}">
                <a16:creationId xmlns:a16="http://schemas.microsoft.com/office/drawing/2014/main" id="{76213542-5738-095F-20CB-79EA57F0A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1127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3E294-5E53-B4B6-C8FD-F69CB4DCB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03BC71C2-4F90-919D-DC8C-6A7318DC326E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1: </a:t>
            </a:r>
            <a:r>
              <a:rPr lang="en-US" dirty="0"/>
              <a:t>Treat each data point as its own individual cluster</a:t>
            </a:r>
            <a:endParaRPr lang="en-PH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C4F8F5E-FA4D-F1C3-9749-9D64A31744D6}"/>
              </a:ext>
            </a:extLst>
          </p:cNvPr>
          <p:cNvGrpSpPr/>
          <p:nvPr/>
        </p:nvGrpSpPr>
        <p:grpSpPr>
          <a:xfrm>
            <a:off x="3807947" y="1892300"/>
            <a:ext cx="4576106" cy="3983566"/>
            <a:chOff x="3771548" y="1732035"/>
            <a:chExt cx="5230508" cy="4493081"/>
          </a:xfrm>
        </p:grpSpPr>
        <p:graphicFrame>
          <p:nvGraphicFramePr>
            <p:cNvPr id="16" name="Chart 15">
              <a:extLst>
                <a:ext uri="{FF2B5EF4-FFF2-40B4-BE49-F238E27FC236}">
                  <a16:creationId xmlns:a16="http://schemas.microsoft.com/office/drawing/2014/main" id="{72FDA8F1-6059-450A-988D-719CAD393A61}"/>
                </a:ext>
              </a:extLst>
            </p:cNvPr>
            <p:cNvGraphicFramePr/>
            <p:nvPr/>
          </p:nvGraphicFramePr>
          <p:xfrm>
            <a:off x="3771548" y="1732035"/>
            <a:ext cx="5230508" cy="449308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5C93B64-AF85-9A3E-3EEC-179A9E9625EC}"/>
                </a:ext>
              </a:extLst>
            </p:cNvPr>
            <p:cNvSpPr txBox="1"/>
            <p:nvPr/>
          </p:nvSpPr>
          <p:spPr>
            <a:xfrm>
              <a:off x="4470764" y="5425139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A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CCC0627-45B2-848A-4D86-29BC7F8030A8}"/>
                </a:ext>
              </a:extLst>
            </p:cNvPr>
            <p:cNvSpPr txBox="1"/>
            <p:nvPr/>
          </p:nvSpPr>
          <p:spPr>
            <a:xfrm>
              <a:off x="5058046" y="5425139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B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8573790-C42A-F2D2-3E19-1F50DC6E9F71}"/>
                </a:ext>
              </a:extLst>
            </p:cNvPr>
            <p:cNvSpPr txBox="1"/>
            <p:nvPr/>
          </p:nvSpPr>
          <p:spPr>
            <a:xfrm>
              <a:off x="7184598" y="2297815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E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28585E2-95EE-EBE5-41DF-8DC300EC8A24}"/>
                </a:ext>
              </a:extLst>
            </p:cNvPr>
            <p:cNvSpPr txBox="1"/>
            <p:nvPr/>
          </p:nvSpPr>
          <p:spPr>
            <a:xfrm>
              <a:off x="8236824" y="3300393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D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085027C-EA70-B305-3861-54F0F8EB005E}"/>
                </a:ext>
              </a:extLst>
            </p:cNvPr>
            <p:cNvSpPr txBox="1"/>
            <p:nvPr/>
          </p:nvSpPr>
          <p:spPr>
            <a:xfrm>
              <a:off x="6834876" y="3560114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C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E77402-4A57-95B4-3644-84E10C49BF69}"/>
                </a:ext>
              </a:extLst>
            </p:cNvPr>
            <p:cNvSpPr txBox="1"/>
            <p:nvPr/>
          </p:nvSpPr>
          <p:spPr>
            <a:xfrm>
              <a:off x="5791161" y="4487778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F</a:t>
              </a:r>
            </a:p>
          </p:txBody>
        </p:sp>
      </p:grpSp>
      <p:sp>
        <p:nvSpPr>
          <p:cNvPr id="51" name="Title 1">
            <a:extLst>
              <a:ext uri="{FF2B5EF4-FFF2-40B4-BE49-F238E27FC236}">
                <a16:creationId xmlns:a16="http://schemas.microsoft.com/office/drawing/2014/main" id="{544D31B1-ED3E-F657-F384-4919D6662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16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4073D-DA83-3A2F-0D0F-6487C4766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D7F3750-7293-8F7D-9E24-6E44993CDB9F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1: </a:t>
            </a:r>
            <a:r>
              <a:rPr lang="en-US" dirty="0"/>
              <a:t>Treat each data point as its own individual cluster</a:t>
            </a:r>
            <a:endParaRPr lang="en-PH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090A0B1-2E45-0481-3733-411DE7B7B3A1}"/>
              </a:ext>
            </a:extLst>
          </p:cNvPr>
          <p:cNvGrpSpPr/>
          <p:nvPr/>
        </p:nvGrpSpPr>
        <p:grpSpPr>
          <a:xfrm>
            <a:off x="3807947" y="1892300"/>
            <a:ext cx="4576106" cy="3983566"/>
            <a:chOff x="3771548" y="1732035"/>
            <a:chExt cx="5230508" cy="4493081"/>
          </a:xfrm>
        </p:grpSpPr>
        <p:graphicFrame>
          <p:nvGraphicFramePr>
            <p:cNvPr id="16" name="Chart 15">
              <a:extLst>
                <a:ext uri="{FF2B5EF4-FFF2-40B4-BE49-F238E27FC236}">
                  <a16:creationId xmlns:a16="http://schemas.microsoft.com/office/drawing/2014/main" id="{90137AC4-E241-B470-AF53-9C493B0EB56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31202516"/>
                </p:ext>
              </p:extLst>
            </p:nvPr>
          </p:nvGraphicFramePr>
          <p:xfrm>
            <a:off x="3771548" y="1732035"/>
            <a:ext cx="5230508" cy="449308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F3DDCE8-23E3-89B6-E532-75FCA46B11EB}"/>
                </a:ext>
              </a:extLst>
            </p:cNvPr>
            <p:cNvSpPr txBox="1"/>
            <p:nvPr/>
          </p:nvSpPr>
          <p:spPr>
            <a:xfrm>
              <a:off x="4470764" y="5425139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A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4B93186-8B41-3B93-D918-D8C038FD6154}"/>
                </a:ext>
              </a:extLst>
            </p:cNvPr>
            <p:cNvSpPr txBox="1"/>
            <p:nvPr/>
          </p:nvSpPr>
          <p:spPr>
            <a:xfrm>
              <a:off x="5058046" y="5425139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B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06339B0-3DC7-EF7C-097A-A7D29B1D622A}"/>
                </a:ext>
              </a:extLst>
            </p:cNvPr>
            <p:cNvSpPr txBox="1"/>
            <p:nvPr/>
          </p:nvSpPr>
          <p:spPr>
            <a:xfrm>
              <a:off x="7184598" y="2297815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E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6740AC6-22FF-D77C-4A44-F567612C1413}"/>
                </a:ext>
              </a:extLst>
            </p:cNvPr>
            <p:cNvSpPr txBox="1"/>
            <p:nvPr/>
          </p:nvSpPr>
          <p:spPr>
            <a:xfrm>
              <a:off x="8236824" y="3300393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D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E6EA46B-A5EE-7DBE-2B80-960939BD0653}"/>
                </a:ext>
              </a:extLst>
            </p:cNvPr>
            <p:cNvSpPr txBox="1"/>
            <p:nvPr/>
          </p:nvSpPr>
          <p:spPr>
            <a:xfrm>
              <a:off x="6834876" y="3560114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C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9C71F6A-8E76-565A-5BE3-622EABB5AF70}"/>
                </a:ext>
              </a:extLst>
            </p:cNvPr>
            <p:cNvSpPr txBox="1"/>
            <p:nvPr/>
          </p:nvSpPr>
          <p:spPr>
            <a:xfrm>
              <a:off x="5791161" y="4487778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F</a:t>
              </a:r>
            </a:p>
          </p:txBody>
        </p:sp>
      </p:grpSp>
      <p:sp>
        <p:nvSpPr>
          <p:cNvPr id="51" name="Title 1">
            <a:extLst>
              <a:ext uri="{FF2B5EF4-FFF2-40B4-BE49-F238E27FC236}">
                <a16:creationId xmlns:a16="http://schemas.microsoft.com/office/drawing/2014/main" id="{9B78FEC8-F6A9-C24F-77DF-CA80C4F9A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319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B160F-34F8-3F94-CBC7-1D8EAF48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C7E15B5D-6B87-2A8C-30C0-10DE10FA66E3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3738A16-45A1-3123-A64E-1F337F64A715}"/>
              </a:ext>
            </a:extLst>
          </p:cNvPr>
          <p:cNvGrpSpPr/>
          <p:nvPr/>
        </p:nvGrpSpPr>
        <p:grpSpPr>
          <a:xfrm>
            <a:off x="3807947" y="1892300"/>
            <a:ext cx="4576106" cy="3983566"/>
            <a:chOff x="3771548" y="1732035"/>
            <a:chExt cx="5230508" cy="4493081"/>
          </a:xfrm>
        </p:grpSpPr>
        <p:graphicFrame>
          <p:nvGraphicFramePr>
            <p:cNvPr id="16" name="Chart 15">
              <a:extLst>
                <a:ext uri="{FF2B5EF4-FFF2-40B4-BE49-F238E27FC236}">
                  <a16:creationId xmlns:a16="http://schemas.microsoft.com/office/drawing/2014/main" id="{DF1B7FB2-3689-5BA7-8514-E34F3C86A6E7}"/>
                </a:ext>
              </a:extLst>
            </p:cNvPr>
            <p:cNvGraphicFramePr/>
            <p:nvPr/>
          </p:nvGraphicFramePr>
          <p:xfrm>
            <a:off x="3771548" y="1732035"/>
            <a:ext cx="5230508" cy="449308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C1AF4CC-4BD0-920B-A9D7-35458696B629}"/>
                </a:ext>
              </a:extLst>
            </p:cNvPr>
            <p:cNvSpPr txBox="1"/>
            <p:nvPr/>
          </p:nvSpPr>
          <p:spPr>
            <a:xfrm>
              <a:off x="4470764" y="5425139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A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15D43AA-165E-AC96-0937-556785AF5704}"/>
                </a:ext>
              </a:extLst>
            </p:cNvPr>
            <p:cNvSpPr txBox="1"/>
            <p:nvPr/>
          </p:nvSpPr>
          <p:spPr>
            <a:xfrm>
              <a:off x="5058046" y="5425139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B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CD379FF-5D0D-CE73-8415-149ADFEE5D52}"/>
                </a:ext>
              </a:extLst>
            </p:cNvPr>
            <p:cNvSpPr txBox="1"/>
            <p:nvPr/>
          </p:nvSpPr>
          <p:spPr>
            <a:xfrm>
              <a:off x="7184598" y="2297815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E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070F7F3-9F74-0E3E-D956-F2D0CF595B65}"/>
                </a:ext>
              </a:extLst>
            </p:cNvPr>
            <p:cNvSpPr txBox="1"/>
            <p:nvPr/>
          </p:nvSpPr>
          <p:spPr>
            <a:xfrm>
              <a:off x="8236824" y="3300393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D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BCD0426-AC11-9336-27D4-85D144846EE4}"/>
                </a:ext>
              </a:extLst>
            </p:cNvPr>
            <p:cNvSpPr txBox="1"/>
            <p:nvPr/>
          </p:nvSpPr>
          <p:spPr>
            <a:xfrm>
              <a:off x="6834876" y="3560114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C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CA0DD35-0B3B-0969-5FD2-E31C7848F3D5}"/>
                </a:ext>
              </a:extLst>
            </p:cNvPr>
            <p:cNvSpPr txBox="1"/>
            <p:nvPr/>
          </p:nvSpPr>
          <p:spPr>
            <a:xfrm>
              <a:off x="5791161" y="4487778"/>
              <a:ext cx="447558" cy="3297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1300" b="1" dirty="0"/>
                <a:t>F</a:t>
              </a:r>
            </a:p>
          </p:txBody>
        </p:sp>
      </p:grpSp>
      <p:sp>
        <p:nvSpPr>
          <p:cNvPr id="51" name="Title 1">
            <a:extLst>
              <a:ext uri="{FF2B5EF4-FFF2-40B4-BE49-F238E27FC236}">
                <a16:creationId xmlns:a16="http://schemas.microsoft.com/office/drawing/2014/main" id="{B6670F97-9C4F-CED8-F69C-7DFC0B721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0395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E0984-892A-5FD5-5E3E-0A08E930F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81F64E7A-5CF9-8D45-E6FF-876FFCD1FA94}"/>
              </a:ext>
            </a:extLst>
          </p:cNvPr>
          <p:cNvSpPr txBox="1">
            <a:spLocks/>
          </p:cNvSpPr>
          <p:nvPr/>
        </p:nvSpPr>
        <p:spPr>
          <a:xfrm>
            <a:off x="1330201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6F10A35B-6C3F-3156-7DE9-34A0D9D1E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DB72297-C2AA-A319-8C8C-84EF5AC62D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651083"/>
              </p:ext>
            </p:extLst>
          </p:nvPr>
        </p:nvGraphicFramePr>
        <p:xfrm>
          <a:off x="2433736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8281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04603-3EE4-1289-9A32-4F46C349C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50C4DCB9-A9CA-F56A-A0E6-F335DEE9CD51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F4961E51-AEC7-A816-27E8-2E5D2876D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B548CF-0F11-B5FD-0A0D-0616CE046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477763"/>
              </p:ext>
            </p:extLst>
          </p:nvPr>
        </p:nvGraphicFramePr>
        <p:xfrm>
          <a:off x="513347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C4F36C-B528-4D5F-2B53-357D6EF8A6D0}"/>
                  </a:ext>
                </a:extLst>
              </p:cNvPr>
              <p:cNvSpPr txBox="1"/>
              <p:nvPr/>
            </p:nvSpPr>
            <p:spPr>
              <a:xfrm>
                <a:off x="7977390" y="2450253"/>
                <a:ext cx="4246694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C4F36C-B528-4D5F-2B53-357D6EF8A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7390" y="2450253"/>
                <a:ext cx="4246694" cy="593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26C8E81-CC8B-ED85-BF15-6443DA714D40}"/>
                  </a:ext>
                </a:extLst>
              </p:cNvPr>
              <p:cNvSpPr txBox="1"/>
              <p:nvPr/>
            </p:nvSpPr>
            <p:spPr>
              <a:xfrm>
                <a:off x="7977388" y="3247041"/>
                <a:ext cx="3301457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𝟏𝟓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𝟑𝟎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26C8E81-CC8B-ED85-BF15-6443DA714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7388" y="3247041"/>
                <a:ext cx="3301457" cy="593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4A6332-8CAA-DE98-9632-3FCB548C24C4}"/>
                  </a:ext>
                </a:extLst>
              </p:cNvPr>
              <p:cNvSpPr txBox="1"/>
              <p:nvPr/>
            </p:nvSpPr>
            <p:spPr>
              <a:xfrm>
                <a:off x="7977389" y="4107375"/>
                <a:ext cx="1728786" cy="37260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𝟐𝟐𝟓</m:t>
                          </m:r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4A6332-8CAA-DE98-9632-3FCB548C2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7389" y="4107375"/>
                <a:ext cx="1728786" cy="372603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F86A3B-29D6-6C7D-9431-0B31EFAE9539}"/>
                  </a:ext>
                </a:extLst>
              </p:cNvPr>
              <p:cNvSpPr txBox="1"/>
              <p:nvPr/>
            </p:nvSpPr>
            <p:spPr>
              <a:xfrm>
                <a:off x="7903371" y="4722498"/>
                <a:ext cx="1728786" cy="3385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F86A3B-29D6-6C7D-9431-0B31EFAE9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371" y="4722498"/>
                <a:ext cx="1728786" cy="338554"/>
              </a:xfrm>
              <a:prstGeom prst="rect">
                <a:avLst/>
              </a:prstGeom>
              <a:blipFill>
                <a:blip r:embed="rId5"/>
                <a:stretch>
                  <a:fillRect b="-14815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56762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0606F-38BE-FA28-7BC4-24B739A4E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815049E7-93DD-9FFD-2AC5-497C170F4BCB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3AB33912-4CFA-7A07-F807-E9343D878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74D7254-3E55-FD36-3593-7FCF112820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18016"/>
              </p:ext>
            </p:extLst>
          </p:nvPr>
        </p:nvGraphicFramePr>
        <p:xfrm>
          <a:off x="517358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C59C4E-B410-E0C3-1D1B-A78CD6978BC1}"/>
                  </a:ext>
                </a:extLst>
              </p:cNvPr>
              <p:cNvSpPr txBox="1"/>
              <p:nvPr/>
            </p:nvSpPr>
            <p:spPr>
              <a:xfrm>
                <a:off x="7981401" y="2450253"/>
                <a:ext cx="4210599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C59C4E-B410-E0C3-1D1B-A78CD6978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1" y="2450253"/>
                <a:ext cx="4210599" cy="593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42EA82-129A-8F93-F3BA-E6014091942C}"/>
                  </a:ext>
                </a:extLst>
              </p:cNvPr>
              <p:cNvSpPr txBox="1"/>
              <p:nvPr/>
            </p:nvSpPr>
            <p:spPr>
              <a:xfrm>
                <a:off x="7981400" y="3247041"/>
                <a:ext cx="3273396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𝟏𝟓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𝟖𝟎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𝟖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42EA82-129A-8F93-F3BA-E60140919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0" y="3247041"/>
                <a:ext cx="3273396" cy="593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0E3EF1-18E3-503C-7683-ACF75A5ED25B}"/>
                  </a:ext>
                </a:extLst>
              </p:cNvPr>
              <p:cNvSpPr txBox="1"/>
              <p:nvPr/>
            </p:nvSpPr>
            <p:spPr>
              <a:xfrm>
                <a:off x="7981400" y="4107375"/>
                <a:ext cx="1853753" cy="36760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𝟒𝟐𝟔𝟏</m:t>
                          </m:r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0E3EF1-18E3-503C-7683-ACF75A5ED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0" y="4107375"/>
                <a:ext cx="1853753" cy="367601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6432AB7-ABF2-39E5-4947-8345BD5CF2AF}"/>
                  </a:ext>
                </a:extLst>
              </p:cNvPr>
              <p:cNvSpPr txBox="1"/>
              <p:nvPr/>
            </p:nvSpPr>
            <p:spPr>
              <a:xfrm>
                <a:off x="7907382" y="4722498"/>
                <a:ext cx="1714092" cy="3385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𝟔𝟓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6432AB7-ABF2-39E5-4947-8345BD5CF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382" y="4722498"/>
                <a:ext cx="171409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18109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90703-9AC9-69D9-14F7-CE2FA19C5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A8E922BA-018C-B59D-F09F-E023E717732B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2DEA21F5-8F0B-8012-A3A3-0C0F6525C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2F95FE1-FF69-9677-0D26-FE2456BA3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387855"/>
              </p:ext>
            </p:extLst>
          </p:nvPr>
        </p:nvGraphicFramePr>
        <p:xfrm>
          <a:off x="517358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18B008-EBA8-526D-087E-17031BA736F6}"/>
                  </a:ext>
                </a:extLst>
              </p:cNvPr>
              <p:cNvSpPr txBox="1"/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18B008-EBA8-526D-087E-17031BA73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914AD99-14E0-1DE8-58A7-A5DBBE335B61}"/>
                  </a:ext>
                </a:extLst>
              </p:cNvPr>
              <p:cNvSpPr txBox="1"/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𝟏𝟓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𝟏𝟐𝟎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914AD99-14E0-1DE8-58A7-A5DBBE335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20B6D31-5C0C-8819-7559-5CDFEB4C766C}"/>
                  </a:ext>
                </a:extLst>
              </p:cNvPr>
              <p:cNvSpPr txBox="1"/>
              <p:nvPr/>
            </p:nvSpPr>
            <p:spPr>
              <a:xfrm>
                <a:off x="7907382" y="4107375"/>
                <a:ext cx="2040905" cy="36760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𝟏𝟏𝟎𝟕𝟒</m:t>
                          </m:r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20B6D31-5C0C-8819-7559-5CDFEB4C7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382" y="4107375"/>
                <a:ext cx="2040905" cy="367601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DF6687-6398-BE34-16FA-E59B3A55DA18}"/>
                  </a:ext>
                </a:extLst>
              </p:cNvPr>
              <p:cNvSpPr txBox="1"/>
              <p:nvPr/>
            </p:nvSpPr>
            <p:spPr>
              <a:xfrm>
                <a:off x="7907382" y="4722498"/>
                <a:ext cx="1714092" cy="3385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𝟏𝟎𝟓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DF6687-6398-BE34-16FA-E59B3A55D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382" y="4722498"/>
                <a:ext cx="171409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24628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03B07-CC1D-A48A-F2CD-495EC2414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D2A26AED-7835-0C2A-E60F-33BF93D49A42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BCC5E699-CFC9-0960-ADCD-C70F21A85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4C74BCE-7DF0-A8D0-39F8-AFB9BE0FE1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287064"/>
              </p:ext>
            </p:extLst>
          </p:nvPr>
        </p:nvGraphicFramePr>
        <p:xfrm>
          <a:off x="517358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45E410-BBB5-1C02-B172-16CB5DE24C2D}"/>
                  </a:ext>
                </a:extLst>
              </p:cNvPr>
              <p:cNvSpPr txBox="1"/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45E410-BBB5-1C02-B172-16CB5DE24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DA9FB5-CFBA-BBB7-D649-895078EC9DD8}"/>
                  </a:ext>
                </a:extLst>
              </p:cNvPr>
              <p:cNvSpPr txBox="1"/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𝟏𝟓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𝟗𝟎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DA9FB5-CFBA-BBB7-D649-895078EC9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0DA0EB-B34F-6C98-F8A2-5A5A8978EFB0}"/>
                  </a:ext>
                </a:extLst>
              </p:cNvPr>
              <p:cNvSpPr txBox="1"/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𝟓𝟕𝟐𝟓</m:t>
                          </m:r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0DA0EB-B34F-6C98-F8A2-5A5A8978E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4A6D94-0561-04A4-E92D-F0D529DC45B9}"/>
                  </a:ext>
                </a:extLst>
              </p:cNvPr>
              <p:cNvSpPr txBox="1"/>
              <p:nvPr/>
            </p:nvSpPr>
            <p:spPr>
              <a:xfrm>
                <a:off x="7907382" y="4722498"/>
                <a:ext cx="1714092" cy="3385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𝟕𝟓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4A6D94-0561-04A4-E92D-F0D529DC4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382" y="4722498"/>
                <a:ext cx="171409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21503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F73E6-B021-0532-24A3-4C291371A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92E5040D-FAD7-1517-3C73-ACE96747FDB7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6FDF68C6-1CB8-C478-546D-9E922E9D6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8C0FB6C-6D0B-D846-771A-CEBF33B66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365747"/>
              </p:ext>
            </p:extLst>
          </p:nvPr>
        </p:nvGraphicFramePr>
        <p:xfrm>
          <a:off x="517358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134EA8-FCAE-CE5D-2489-E1108FBFF8FD}"/>
                  </a:ext>
                </a:extLst>
              </p:cNvPr>
              <p:cNvSpPr txBox="1"/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134EA8-FCAE-CE5D-2489-E1108FBFF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95EFE4E-E3BD-6716-9088-AF22FC07DED7}"/>
                  </a:ext>
                </a:extLst>
              </p:cNvPr>
              <p:cNvSpPr txBox="1"/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𝟏𝟓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95EFE4E-E3BD-6716-9088-AF22FC07D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74985C6-2735-3E07-AC5B-2B156CA29F06}"/>
                  </a:ext>
                </a:extLst>
              </p:cNvPr>
              <p:cNvSpPr txBox="1"/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𝟏𝟐𝟑𝟒</m:t>
                          </m:r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74985C6-2735-3E07-AC5B-2B156CA29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0CF365F-105F-4FF9-0187-F68C390632D7}"/>
                  </a:ext>
                </a:extLst>
              </p:cNvPr>
              <p:cNvSpPr txBox="1"/>
              <p:nvPr/>
            </p:nvSpPr>
            <p:spPr>
              <a:xfrm>
                <a:off x="7907382" y="4722498"/>
                <a:ext cx="1714092" cy="3385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𝟑𝟓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0CF365F-105F-4FF9-0187-F68C39063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382" y="4722498"/>
                <a:ext cx="171409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52334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F2DE1-AFA3-A0E0-7124-032019BE1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86B3FB9B-E5AA-C103-F124-29278FADE85D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DF9B9C78-D390-1AE9-38DA-7176A7084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FE1DFF-6729-9F2A-916B-9883A19016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486999"/>
              </p:ext>
            </p:extLst>
          </p:nvPr>
        </p:nvGraphicFramePr>
        <p:xfrm>
          <a:off x="517358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94FC4A-B60D-BCCA-5873-8C02C407D5F8}"/>
                  </a:ext>
                </a:extLst>
              </p:cNvPr>
              <p:cNvSpPr txBox="1"/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94FC4A-B60D-BCCA-5873-8C02C407D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61F72F-2D26-BFA3-BAC4-7D687D506D1A}"/>
                  </a:ext>
                </a:extLst>
              </p:cNvPr>
              <p:cNvSpPr txBox="1"/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𝟑𝟎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𝟖𝟎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𝟖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61F72F-2D26-BFA3-BAC4-7D687D506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F4DB5B6-0726-7863-4C3E-C96541B46327}"/>
                  </a:ext>
                </a:extLst>
              </p:cNvPr>
              <p:cNvSpPr txBox="1"/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𝟐𝟓𝟑𝟔</m:t>
                          </m:r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F4DB5B6-0726-7863-4C3E-C96541B46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02C9CF9-8FFA-916E-C60C-ED7B843EAA4B}"/>
                  </a:ext>
                </a:extLst>
              </p:cNvPr>
              <p:cNvSpPr txBox="1"/>
              <p:nvPr/>
            </p:nvSpPr>
            <p:spPr>
              <a:xfrm>
                <a:off x="8070788" y="4722498"/>
                <a:ext cx="1714092" cy="3385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𝟓𝟎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𝟑𝟔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02C9CF9-8FFA-916E-C60C-ED7B843EA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0788" y="4722498"/>
                <a:ext cx="171409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31625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B19F9-B85E-5EB6-3B64-D3A441529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EFD0ED5A-3F35-0F89-3199-ACDAFDB7622D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D62D3CB7-7D15-2BC4-6F19-676AEF611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DDCD0C-85E0-3234-2204-317C37441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742113"/>
              </p:ext>
            </p:extLst>
          </p:nvPr>
        </p:nvGraphicFramePr>
        <p:xfrm>
          <a:off x="517358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3CD1C8-AE76-59A7-2A12-F5B121001AD5}"/>
                  </a:ext>
                </a:extLst>
              </p:cNvPr>
              <p:cNvSpPr txBox="1"/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3CD1C8-AE76-59A7-2A12-F5B121001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9ABE3C-A8B6-CEE0-03D5-DCA7B90C5554}"/>
                  </a:ext>
                </a:extLst>
              </p:cNvPr>
              <p:cNvSpPr txBox="1"/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𝟑𝟎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𝟏𝟐𝟎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9ABE3C-A8B6-CEE0-03D5-DCA7B90C5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1AEE8F-5C93-B798-6E5F-4B09D3B329DD}"/>
                  </a:ext>
                </a:extLst>
              </p:cNvPr>
              <p:cNvSpPr txBox="1"/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𝟖𝟏𝟒𝟗</m:t>
                          </m:r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1AEE8F-5C93-B798-6E5F-4B09D3B32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01B5361-DD09-505B-33B7-1F7722656207}"/>
                  </a:ext>
                </a:extLst>
              </p:cNvPr>
              <p:cNvSpPr txBox="1"/>
              <p:nvPr/>
            </p:nvSpPr>
            <p:spPr>
              <a:xfrm>
                <a:off x="7981399" y="4722498"/>
                <a:ext cx="1714092" cy="3385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𝟗𝟎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01B5361-DD09-505B-33B7-1F7722656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4722498"/>
                <a:ext cx="171409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69987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93698-9E6E-811A-DA97-48E2C627F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2EFA2AD-995C-46D0-8737-A37ABA706630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A260DAB4-B199-AFD7-D046-062EBBABB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80F9400-080B-E77B-6455-E4CA00CF2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691883"/>
              </p:ext>
            </p:extLst>
          </p:nvPr>
        </p:nvGraphicFramePr>
        <p:xfrm>
          <a:off x="517358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C72786-1444-0C25-5B0F-D588C5E308F3}"/>
                  </a:ext>
                </a:extLst>
              </p:cNvPr>
              <p:cNvSpPr txBox="1"/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C72786-1444-0C25-5B0F-D588C5E30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784535-EDD9-13F9-9692-D57B386A21A8}"/>
                  </a:ext>
                </a:extLst>
              </p:cNvPr>
              <p:cNvSpPr txBox="1"/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𝟑𝟎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𝟗𝟎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784535-EDD9-13F9-9692-D57B386A2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DEC8BFD-CF96-D0A0-AAD1-8C1FC9560D8D}"/>
                  </a:ext>
                </a:extLst>
              </p:cNvPr>
              <p:cNvSpPr txBox="1"/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𝟑𝟕𝟎𝟎</m:t>
                          </m:r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DEC8BFD-CF96-D0A0-AAD1-8C1FC9560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FAE9B5-5A6A-A11D-E2BA-219DD8225791}"/>
                  </a:ext>
                </a:extLst>
              </p:cNvPr>
              <p:cNvSpPr txBox="1"/>
              <p:nvPr/>
            </p:nvSpPr>
            <p:spPr>
              <a:xfrm>
                <a:off x="7981399" y="4722498"/>
                <a:ext cx="1714092" cy="3385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𝟔𝟎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FAE9B5-5A6A-A11D-E2BA-219DD8225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4722498"/>
                <a:ext cx="171409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6268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1F264-B869-5AEE-7CAA-CAED87964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11E20F93-0C06-1463-F0B1-075D6C5794DB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31A17259-F41F-4FF9-CA75-B507EB326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1D16C54-499E-48D8-6E64-24C5D6D15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506309"/>
              </p:ext>
            </p:extLst>
          </p:nvPr>
        </p:nvGraphicFramePr>
        <p:xfrm>
          <a:off x="517358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70C3C9-85A1-E941-0E1A-AC37179D0049}"/>
                  </a:ext>
                </a:extLst>
              </p:cNvPr>
              <p:cNvSpPr txBox="1"/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70C3C9-85A1-E941-0E1A-AC37179D0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ECEC426-E297-598E-0585-56D0F61CFCBE}"/>
                  </a:ext>
                </a:extLst>
              </p:cNvPr>
              <p:cNvSpPr txBox="1"/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𝟑𝟎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ECEC426-E297-598E-0585-56D0F61CF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F0EE6E-D6EC-CC1F-260C-D395C8B20D82}"/>
                  </a:ext>
                </a:extLst>
              </p:cNvPr>
              <p:cNvSpPr txBox="1"/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𝟒𝟎𝟗</m:t>
                          </m:r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F0EE6E-D6EC-CC1F-260C-D395C8B20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8864443-69CD-2F53-02D5-E50C92443072}"/>
                  </a:ext>
                </a:extLst>
              </p:cNvPr>
              <p:cNvSpPr txBox="1"/>
              <p:nvPr/>
            </p:nvSpPr>
            <p:spPr>
              <a:xfrm>
                <a:off x="7981399" y="4722498"/>
                <a:ext cx="1714092" cy="3385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𝟐𝟎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8864443-69CD-2F53-02D5-E50C92443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4722498"/>
                <a:ext cx="171409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11587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2FAED-39D8-DF41-B477-2F1BD9B5F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3165E8B6-3717-E938-4734-B8BEF946B5B6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2FD7160E-033B-5BF5-B8BB-AAEF60053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B957D1-FB8D-D510-880D-A1DA5EFD0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332722"/>
              </p:ext>
            </p:extLst>
          </p:nvPr>
        </p:nvGraphicFramePr>
        <p:xfrm>
          <a:off x="517358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48659D-75C4-DAFF-5175-C81B451DCFB3}"/>
                  </a:ext>
                </a:extLst>
              </p:cNvPr>
              <p:cNvSpPr txBox="1"/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48659D-75C4-DAFF-5175-C81B451DC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C28FE3-39E4-3396-F8EE-8C16F33DB68A}"/>
                  </a:ext>
                </a:extLst>
              </p:cNvPr>
              <p:cNvSpPr txBox="1"/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𝟑𝟎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C28FE3-39E4-3396-F8EE-8C16F33DB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E11983-D160-3E0E-5EBD-0688CEFE4845}"/>
                  </a:ext>
                </a:extLst>
              </p:cNvPr>
              <p:cNvSpPr txBox="1"/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𝟒𝟎𝟗</m:t>
                          </m:r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E11983-D160-3E0E-5EBD-0688CEFE4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blipFill>
                <a:blip r:embed="rId4"/>
                <a:stretch>
                  <a:fillRect b="-983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E37E1D-B1F6-2F44-C14D-F2822E60866A}"/>
                  </a:ext>
                </a:extLst>
              </p:cNvPr>
              <p:cNvSpPr txBox="1"/>
              <p:nvPr/>
            </p:nvSpPr>
            <p:spPr>
              <a:xfrm>
                <a:off x="7981399" y="4722498"/>
                <a:ext cx="1714092" cy="3385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𝟐𝟎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E37E1D-B1F6-2F44-C14D-F2822E608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4722498"/>
                <a:ext cx="171409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12428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CD4F7-AB64-A117-9545-D3DBCE748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D3AA7502-D456-3FC3-C53C-803BAC67A7F2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66B488E2-0653-1A97-219D-47CAEBF9F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8ADB6FC-28AF-CC70-B874-030BA8C34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002026"/>
              </p:ext>
            </p:extLst>
          </p:nvPr>
        </p:nvGraphicFramePr>
        <p:xfrm>
          <a:off x="517358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C07EC2-E939-3C0C-5CC1-606D389409C1}"/>
                  </a:ext>
                </a:extLst>
              </p:cNvPr>
              <p:cNvSpPr txBox="1"/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C07EC2-E939-3C0C-5CC1-606D38940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DEE184-F15C-A043-11EF-71A3C6F7647D}"/>
                  </a:ext>
                </a:extLst>
              </p:cNvPr>
              <p:cNvSpPr txBox="1"/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𝟖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𝟏𝟐𝟎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𝟖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DEE184-F15C-A043-11EF-71A3C6F76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38350C-13A9-A847-F5BC-810E87A26FED}"/>
                  </a:ext>
                </a:extLst>
              </p:cNvPr>
              <p:cNvSpPr txBox="1"/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P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𝟏𝟔𝟎𝟏</m:t>
                          </m:r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38350C-13A9-A847-F5BC-810E87A26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382" y="4107375"/>
                <a:ext cx="2040905" cy="372603"/>
              </a:xfrm>
              <a:prstGeom prst="rect">
                <a:avLst/>
              </a:prstGeom>
              <a:blipFill>
                <a:blip r:embed="rId4"/>
                <a:stretch>
                  <a:fillRect b="-983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0608C83-801B-886C-DA80-4A0BBBC776C8}"/>
                  </a:ext>
                </a:extLst>
              </p:cNvPr>
              <p:cNvSpPr txBox="1"/>
              <p:nvPr/>
            </p:nvSpPr>
            <p:spPr>
              <a:xfrm>
                <a:off x="7841885" y="4722498"/>
                <a:ext cx="1714092" cy="3385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𝟒𝟎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0608C83-801B-886C-DA80-4A0BBBC77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1885" y="4722498"/>
                <a:ext cx="171409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69295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8478E-AC50-34C2-97CD-0ECC8B136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C6EB32AC-B9D8-A591-A232-18DB5F5D5F80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1EE3720A-78BC-0953-B5C2-2BEBC00D7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A81777-5674-0A1F-CE22-E6D32A8A0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805998"/>
              </p:ext>
            </p:extLst>
          </p:nvPr>
        </p:nvGraphicFramePr>
        <p:xfrm>
          <a:off x="517358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10.77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0A190D-06E3-A78E-0F9C-7F2404DBDEA6}"/>
                  </a:ext>
                </a:extLst>
              </p:cNvPr>
              <p:cNvSpPr txBox="1"/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0A190D-06E3-A78E-0F9C-7F2404DBD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2FC015-61B8-9D7F-DB4D-5C7072E91E88}"/>
                  </a:ext>
                </a:extLst>
              </p:cNvPr>
              <p:cNvSpPr txBox="1"/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𝟖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𝟖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2FC015-61B8-9D7F-DB4D-5C7072E91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6DDCB2-A9B3-68D6-788C-A7D62FA4D63E}"/>
                  </a:ext>
                </a:extLst>
              </p:cNvPr>
              <p:cNvSpPr txBox="1"/>
              <p:nvPr/>
            </p:nvSpPr>
            <p:spPr>
              <a:xfrm>
                <a:off x="7841885" y="4107375"/>
                <a:ext cx="2040905" cy="37260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P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𝟏𝟏𝟔</m:t>
                          </m:r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6DDCB2-A9B3-68D6-788C-A7D62FA4D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1885" y="4107375"/>
                <a:ext cx="2040905" cy="372603"/>
              </a:xfrm>
              <a:prstGeom prst="rect">
                <a:avLst/>
              </a:prstGeom>
              <a:blipFill>
                <a:blip r:embed="rId4"/>
                <a:stretch>
                  <a:fillRect b="-983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4FCBD6E-B378-8D16-18C7-0EA083FF7956}"/>
                  </a:ext>
                </a:extLst>
              </p:cNvPr>
              <p:cNvSpPr txBox="1"/>
              <p:nvPr/>
            </p:nvSpPr>
            <p:spPr>
              <a:xfrm>
                <a:off x="7953506" y="4722498"/>
                <a:ext cx="1714092" cy="3385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𝟕𝟕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4FCBD6E-B378-8D16-18C7-0EA083FF7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3506" y="4722498"/>
                <a:ext cx="171409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02386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BBCBD-9BD0-7DEA-56A3-E1AB643E2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64CDB560-C917-94AC-7636-9F58AE099E46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104A357B-2954-5E91-3CE6-F33989DE2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5775EB-B94D-CAD9-2B94-3E5E79BC37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740768"/>
              </p:ext>
            </p:extLst>
          </p:nvPr>
        </p:nvGraphicFramePr>
        <p:xfrm>
          <a:off x="517358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10.77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CBDF802-43D7-D85D-1B00-C0962697C0D6}"/>
                  </a:ext>
                </a:extLst>
              </p:cNvPr>
              <p:cNvSpPr txBox="1"/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CBDF802-43D7-D85D-1B00-C0962697C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A0C9293-F801-0FFF-2583-A785C6BD7E66}"/>
                  </a:ext>
                </a:extLst>
              </p:cNvPr>
              <p:cNvSpPr txBox="1"/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𝟖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𝟖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A0C9293-F801-0FFF-2583-A785C6BD7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3247041"/>
                <a:ext cx="3372399" cy="593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FF86A3-2849-6804-9FE8-4C978497BCBF}"/>
                  </a:ext>
                </a:extLst>
              </p:cNvPr>
              <p:cNvSpPr txBox="1"/>
              <p:nvPr/>
            </p:nvSpPr>
            <p:spPr>
              <a:xfrm>
                <a:off x="7841885" y="4107375"/>
                <a:ext cx="2040905" cy="36760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P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𝟗𝟎𝟗</m:t>
                          </m:r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FF86A3-2849-6804-9FE8-4C978497B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1885" y="4107375"/>
                <a:ext cx="2040905" cy="367601"/>
              </a:xfrm>
              <a:prstGeom prst="rect">
                <a:avLst/>
              </a:prstGeom>
              <a:blipFill>
                <a:blip r:embed="rId4"/>
                <a:stretch>
                  <a:fillRect b="-1166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018E0A-BC40-F655-ED2B-3E6EAA56E3A3}"/>
                  </a:ext>
                </a:extLst>
              </p:cNvPr>
              <p:cNvSpPr txBox="1"/>
              <p:nvPr/>
            </p:nvSpPr>
            <p:spPr>
              <a:xfrm>
                <a:off x="7953506" y="4722498"/>
                <a:ext cx="1714092" cy="3385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𝟑𝟎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018E0A-BC40-F655-ED2B-3E6EAA56E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3506" y="4722498"/>
                <a:ext cx="171409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27060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E1CCE-A5E6-BED2-1DFD-AE2C55267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D304FF45-118C-7F51-4CF3-D920BE4C492A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F5F19436-833A-D20E-258D-338F10966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896DCE-3E25-9C78-0320-A94CF48F7C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967319"/>
              </p:ext>
            </p:extLst>
          </p:nvPr>
        </p:nvGraphicFramePr>
        <p:xfrm>
          <a:off x="517358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10.77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63BE0A-36D6-F5D7-3EC1-B37C98AC65E9}"/>
                  </a:ext>
                </a:extLst>
              </p:cNvPr>
              <p:cNvSpPr txBox="1"/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63BE0A-36D6-F5D7-3EC1-B37C98AC6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6C1AD08-9DE3-9F3D-E135-4A7A5D268EAA}"/>
                  </a:ext>
                </a:extLst>
              </p:cNvPr>
              <p:cNvSpPr txBox="1"/>
              <p:nvPr/>
            </p:nvSpPr>
            <p:spPr>
              <a:xfrm>
                <a:off x="7981399" y="3247041"/>
                <a:ext cx="3486253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6C1AD08-9DE3-9F3D-E135-4A7A5D268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3247041"/>
                <a:ext cx="3486253" cy="593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10B87E9-AA3F-FD97-38A0-17BC01C07FE1}"/>
                  </a:ext>
                </a:extLst>
              </p:cNvPr>
              <p:cNvSpPr txBox="1"/>
              <p:nvPr/>
            </p:nvSpPr>
            <p:spPr>
              <a:xfrm>
                <a:off x="7841885" y="4107375"/>
                <a:ext cx="2040905" cy="36760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P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𝟗𝟎𝟗</m:t>
                          </m:r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10B87E9-AA3F-FD97-38A0-17BC01C07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1885" y="4107375"/>
                <a:ext cx="2040905" cy="367601"/>
              </a:xfrm>
              <a:prstGeom prst="rect">
                <a:avLst/>
              </a:prstGeom>
              <a:blipFill>
                <a:blip r:embed="rId4"/>
                <a:stretch>
                  <a:fillRect b="-1166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DF30230-B2A7-A571-7C96-8EBA533C4E67}"/>
                  </a:ext>
                </a:extLst>
              </p:cNvPr>
              <p:cNvSpPr txBox="1"/>
              <p:nvPr/>
            </p:nvSpPr>
            <p:spPr>
              <a:xfrm>
                <a:off x="7953506" y="4722498"/>
                <a:ext cx="1714092" cy="3385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𝟑𝟎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DF30230-B2A7-A571-7C96-8EBA533C4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3506" y="4722498"/>
                <a:ext cx="171409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8309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AC592-3C36-EDF1-5C34-D41C71F11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E38AD6F9-1927-06BC-C608-980E975FD8EA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E1AED723-E6CB-708E-A228-5F868A34C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6318FA1-7E06-ED92-0E86-4D12A5F53E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824895"/>
              </p:ext>
            </p:extLst>
          </p:nvPr>
        </p:nvGraphicFramePr>
        <p:xfrm>
          <a:off x="517358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10.77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1CB1DBD-985C-8404-939C-11DCEC0CEC28}"/>
                  </a:ext>
                </a:extLst>
              </p:cNvPr>
              <p:cNvSpPr txBox="1"/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1CB1DBD-985C-8404-939C-11DCEC0CE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8A551F-7921-1C15-796B-165352C71D8F}"/>
                  </a:ext>
                </a:extLst>
              </p:cNvPr>
              <p:cNvSpPr txBox="1"/>
              <p:nvPr/>
            </p:nvSpPr>
            <p:spPr>
              <a:xfrm>
                <a:off x="7981399" y="3247041"/>
                <a:ext cx="3486253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8A551F-7921-1C15-796B-165352C71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3247041"/>
                <a:ext cx="3486253" cy="593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9E410E2-6A61-6CF0-357E-DF428B16E766}"/>
                  </a:ext>
                </a:extLst>
              </p:cNvPr>
              <p:cNvSpPr txBox="1"/>
              <p:nvPr/>
            </p:nvSpPr>
            <p:spPr>
              <a:xfrm>
                <a:off x="7841885" y="4107375"/>
                <a:ext cx="2040905" cy="36670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P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𝟒𝟗𝟏𝟔</m:t>
                          </m:r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9E410E2-6A61-6CF0-357E-DF428B16E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1885" y="4107375"/>
                <a:ext cx="2040905" cy="366703"/>
              </a:xfrm>
              <a:prstGeom prst="rect">
                <a:avLst/>
              </a:prstGeom>
              <a:blipFill>
                <a:blip r:embed="rId4"/>
                <a:stretch>
                  <a:fillRect b="-1166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5D8FE6-B884-42DA-E2C4-D2869499DB27}"/>
                  </a:ext>
                </a:extLst>
              </p:cNvPr>
              <p:cNvSpPr txBox="1"/>
              <p:nvPr/>
            </p:nvSpPr>
            <p:spPr>
              <a:xfrm>
                <a:off x="7953506" y="4722498"/>
                <a:ext cx="1714092" cy="3385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𝟕𝟎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5D8FE6-B884-42DA-E2C4-D2869499D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3506" y="4722498"/>
                <a:ext cx="171409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83507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53104-AD22-1B49-99CA-DF7F992DB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1A28F864-5277-C7C2-3393-A4D0D0369565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 2: </a:t>
            </a:r>
            <a:r>
              <a:rPr lang="en-US" dirty="0"/>
              <a:t>Calculate the distance between every pair of data points using a distance metric like Euclidean distance.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2BB21DC1-7F99-41D7-BE3B-60903AE5D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C7CF4B-1055-78F9-2701-725F56017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129743"/>
              </p:ext>
            </p:extLst>
          </p:nvPr>
        </p:nvGraphicFramePr>
        <p:xfrm>
          <a:off x="517358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10.77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147A25-22A3-2681-B664-A3F7F2037E04}"/>
                  </a:ext>
                </a:extLst>
              </p:cNvPr>
              <p:cNvSpPr txBox="1"/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𝒃𝒆𝒕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𝒗𝒊𝒔𝒊𝒕</m:t>
                                  </m:r>
                                </m:sub>
                              </m:sSub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147A25-22A3-2681-B664-A3F7F2037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401" y="2450253"/>
                <a:ext cx="4354034" cy="5934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460D92-E33F-5701-120E-1F1031AB67F2}"/>
                  </a:ext>
                </a:extLst>
              </p:cNvPr>
              <p:cNvSpPr txBox="1"/>
              <p:nvPr/>
            </p:nvSpPr>
            <p:spPr>
              <a:xfrm>
                <a:off x="7981399" y="3247041"/>
                <a:ext cx="3486253" cy="5934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PH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PH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460D92-E33F-5701-120E-1F1031AB6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399" y="3247041"/>
                <a:ext cx="3486253" cy="593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B8B1289-659C-222C-20BD-3DCA3E7D19F2}"/>
                  </a:ext>
                </a:extLst>
              </p:cNvPr>
              <p:cNvSpPr txBox="1"/>
              <p:nvPr/>
            </p:nvSpPr>
            <p:spPr>
              <a:xfrm>
                <a:off x="7841885" y="4107375"/>
                <a:ext cx="2040905" cy="36670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rad>
                        <m:radPr>
                          <m:degHide m:val="on"/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P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𝟏𝟔𝟒𝟗</m:t>
                          </m:r>
                        </m:e>
                      </m:rad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B8B1289-659C-222C-20BD-3DCA3E7D1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1885" y="4107375"/>
                <a:ext cx="2040905" cy="366703"/>
              </a:xfrm>
              <a:prstGeom prst="rect">
                <a:avLst/>
              </a:prstGeom>
              <a:blipFill>
                <a:blip r:embed="rId4"/>
                <a:stretch>
                  <a:fillRect b="-1166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987C1B-4831-D504-E23F-FA226FFD5C0B}"/>
                  </a:ext>
                </a:extLst>
              </p:cNvPr>
              <p:cNvSpPr txBox="1"/>
              <p:nvPr/>
            </p:nvSpPr>
            <p:spPr>
              <a:xfrm>
                <a:off x="7953506" y="4722498"/>
                <a:ext cx="1714092" cy="3385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𝟒𝟎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PH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sz="16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987C1B-4831-D504-E23F-FA226FFD5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3506" y="4722498"/>
                <a:ext cx="171409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76494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5A307-3BAC-5574-49E8-B12EE32CA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54D24432-D953-762B-2630-0BC5C85C72F3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Step 3: </a:t>
            </a:r>
            <a:r>
              <a:rPr lang="en-US" dirty="0"/>
              <a:t>Use</a:t>
            </a:r>
            <a:r>
              <a:rPr lang="en-US" b="1" dirty="0"/>
              <a:t> single linkage</a:t>
            </a:r>
            <a:r>
              <a:rPr lang="en-US" dirty="0"/>
              <a:t> to merge the closest pair by finding the smallest distance in the matrix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D90F08CD-FC14-B1EB-14D4-DBAEE3752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284A48-03F4-40D7-37C7-AA3D36D2C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943407"/>
              </p:ext>
            </p:extLst>
          </p:nvPr>
        </p:nvGraphicFramePr>
        <p:xfrm>
          <a:off x="2433735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10.77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12240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D3948-E951-077E-7817-1A1780B57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8D377B1D-F7C1-AAF6-453C-31E8DD5FB4EF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The smallest distance in the matrix is </a:t>
            </a:r>
            <a:r>
              <a:rPr lang="en-US" b="1" dirty="0"/>
              <a:t>C-E</a:t>
            </a:r>
            <a:r>
              <a:rPr lang="en-US" dirty="0"/>
              <a:t> 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905F02F8-D9F8-EF54-7FC1-37F0D5197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AA4A3BD-AAAC-2DDB-B6CF-621E57DD4D59}"/>
              </a:ext>
            </a:extLst>
          </p:cNvPr>
          <p:cNvGraphicFramePr>
            <a:graphicFrameLocks noGrp="1"/>
          </p:cNvGraphicFramePr>
          <p:nvPr/>
        </p:nvGraphicFramePr>
        <p:xfrm>
          <a:off x="2433735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10.77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D6E8CF63-D63A-72AF-3622-11D39809866E}"/>
              </a:ext>
            </a:extLst>
          </p:cNvPr>
          <p:cNvSpPr/>
          <p:nvPr/>
        </p:nvSpPr>
        <p:spPr>
          <a:xfrm>
            <a:off x="5572680" y="4313816"/>
            <a:ext cx="1054032" cy="355004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A07E78-8D39-90E8-F5D7-9FA94706EE2B}"/>
              </a:ext>
            </a:extLst>
          </p:cNvPr>
          <p:cNvSpPr/>
          <p:nvPr/>
        </p:nvSpPr>
        <p:spPr>
          <a:xfrm>
            <a:off x="7650699" y="3569363"/>
            <a:ext cx="1054032" cy="355004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082275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BBDD8-EBA8-3BF8-D96D-8D2D6FE53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F9CBB076-C0F8-D24D-1482-782C46E52395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We will merge </a:t>
            </a:r>
            <a:r>
              <a:rPr lang="en-US" b="1" dirty="0"/>
              <a:t>C</a:t>
            </a:r>
            <a:r>
              <a:rPr lang="en-US" dirty="0"/>
              <a:t> and </a:t>
            </a:r>
            <a:r>
              <a:rPr lang="en-US" b="1" dirty="0"/>
              <a:t>E</a:t>
            </a:r>
            <a:r>
              <a:rPr lang="en-US" dirty="0"/>
              <a:t> creating the cluster </a:t>
            </a:r>
            <a:r>
              <a:rPr lang="en-US" b="1" dirty="0"/>
              <a:t>CE</a:t>
            </a:r>
            <a:endParaRPr lang="en-PH" b="1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E1E44A7D-B05D-147E-5BC9-09A971487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E02F3DA-DF4C-BE26-5F7C-7573CA1D9C84}"/>
              </a:ext>
            </a:extLst>
          </p:cNvPr>
          <p:cNvCxnSpPr>
            <a:cxnSpLocks/>
          </p:cNvCxnSpPr>
          <p:nvPr/>
        </p:nvCxnSpPr>
        <p:spPr>
          <a:xfrm flipV="1">
            <a:off x="2871339" y="5100312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3F33E6B-E307-CD9E-D3B9-09E9661A024A}"/>
              </a:ext>
            </a:extLst>
          </p:cNvPr>
          <p:cNvCxnSpPr>
            <a:cxnSpLocks/>
          </p:cNvCxnSpPr>
          <p:nvPr/>
        </p:nvCxnSpPr>
        <p:spPr>
          <a:xfrm flipV="1">
            <a:off x="2851888" y="2151932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D5AD15A-5604-1C78-162C-F2F3CD252218}"/>
              </a:ext>
            </a:extLst>
          </p:cNvPr>
          <p:cNvSpPr/>
          <p:nvPr/>
        </p:nvSpPr>
        <p:spPr>
          <a:xfrm>
            <a:off x="3640777" y="3941285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64ABE5-3510-76A1-3E58-480AF8C210B7}"/>
              </a:ext>
            </a:extLst>
          </p:cNvPr>
          <p:cNvSpPr/>
          <p:nvPr/>
        </p:nvSpPr>
        <p:spPr>
          <a:xfrm>
            <a:off x="5700279" y="3941285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36CCB8-0056-98D8-8B25-FD9E3A515FFD}"/>
              </a:ext>
            </a:extLst>
          </p:cNvPr>
          <p:cNvSpPr/>
          <p:nvPr/>
        </p:nvSpPr>
        <p:spPr>
          <a:xfrm>
            <a:off x="4676878" y="2897109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B5716E-827C-7D41-9023-6B03919A95C8}"/>
              </a:ext>
            </a:extLst>
          </p:cNvPr>
          <p:cNvSpPr txBox="1"/>
          <p:nvPr/>
        </p:nvSpPr>
        <p:spPr>
          <a:xfrm>
            <a:off x="3384336" y="5129036"/>
            <a:ext cx="38343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C6D07F-AE05-4996-6CD6-A81D326FE858}"/>
              </a:ext>
            </a:extLst>
          </p:cNvPr>
          <p:cNvSpPr txBox="1"/>
          <p:nvPr/>
        </p:nvSpPr>
        <p:spPr>
          <a:xfrm>
            <a:off x="4428180" y="5122012"/>
            <a:ext cx="38343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FD5FE0-924A-6F4A-ECEA-BA58DDB17767}"/>
              </a:ext>
            </a:extLst>
          </p:cNvPr>
          <p:cNvSpPr txBox="1"/>
          <p:nvPr/>
        </p:nvSpPr>
        <p:spPr>
          <a:xfrm>
            <a:off x="5448982" y="5132288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DECEB3-63BF-AB99-F9A1-9096E2A5549E}"/>
              </a:ext>
            </a:extLst>
          </p:cNvPr>
          <p:cNvSpPr txBox="1"/>
          <p:nvPr/>
        </p:nvSpPr>
        <p:spPr>
          <a:xfrm>
            <a:off x="6468912" y="5129036"/>
            <a:ext cx="4106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365863-9F3E-3D24-CE57-305FE45E183A}"/>
              </a:ext>
            </a:extLst>
          </p:cNvPr>
          <p:cNvSpPr txBox="1"/>
          <p:nvPr/>
        </p:nvSpPr>
        <p:spPr>
          <a:xfrm>
            <a:off x="7512756" y="5119423"/>
            <a:ext cx="36901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5B27FB-CA9D-25D4-33B3-A99403695D48}"/>
              </a:ext>
            </a:extLst>
          </p:cNvPr>
          <p:cNvSpPr txBox="1"/>
          <p:nvPr/>
        </p:nvSpPr>
        <p:spPr>
          <a:xfrm>
            <a:off x="8514922" y="5098473"/>
            <a:ext cx="4106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D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6C418E03-057E-9578-CDF9-BEEBF8D069AA}"/>
              </a:ext>
            </a:extLst>
          </p:cNvPr>
          <p:cNvCxnSpPr>
            <a:cxnSpLocks/>
            <a:stCxn id="24" idx="0"/>
            <a:endCxn id="25" idx="0"/>
          </p:cNvCxnSpPr>
          <p:nvPr/>
        </p:nvCxnSpPr>
        <p:spPr>
          <a:xfrm rot="5400000" flipH="1" flipV="1">
            <a:off x="7180953" y="4612728"/>
            <a:ext cx="9613" cy="1023005"/>
          </a:xfrm>
          <a:prstGeom prst="bentConnector3">
            <a:avLst>
              <a:gd name="adj1" fmla="val 12287402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128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CB3B1-EFFF-8EEB-508D-B2DCBD98E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A32D0E9E-3849-51B3-9B5C-1DC3F7DD12D8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The next smallest distance is </a:t>
            </a:r>
            <a:r>
              <a:rPr lang="en-US" b="1" dirty="0"/>
              <a:t>A-B</a:t>
            </a:r>
            <a:r>
              <a:rPr lang="en-US" dirty="0"/>
              <a:t> 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CDB2262C-097C-6837-6D5F-38826A8E6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B40061-1ECB-0AA4-6260-F7F9401D7BF9}"/>
              </a:ext>
            </a:extLst>
          </p:cNvPr>
          <p:cNvGraphicFramePr>
            <a:graphicFrameLocks noGrp="1"/>
          </p:cNvGraphicFramePr>
          <p:nvPr/>
        </p:nvGraphicFramePr>
        <p:xfrm>
          <a:off x="2433735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10.77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8A1D305-D56A-A931-62AF-6A9410E7774B}"/>
              </a:ext>
            </a:extLst>
          </p:cNvPr>
          <p:cNvSpPr/>
          <p:nvPr/>
        </p:nvSpPr>
        <p:spPr>
          <a:xfrm>
            <a:off x="5572680" y="4313816"/>
            <a:ext cx="1054032" cy="355004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9597CC-9A8B-D475-F2F6-F2DD1A515446}"/>
              </a:ext>
            </a:extLst>
          </p:cNvPr>
          <p:cNvSpPr/>
          <p:nvPr/>
        </p:nvSpPr>
        <p:spPr>
          <a:xfrm>
            <a:off x="7650699" y="3569363"/>
            <a:ext cx="1054032" cy="355004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B29A29-C6E9-19E4-2848-499A542C4B6C}"/>
              </a:ext>
            </a:extLst>
          </p:cNvPr>
          <p:cNvSpPr/>
          <p:nvPr/>
        </p:nvSpPr>
        <p:spPr>
          <a:xfrm>
            <a:off x="3487270" y="3187323"/>
            <a:ext cx="1031378" cy="382040"/>
          </a:xfrm>
          <a:prstGeom prst="rect">
            <a:avLst/>
          </a:prstGeom>
          <a:solidFill>
            <a:srgbClr val="00B05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7A3A5F-FC2C-570A-DC6C-8EA06BC2CC14}"/>
              </a:ext>
            </a:extLst>
          </p:cNvPr>
          <p:cNvSpPr/>
          <p:nvPr/>
        </p:nvSpPr>
        <p:spPr>
          <a:xfrm>
            <a:off x="4518648" y="2832319"/>
            <a:ext cx="1054032" cy="355004"/>
          </a:xfrm>
          <a:prstGeom prst="rect">
            <a:avLst/>
          </a:prstGeom>
          <a:solidFill>
            <a:srgbClr val="00B05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262322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02AF3-AF37-1E8E-BD00-9F46CD0D2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FCD6A41F-7660-F677-E2BF-BA1E036D281E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We will merge </a:t>
            </a:r>
            <a:r>
              <a:rPr lang="en-US" b="1" dirty="0"/>
              <a:t>A</a:t>
            </a:r>
            <a:r>
              <a:rPr lang="en-US" dirty="0"/>
              <a:t> and </a:t>
            </a:r>
            <a:r>
              <a:rPr lang="en-US" b="1" dirty="0"/>
              <a:t>B</a:t>
            </a:r>
            <a:r>
              <a:rPr lang="en-US" dirty="0"/>
              <a:t> creating the cluster </a:t>
            </a:r>
            <a:r>
              <a:rPr lang="en-US" b="1" dirty="0"/>
              <a:t>AB</a:t>
            </a:r>
            <a:endParaRPr lang="en-PH" b="1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57114C0F-CF3B-87EC-C4D5-D603C0EF0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6D97356-D67E-4165-C496-5615A5E8B4D1}"/>
              </a:ext>
            </a:extLst>
          </p:cNvPr>
          <p:cNvCxnSpPr>
            <a:cxnSpLocks/>
          </p:cNvCxnSpPr>
          <p:nvPr/>
        </p:nvCxnSpPr>
        <p:spPr>
          <a:xfrm flipV="1">
            <a:off x="2871339" y="5100312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BB500C5-A330-666A-C979-D683CE513ED5}"/>
              </a:ext>
            </a:extLst>
          </p:cNvPr>
          <p:cNvCxnSpPr>
            <a:cxnSpLocks/>
          </p:cNvCxnSpPr>
          <p:nvPr/>
        </p:nvCxnSpPr>
        <p:spPr>
          <a:xfrm flipV="1">
            <a:off x="2851888" y="2151932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57C4343B-E6B4-98F2-9494-8477B394D842}"/>
              </a:ext>
            </a:extLst>
          </p:cNvPr>
          <p:cNvCxnSpPr>
            <a:cxnSpLocks/>
            <a:stCxn id="21" idx="0"/>
            <a:endCxn id="22" idx="0"/>
          </p:cNvCxnSpPr>
          <p:nvPr/>
        </p:nvCxnSpPr>
        <p:spPr>
          <a:xfrm rot="5400000" flipH="1" flipV="1">
            <a:off x="4094465" y="4603602"/>
            <a:ext cx="7024" cy="1043844"/>
          </a:xfrm>
          <a:prstGeom prst="bentConnector3">
            <a:avLst>
              <a:gd name="adj1" fmla="val 16915205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F9319366-DC90-F249-75C6-D5DDD210F947}"/>
              </a:ext>
            </a:extLst>
          </p:cNvPr>
          <p:cNvSpPr/>
          <p:nvPr/>
        </p:nvSpPr>
        <p:spPr>
          <a:xfrm>
            <a:off x="3640777" y="3941285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03373B-9616-617C-B170-E0219924BCD1}"/>
              </a:ext>
            </a:extLst>
          </p:cNvPr>
          <p:cNvSpPr/>
          <p:nvPr/>
        </p:nvSpPr>
        <p:spPr>
          <a:xfrm>
            <a:off x="5700279" y="3941285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7D22AD-FBA3-7D78-2482-E053E794C8A4}"/>
              </a:ext>
            </a:extLst>
          </p:cNvPr>
          <p:cNvSpPr/>
          <p:nvPr/>
        </p:nvSpPr>
        <p:spPr>
          <a:xfrm>
            <a:off x="4676878" y="2897109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FD65D4-A359-6024-DFA1-DAD0A18992A6}"/>
              </a:ext>
            </a:extLst>
          </p:cNvPr>
          <p:cNvSpPr txBox="1"/>
          <p:nvPr/>
        </p:nvSpPr>
        <p:spPr>
          <a:xfrm>
            <a:off x="3384336" y="5129036"/>
            <a:ext cx="38343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AFBF80-C121-25C3-A27A-2E38A90DD45D}"/>
              </a:ext>
            </a:extLst>
          </p:cNvPr>
          <p:cNvSpPr txBox="1"/>
          <p:nvPr/>
        </p:nvSpPr>
        <p:spPr>
          <a:xfrm>
            <a:off x="4428180" y="5122012"/>
            <a:ext cx="38343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B08985-FA3D-098B-D018-F66F64B046C5}"/>
              </a:ext>
            </a:extLst>
          </p:cNvPr>
          <p:cNvSpPr txBox="1"/>
          <p:nvPr/>
        </p:nvSpPr>
        <p:spPr>
          <a:xfrm>
            <a:off x="5448982" y="5132288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5F9D4C-3547-C96C-25C3-7D30D544C880}"/>
              </a:ext>
            </a:extLst>
          </p:cNvPr>
          <p:cNvSpPr txBox="1"/>
          <p:nvPr/>
        </p:nvSpPr>
        <p:spPr>
          <a:xfrm>
            <a:off x="6468912" y="5129036"/>
            <a:ext cx="4106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7A8867-32C8-70D6-0249-8AFF839B1485}"/>
              </a:ext>
            </a:extLst>
          </p:cNvPr>
          <p:cNvSpPr txBox="1"/>
          <p:nvPr/>
        </p:nvSpPr>
        <p:spPr>
          <a:xfrm>
            <a:off x="7512756" y="5119423"/>
            <a:ext cx="36901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EACE92-5D00-9452-4EEC-F6D0D3A5BACB}"/>
              </a:ext>
            </a:extLst>
          </p:cNvPr>
          <p:cNvSpPr txBox="1"/>
          <p:nvPr/>
        </p:nvSpPr>
        <p:spPr>
          <a:xfrm>
            <a:off x="8514922" y="5098473"/>
            <a:ext cx="4106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D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5AB2B873-5EBC-18C8-BE38-3FABF3254AA1}"/>
              </a:ext>
            </a:extLst>
          </p:cNvPr>
          <p:cNvCxnSpPr>
            <a:cxnSpLocks/>
            <a:stCxn id="24" idx="0"/>
            <a:endCxn id="25" idx="0"/>
          </p:cNvCxnSpPr>
          <p:nvPr/>
        </p:nvCxnSpPr>
        <p:spPr>
          <a:xfrm rot="5400000" flipH="1" flipV="1">
            <a:off x="7180953" y="4612728"/>
            <a:ext cx="9613" cy="1023005"/>
          </a:xfrm>
          <a:prstGeom prst="bentConnector3">
            <a:avLst>
              <a:gd name="adj1" fmla="val 12287402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1517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645B9-C7EC-51FD-949E-39F774EC2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ACA9D56-E181-2FD2-DBE0-A23A3470BCB9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The next smallest distance is </a:t>
            </a:r>
            <a:r>
              <a:rPr lang="en-US" b="1" dirty="0"/>
              <a:t>B-F</a:t>
            </a:r>
            <a:r>
              <a:rPr lang="en-US" dirty="0"/>
              <a:t> 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CD2128B2-5BFD-50D0-ABE5-B3DF2F83C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0C2FE1-D3DE-D3D9-243B-FEC50867A165}"/>
              </a:ext>
            </a:extLst>
          </p:cNvPr>
          <p:cNvGraphicFramePr>
            <a:graphicFrameLocks noGrp="1"/>
          </p:cNvGraphicFramePr>
          <p:nvPr/>
        </p:nvGraphicFramePr>
        <p:xfrm>
          <a:off x="2433735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10.77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8965295-DBCD-E2E8-E4E1-534078F1AB5F}"/>
              </a:ext>
            </a:extLst>
          </p:cNvPr>
          <p:cNvSpPr/>
          <p:nvPr/>
        </p:nvSpPr>
        <p:spPr>
          <a:xfrm>
            <a:off x="5572680" y="4313816"/>
            <a:ext cx="1054032" cy="355004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0FC706-1885-50F4-B98E-F5454A5E10D9}"/>
              </a:ext>
            </a:extLst>
          </p:cNvPr>
          <p:cNvSpPr/>
          <p:nvPr/>
        </p:nvSpPr>
        <p:spPr>
          <a:xfrm>
            <a:off x="7650699" y="3569363"/>
            <a:ext cx="1054032" cy="355004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65BB23-76F8-DF1C-4CB6-38566701601C}"/>
              </a:ext>
            </a:extLst>
          </p:cNvPr>
          <p:cNvSpPr/>
          <p:nvPr/>
        </p:nvSpPr>
        <p:spPr>
          <a:xfrm>
            <a:off x="3487270" y="3187323"/>
            <a:ext cx="1031378" cy="382040"/>
          </a:xfrm>
          <a:prstGeom prst="rect">
            <a:avLst/>
          </a:prstGeom>
          <a:solidFill>
            <a:srgbClr val="00B05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8EFF47-9BEE-4079-96D0-E8CDDA667D2A}"/>
              </a:ext>
            </a:extLst>
          </p:cNvPr>
          <p:cNvSpPr/>
          <p:nvPr/>
        </p:nvSpPr>
        <p:spPr>
          <a:xfrm>
            <a:off x="4518648" y="2832319"/>
            <a:ext cx="1054032" cy="355004"/>
          </a:xfrm>
          <a:prstGeom prst="rect">
            <a:avLst/>
          </a:prstGeom>
          <a:solidFill>
            <a:srgbClr val="00B05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F887AD-E2AE-33D0-98A0-7969C87CFC65}"/>
              </a:ext>
            </a:extLst>
          </p:cNvPr>
          <p:cNvSpPr/>
          <p:nvPr/>
        </p:nvSpPr>
        <p:spPr>
          <a:xfrm>
            <a:off x="8715807" y="3187323"/>
            <a:ext cx="1031378" cy="382040"/>
          </a:xfrm>
          <a:prstGeom prst="rect">
            <a:avLst/>
          </a:prstGeom>
          <a:solidFill>
            <a:srgbClr val="FFC00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rgbClr val="FFC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833C2B-306E-83A1-9E18-0D33C2F1B052}"/>
              </a:ext>
            </a:extLst>
          </p:cNvPr>
          <p:cNvSpPr/>
          <p:nvPr/>
        </p:nvSpPr>
        <p:spPr>
          <a:xfrm>
            <a:off x="4518648" y="4688766"/>
            <a:ext cx="1054032" cy="355004"/>
          </a:xfrm>
          <a:prstGeom prst="rect">
            <a:avLst/>
          </a:prstGeom>
          <a:solidFill>
            <a:srgbClr val="FFC00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7740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A2B61-454A-E1A7-3D2D-402E42E3B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9676F184-9816-4598-F8AC-C963367DB7B3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Since </a:t>
            </a:r>
            <a:r>
              <a:rPr lang="en-US" b="1" dirty="0"/>
              <a:t>B</a:t>
            </a:r>
            <a:r>
              <a:rPr lang="en-US" dirty="0"/>
              <a:t> is already in cluster </a:t>
            </a:r>
            <a:r>
              <a:rPr lang="en-US" b="1" dirty="0"/>
              <a:t>AB</a:t>
            </a:r>
            <a:r>
              <a:rPr lang="en-US" dirty="0"/>
              <a:t>, </a:t>
            </a:r>
            <a:r>
              <a:rPr lang="en-US" b="1" dirty="0"/>
              <a:t>F</a:t>
            </a:r>
            <a:r>
              <a:rPr lang="en-US" dirty="0"/>
              <a:t> will be merged, and we will create cluster </a:t>
            </a:r>
            <a:r>
              <a:rPr lang="en-US" b="1" dirty="0"/>
              <a:t>ABF</a:t>
            </a:r>
            <a:r>
              <a:rPr lang="en-US" dirty="0"/>
              <a:t> </a:t>
            </a:r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1F5748B9-5E26-75E3-8832-2D301A6A6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25A4F7A-F288-338E-4BDE-7E9A0EECFF87}"/>
              </a:ext>
            </a:extLst>
          </p:cNvPr>
          <p:cNvCxnSpPr>
            <a:cxnSpLocks/>
          </p:cNvCxnSpPr>
          <p:nvPr/>
        </p:nvCxnSpPr>
        <p:spPr>
          <a:xfrm flipV="1">
            <a:off x="2871339" y="5100312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38F348C-BC91-3A9C-FCCD-33A24DC0C55D}"/>
              </a:ext>
            </a:extLst>
          </p:cNvPr>
          <p:cNvCxnSpPr>
            <a:cxnSpLocks/>
          </p:cNvCxnSpPr>
          <p:nvPr/>
        </p:nvCxnSpPr>
        <p:spPr>
          <a:xfrm flipV="1">
            <a:off x="2851888" y="2151932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31C3BCA-CBF2-DF6A-3D2A-F9169F7D84F8}"/>
              </a:ext>
            </a:extLst>
          </p:cNvPr>
          <p:cNvCxnSpPr>
            <a:cxnSpLocks/>
            <a:stCxn id="21" idx="0"/>
            <a:endCxn id="22" idx="0"/>
          </p:cNvCxnSpPr>
          <p:nvPr/>
        </p:nvCxnSpPr>
        <p:spPr>
          <a:xfrm rot="5400000" flipH="1" flipV="1">
            <a:off x="4094465" y="4603602"/>
            <a:ext cx="7024" cy="1043844"/>
          </a:xfrm>
          <a:prstGeom prst="bentConnector3">
            <a:avLst>
              <a:gd name="adj1" fmla="val 16915205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A0104D30-707A-7ED9-00EB-49891A122328}"/>
              </a:ext>
            </a:extLst>
          </p:cNvPr>
          <p:cNvSpPr/>
          <p:nvPr/>
        </p:nvSpPr>
        <p:spPr>
          <a:xfrm>
            <a:off x="3640777" y="3941285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760922-723B-49BF-DD8F-054A55F1BB65}"/>
              </a:ext>
            </a:extLst>
          </p:cNvPr>
          <p:cNvSpPr/>
          <p:nvPr/>
        </p:nvSpPr>
        <p:spPr>
          <a:xfrm>
            <a:off x="5700279" y="3941285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A9F159-B38F-5BDA-3D61-871C38D7D5EE}"/>
              </a:ext>
            </a:extLst>
          </p:cNvPr>
          <p:cNvSpPr/>
          <p:nvPr/>
        </p:nvSpPr>
        <p:spPr>
          <a:xfrm>
            <a:off x="4676878" y="2897109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BFABA6-FD8B-BC90-86B6-8358A21F4B5B}"/>
              </a:ext>
            </a:extLst>
          </p:cNvPr>
          <p:cNvSpPr txBox="1"/>
          <p:nvPr/>
        </p:nvSpPr>
        <p:spPr>
          <a:xfrm>
            <a:off x="3384336" y="5129036"/>
            <a:ext cx="38343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D0D0BA-FDB6-31D6-1D7C-9BE8060DA7A2}"/>
              </a:ext>
            </a:extLst>
          </p:cNvPr>
          <p:cNvSpPr txBox="1"/>
          <p:nvPr/>
        </p:nvSpPr>
        <p:spPr>
          <a:xfrm>
            <a:off x="4428180" y="5122012"/>
            <a:ext cx="38343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12E4F7-E493-C6A4-6B2E-BE31119CA954}"/>
              </a:ext>
            </a:extLst>
          </p:cNvPr>
          <p:cNvSpPr txBox="1"/>
          <p:nvPr/>
        </p:nvSpPr>
        <p:spPr>
          <a:xfrm>
            <a:off x="5448982" y="5132288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3ECC27-2089-326C-F994-F587B1E1C60F}"/>
              </a:ext>
            </a:extLst>
          </p:cNvPr>
          <p:cNvSpPr txBox="1"/>
          <p:nvPr/>
        </p:nvSpPr>
        <p:spPr>
          <a:xfrm>
            <a:off x="6468912" y="5129036"/>
            <a:ext cx="4106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33F3B4-8DAA-8392-B133-0EA4E4EFB516}"/>
              </a:ext>
            </a:extLst>
          </p:cNvPr>
          <p:cNvSpPr txBox="1"/>
          <p:nvPr/>
        </p:nvSpPr>
        <p:spPr>
          <a:xfrm>
            <a:off x="7512756" y="5119423"/>
            <a:ext cx="36901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9DB004-270D-E4D0-E3C2-F3C933AEA469}"/>
              </a:ext>
            </a:extLst>
          </p:cNvPr>
          <p:cNvSpPr txBox="1"/>
          <p:nvPr/>
        </p:nvSpPr>
        <p:spPr>
          <a:xfrm>
            <a:off x="8514922" y="5098473"/>
            <a:ext cx="4106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D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DB90A4E2-30C2-E277-7BB1-AEBCEEC98433}"/>
              </a:ext>
            </a:extLst>
          </p:cNvPr>
          <p:cNvCxnSpPr>
            <a:cxnSpLocks/>
            <a:stCxn id="24" idx="0"/>
            <a:endCxn id="25" idx="0"/>
          </p:cNvCxnSpPr>
          <p:nvPr/>
        </p:nvCxnSpPr>
        <p:spPr>
          <a:xfrm rot="5400000" flipH="1" flipV="1">
            <a:off x="7180953" y="4612728"/>
            <a:ext cx="9613" cy="1023005"/>
          </a:xfrm>
          <a:prstGeom prst="bentConnector3">
            <a:avLst>
              <a:gd name="adj1" fmla="val 12287402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E3366CAB-9B8A-7FAD-A477-9999856BE907}"/>
              </a:ext>
            </a:extLst>
          </p:cNvPr>
          <p:cNvCxnSpPr>
            <a:cxnSpLocks/>
            <a:stCxn id="15" idx="0"/>
            <a:endCxn id="23" idx="0"/>
          </p:cNvCxnSpPr>
          <p:nvPr/>
        </p:nvCxnSpPr>
        <p:spPr>
          <a:xfrm rot="16200000" flipH="1">
            <a:off x="4267024" y="3772237"/>
            <a:ext cx="1191003" cy="1529099"/>
          </a:xfrm>
          <a:prstGeom prst="bentConnector3">
            <a:avLst>
              <a:gd name="adj1" fmla="val -61581"/>
            </a:avLst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7747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83C64-BB18-6777-61B5-495D372E3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16195537-C87A-9B42-09C4-113E93DEA677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The next smallest distance is </a:t>
            </a:r>
            <a:r>
              <a:rPr lang="en-US" b="1" dirty="0"/>
              <a:t>D-E</a:t>
            </a:r>
            <a:r>
              <a:rPr lang="en-US" dirty="0"/>
              <a:t> 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2716F983-40C1-7991-2B40-E72234608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05684CE-5F4B-8393-FEF3-04FD0F1B247E}"/>
              </a:ext>
            </a:extLst>
          </p:cNvPr>
          <p:cNvGraphicFramePr>
            <a:graphicFrameLocks noGrp="1"/>
          </p:cNvGraphicFramePr>
          <p:nvPr/>
        </p:nvGraphicFramePr>
        <p:xfrm>
          <a:off x="2433735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10.77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FC17A97-E7C1-9B63-0350-A96EE2634019}"/>
              </a:ext>
            </a:extLst>
          </p:cNvPr>
          <p:cNvSpPr/>
          <p:nvPr/>
        </p:nvSpPr>
        <p:spPr>
          <a:xfrm>
            <a:off x="5572680" y="4313816"/>
            <a:ext cx="1054032" cy="355004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70AA3E-F8DE-7CEE-DC96-575FC580B7C0}"/>
              </a:ext>
            </a:extLst>
          </p:cNvPr>
          <p:cNvSpPr/>
          <p:nvPr/>
        </p:nvSpPr>
        <p:spPr>
          <a:xfrm>
            <a:off x="7650699" y="3569363"/>
            <a:ext cx="1054032" cy="355004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FE8706-DCEC-D323-32A7-D5210519EFBA}"/>
              </a:ext>
            </a:extLst>
          </p:cNvPr>
          <p:cNvSpPr/>
          <p:nvPr/>
        </p:nvSpPr>
        <p:spPr>
          <a:xfrm>
            <a:off x="3487270" y="3187323"/>
            <a:ext cx="1031378" cy="382040"/>
          </a:xfrm>
          <a:prstGeom prst="rect">
            <a:avLst/>
          </a:prstGeom>
          <a:solidFill>
            <a:srgbClr val="00B05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70FB83-4177-5372-0CE5-ACF86419D20F}"/>
              </a:ext>
            </a:extLst>
          </p:cNvPr>
          <p:cNvSpPr/>
          <p:nvPr/>
        </p:nvSpPr>
        <p:spPr>
          <a:xfrm>
            <a:off x="4518648" y="2832319"/>
            <a:ext cx="1054032" cy="355004"/>
          </a:xfrm>
          <a:prstGeom prst="rect">
            <a:avLst/>
          </a:prstGeom>
          <a:solidFill>
            <a:srgbClr val="00B05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C12A8B-35E5-E81E-853B-E3748C0CEA42}"/>
              </a:ext>
            </a:extLst>
          </p:cNvPr>
          <p:cNvSpPr/>
          <p:nvPr/>
        </p:nvSpPr>
        <p:spPr>
          <a:xfrm>
            <a:off x="8715807" y="3187323"/>
            <a:ext cx="1031378" cy="382040"/>
          </a:xfrm>
          <a:prstGeom prst="rect">
            <a:avLst/>
          </a:prstGeom>
          <a:solidFill>
            <a:srgbClr val="FFC00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rgbClr val="FFC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7DCC01-D445-AF9C-C8AE-526D6003F367}"/>
              </a:ext>
            </a:extLst>
          </p:cNvPr>
          <p:cNvSpPr/>
          <p:nvPr/>
        </p:nvSpPr>
        <p:spPr>
          <a:xfrm>
            <a:off x="4518648" y="4688766"/>
            <a:ext cx="1054032" cy="355004"/>
          </a:xfrm>
          <a:prstGeom prst="rect">
            <a:avLst/>
          </a:prstGeom>
          <a:solidFill>
            <a:srgbClr val="FFC00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rgbClr val="FFC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AD4828-32EE-F6FD-4D74-0251F60EF8E9}"/>
              </a:ext>
            </a:extLst>
          </p:cNvPr>
          <p:cNvSpPr/>
          <p:nvPr/>
        </p:nvSpPr>
        <p:spPr>
          <a:xfrm>
            <a:off x="7650699" y="3944046"/>
            <a:ext cx="1054032" cy="355004"/>
          </a:xfrm>
          <a:prstGeom prst="rect">
            <a:avLst/>
          </a:prstGeom>
          <a:solidFill>
            <a:srgbClr val="7030A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03C772-9AA7-53F1-103A-F094841A9099}"/>
              </a:ext>
            </a:extLst>
          </p:cNvPr>
          <p:cNvSpPr/>
          <p:nvPr/>
        </p:nvSpPr>
        <p:spPr>
          <a:xfrm>
            <a:off x="6626712" y="4306433"/>
            <a:ext cx="1054032" cy="355004"/>
          </a:xfrm>
          <a:prstGeom prst="rect">
            <a:avLst/>
          </a:prstGeom>
          <a:solidFill>
            <a:srgbClr val="7030A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99877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15992-F6B3-5F0D-D1B0-ACB8505B5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D32C6299-F36E-7BF4-F850-4A7F145231F6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Since </a:t>
            </a:r>
            <a:r>
              <a:rPr lang="en-US" b="1" dirty="0"/>
              <a:t>E</a:t>
            </a:r>
            <a:r>
              <a:rPr lang="en-US" dirty="0"/>
              <a:t> is already in cluster </a:t>
            </a:r>
            <a:r>
              <a:rPr lang="en-US" b="1" dirty="0"/>
              <a:t>CE</a:t>
            </a:r>
            <a:r>
              <a:rPr lang="en-US" dirty="0"/>
              <a:t>, </a:t>
            </a:r>
            <a:r>
              <a:rPr lang="en-US" b="1" dirty="0"/>
              <a:t>D</a:t>
            </a:r>
            <a:r>
              <a:rPr lang="en-US" dirty="0"/>
              <a:t> will be merged, and we will create cluster </a:t>
            </a:r>
            <a:r>
              <a:rPr lang="en-US" b="1" dirty="0"/>
              <a:t>CED</a:t>
            </a:r>
            <a:r>
              <a:rPr lang="en-US" dirty="0"/>
              <a:t> </a:t>
            </a:r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299024F2-F227-951C-E2D1-C376A7A7B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8DDDCE3-7FA3-B378-6D04-2F564CCC1302}"/>
              </a:ext>
            </a:extLst>
          </p:cNvPr>
          <p:cNvCxnSpPr>
            <a:cxnSpLocks/>
          </p:cNvCxnSpPr>
          <p:nvPr/>
        </p:nvCxnSpPr>
        <p:spPr>
          <a:xfrm flipV="1">
            <a:off x="2871339" y="5100312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7D1F35D-304C-EA78-B2D1-1302D7D40E4C}"/>
              </a:ext>
            </a:extLst>
          </p:cNvPr>
          <p:cNvCxnSpPr>
            <a:cxnSpLocks/>
          </p:cNvCxnSpPr>
          <p:nvPr/>
        </p:nvCxnSpPr>
        <p:spPr>
          <a:xfrm flipV="1">
            <a:off x="2851888" y="2151932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562C52B1-D78C-60A6-1605-1F622B0C6B9C}"/>
              </a:ext>
            </a:extLst>
          </p:cNvPr>
          <p:cNvCxnSpPr>
            <a:cxnSpLocks/>
            <a:stCxn id="21" idx="0"/>
            <a:endCxn id="22" idx="0"/>
          </p:cNvCxnSpPr>
          <p:nvPr/>
        </p:nvCxnSpPr>
        <p:spPr>
          <a:xfrm rot="5400000" flipH="1" flipV="1">
            <a:off x="4094465" y="4603602"/>
            <a:ext cx="7024" cy="1043844"/>
          </a:xfrm>
          <a:prstGeom prst="bentConnector3">
            <a:avLst>
              <a:gd name="adj1" fmla="val 16915205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0DEC9CD-6BA9-AA44-A0C2-21B0FF9AAB59}"/>
              </a:ext>
            </a:extLst>
          </p:cNvPr>
          <p:cNvSpPr/>
          <p:nvPr/>
        </p:nvSpPr>
        <p:spPr>
          <a:xfrm>
            <a:off x="3640777" y="3941285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CE0A1C-626D-BD2B-BF8C-B5B06DEC3287}"/>
              </a:ext>
            </a:extLst>
          </p:cNvPr>
          <p:cNvSpPr/>
          <p:nvPr/>
        </p:nvSpPr>
        <p:spPr>
          <a:xfrm>
            <a:off x="5700279" y="3941285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B82E8E-40D2-A136-D04B-76CF19B74007}"/>
              </a:ext>
            </a:extLst>
          </p:cNvPr>
          <p:cNvSpPr/>
          <p:nvPr/>
        </p:nvSpPr>
        <p:spPr>
          <a:xfrm>
            <a:off x="4676878" y="2897109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1B87A2-D013-359A-6043-BA5D9FA94E5F}"/>
              </a:ext>
            </a:extLst>
          </p:cNvPr>
          <p:cNvSpPr txBox="1"/>
          <p:nvPr/>
        </p:nvSpPr>
        <p:spPr>
          <a:xfrm>
            <a:off x="3384336" y="5129036"/>
            <a:ext cx="38343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22DA19-1F89-2104-3CC0-C93FE0466F4F}"/>
              </a:ext>
            </a:extLst>
          </p:cNvPr>
          <p:cNvSpPr txBox="1"/>
          <p:nvPr/>
        </p:nvSpPr>
        <p:spPr>
          <a:xfrm>
            <a:off x="4428180" y="5122012"/>
            <a:ext cx="38343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E66F86-1815-1FAE-5145-A5E017D2F670}"/>
              </a:ext>
            </a:extLst>
          </p:cNvPr>
          <p:cNvSpPr txBox="1"/>
          <p:nvPr/>
        </p:nvSpPr>
        <p:spPr>
          <a:xfrm>
            <a:off x="5448982" y="5132288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CA960A-AADD-8047-D80C-AA5D6FFAF3F1}"/>
              </a:ext>
            </a:extLst>
          </p:cNvPr>
          <p:cNvSpPr txBox="1"/>
          <p:nvPr/>
        </p:nvSpPr>
        <p:spPr>
          <a:xfrm>
            <a:off x="6468912" y="5129036"/>
            <a:ext cx="4106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46AE3A-697F-88F5-CFAE-64940BDF84A6}"/>
              </a:ext>
            </a:extLst>
          </p:cNvPr>
          <p:cNvSpPr txBox="1"/>
          <p:nvPr/>
        </p:nvSpPr>
        <p:spPr>
          <a:xfrm>
            <a:off x="7512756" y="5119423"/>
            <a:ext cx="36901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5DF488-BED7-5194-E6C2-4836DF7A1519}"/>
              </a:ext>
            </a:extLst>
          </p:cNvPr>
          <p:cNvSpPr txBox="1"/>
          <p:nvPr/>
        </p:nvSpPr>
        <p:spPr>
          <a:xfrm>
            <a:off x="8514922" y="5098473"/>
            <a:ext cx="4106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D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93C58C48-CF0A-D56B-7337-273085A3B607}"/>
              </a:ext>
            </a:extLst>
          </p:cNvPr>
          <p:cNvCxnSpPr>
            <a:cxnSpLocks/>
            <a:stCxn id="24" idx="0"/>
            <a:endCxn id="25" idx="0"/>
          </p:cNvCxnSpPr>
          <p:nvPr/>
        </p:nvCxnSpPr>
        <p:spPr>
          <a:xfrm rot="5400000" flipH="1" flipV="1">
            <a:off x="7180953" y="4612728"/>
            <a:ext cx="9613" cy="1023005"/>
          </a:xfrm>
          <a:prstGeom prst="bentConnector3">
            <a:avLst>
              <a:gd name="adj1" fmla="val 12287402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3725D3C6-8F02-89D9-C6F7-E19E16A022A1}"/>
              </a:ext>
            </a:extLst>
          </p:cNvPr>
          <p:cNvCxnSpPr>
            <a:cxnSpLocks/>
            <a:stCxn id="15" idx="0"/>
            <a:endCxn id="23" idx="0"/>
          </p:cNvCxnSpPr>
          <p:nvPr/>
        </p:nvCxnSpPr>
        <p:spPr>
          <a:xfrm rot="16200000" flipH="1">
            <a:off x="4267024" y="3772237"/>
            <a:ext cx="1191003" cy="1529099"/>
          </a:xfrm>
          <a:prstGeom prst="bentConnector3">
            <a:avLst>
              <a:gd name="adj1" fmla="val -61581"/>
            </a:avLst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DD87DCDA-EF2E-1F01-D3A2-32D5FDBD1FE5}"/>
              </a:ext>
            </a:extLst>
          </p:cNvPr>
          <p:cNvCxnSpPr>
            <a:cxnSpLocks/>
            <a:stCxn id="29" idx="0"/>
            <a:endCxn id="26" idx="0"/>
          </p:cNvCxnSpPr>
          <p:nvPr/>
        </p:nvCxnSpPr>
        <p:spPr>
          <a:xfrm rot="16200000" flipH="1">
            <a:off x="7377080" y="3755286"/>
            <a:ext cx="1151866" cy="1534508"/>
          </a:xfrm>
          <a:prstGeom prst="bentConnector3">
            <a:avLst>
              <a:gd name="adj1" fmla="val -108326"/>
            </a:avLst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EEFB0B87-0424-CDA8-F0A2-9D932A9DA7F6}"/>
              </a:ext>
            </a:extLst>
          </p:cNvPr>
          <p:cNvSpPr/>
          <p:nvPr/>
        </p:nvSpPr>
        <p:spPr>
          <a:xfrm>
            <a:off x="6728559" y="3946607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30966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E8A62-5098-5CFA-B4B5-00BCAD508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4E217D14-EA4E-B3FB-936A-9FBC01DEFDA5}"/>
              </a:ext>
            </a:extLst>
          </p:cNvPr>
          <p:cNvSpPr txBox="1">
            <a:spLocks/>
          </p:cNvSpPr>
          <p:nvPr/>
        </p:nvSpPr>
        <p:spPr>
          <a:xfrm>
            <a:off x="838200" y="5696803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The next smallest distance is </a:t>
            </a:r>
            <a:r>
              <a:rPr lang="en-US" b="1" dirty="0"/>
              <a:t>C-F</a:t>
            </a:r>
            <a:r>
              <a:rPr lang="en-US" dirty="0"/>
              <a:t> </a:t>
            </a:r>
            <a:endParaRPr lang="en-PH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E18560ED-0BF7-B0ED-AD41-7414F502F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2477301-7F7E-AED7-AC20-7298D5AEA2FF}"/>
              </a:ext>
            </a:extLst>
          </p:cNvPr>
          <p:cNvGraphicFramePr>
            <a:graphicFrameLocks noGrp="1"/>
          </p:cNvGraphicFramePr>
          <p:nvPr/>
        </p:nvGraphicFramePr>
        <p:xfrm>
          <a:off x="2433735" y="2450253"/>
          <a:ext cx="732452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361">
                  <a:extLst>
                    <a:ext uri="{9D8B030D-6E8A-4147-A177-3AD203B41FA5}">
                      <a16:colId xmlns:a16="http://schemas.microsoft.com/office/drawing/2014/main" val="4138762431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13859408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19138899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2544993987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640783539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824732605"/>
                    </a:ext>
                  </a:extLst>
                </a:gridCol>
                <a:gridCol w="1046361">
                  <a:extLst>
                    <a:ext uri="{9D8B030D-6E8A-4147-A177-3AD203B41FA5}">
                      <a16:colId xmlns:a16="http://schemas.microsoft.com/office/drawing/2014/main" val="3150221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PH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613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5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513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65.3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1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105.3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90.3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3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60.8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10.77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3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b="1" dirty="0">
                          <a:solidFill>
                            <a:schemeClr val="bg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35.1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dirty="0"/>
                        <a:t>20.2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30.15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70.1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40.6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245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2C302A5-D786-5A0C-EAAE-BE45DB646D40}"/>
              </a:ext>
            </a:extLst>
          </p:cNvPr>
          <p:cNvSpPr/>
          <p:nvPr/>
        </p:nvSpPr>
        <p:spPr>
          <a:xfrm>
            <a:off x="5572680" y="4313816"/>
            <a:ext cx="1054032" cy="355004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40B7CF-5673-B804-70AA-A0CBB4CE28C9}"/>
              </a:ext>
            </a:extLst>
          </p:cNvPr>
          <p:cNvSpPr/>
          <p:nvPr/>
        </p:nvSpPr>
        <p:spPr>
          <a:xfrm>
            <a:off x="7650699" y="3569363"/>
            <a:ext cx="1054032" cy="355004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122442-E0B2-F421-F0E7-6056B614E909}"/>
              </a:ext>
            </a:extLst>
          </p:cNvPr>
          <p:cNvSpPr/>
          <p:nvPr/>
        </p:nvSpPr>
        <p:spPr>
          <a:xfrm>
            <a:off x="3487270" y="3187323"/>
            <a:ext cx="1031378" cy="382040"/>
          </a:xfrm>
          <a:prstGeom prst="rect">
            <a:avLst/>
          </a:prstGeom>
          <a:solidFill>
            <a:srgbClr val="00B05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C8B07A-B3DE-2848-86AD-55398554B921}"/>
              </a:ext>
            </a:extLst>
          </p:cNvPr>
          <p:cNvSpPr/>
          <p:nvPr/>
        </p:nvSpPr>
        <p:spPr>
          <a:xfrm>
            <a:off x="4518648" y="2832319"/>
            <a:ext cx="1054032" cy="355004"/>
          </a:xfrm>
          <a:prstGeom prst="rect">
            <a:avLst/>
          </a:prstGeom>
          <a:solidFill>
            <a:srgbClr val="00B05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1079CB-7728-20B1-E7C9-DFF1E125ABB3}"/>
              </a:ext>
            </a:extLst>
          </p:cNvPr>
          <p:cNvSpPr/>
          <p:nvPr/>
        </p:nvSpPr>
        <p:spPr>
          <a:xfrm>
            <a:off x="8715807" y="3187323"/>
            <a:ext cx="1031378" cy="382040"/>
          </a:xfrm>
          <a:prstGeom prst="rect">
            <a:avLst/>
          </a:prstGeom>
          <a:solidFill>
            <a:srgbClr val="FFC00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rgbClr val="FFC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610053-8352-F7E3-6750-5ACA1233BB4C}"/>
              </a:ext>
            </a:extLst>
          </p:cNvPr>
          <p:cNvSpPr/>
          <p:nvPr/>
        </p:nvSpPr>
        <p:spPr>
          <a:xfrm>
            <a:off x="4518648" y="4688766"/>
            <a:ext cx="1054032" cy="355004"/>
          </a:xfrm>
          <a:prstGeom prst="rect">
            <a:avLst/>
          </a:prstGeom>
          <a:solidFill>
            <a:srgbClr val="FFC00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rgbClr val="FFC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BBCCCB-6321-09CD-6346-7A61B1B8107B}"/>
              </a:ext>
            </a:extLst>
          </p:cNvPr>
          <p:cNvSpPr/>
          <p:nvPr/>
        </p:nvSpPr>
        <p:spPr>
          <a:xfrm>
            <a:off x="7650699" y="3944046"/>
            <a:ext cx="1054032" cy="355004"/>
          </a:xfrm>
          <a:prstGeom prst="rect">
            <a:avLst/>
          </a:prstGeom>
          <a:solidFill>
            <a:srgbClr val="7030A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9EBFF1-1926-0B9B-B996-FD214CEEE33A}"/>
              </a:ext>
            </a:extLst>
          </p:cNvPr>
          <p:cNvSpPr/>
          <p:nvPr/>
        </p:nvSpPr>
        <p:spPr>
          <a:xfrm>
            <a:off x="6626712" y="4306433"/>
            <a:ext cx="1054032" cy="355004"/>
          </a:xfrm>
          <a:prstGeom prst="rect">
            <a:avLst/>
          </a:prstGeom>
          <a:solidFill>
            <a:srgbClr val="7030A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5282D2-97DC-5132-7865-83BE1BC52BC4}"/>
              </a:ext>
            </a:extLst>
          </p:cNvPr>
          <p:cNvSpPr/>
          <p:nvPr/>
        </p:nvSpPr>
        <p:spPr>
          <a:xfrm>
            <a:off x="8726884" y="3569363"/>
            <a:ext cx="1031378" cy="382040"/>
          </a:xfrm>
          <a:prstGeom prst="rect">
            <a:avLst/>
          </a:prstGeom>
          <a:solidFill>
            <a:srgbClr val="0070C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rgbClr val="FFC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8D12F6-5B30-881E-F956-9055EEB9AB2D}"/>
              </a:ext>
            </a:extLst>
          </p:cNvPr>
          <p:cNvSpPr/>
          <p:nvPr/>
        </p:nvSpPr>
        <p:spPr>
          <a:xfrm>
            <a:off x="5595334" y="4675248"/>
            <a:ext cx="1031378" cy="382040"/>
          </a:xfrm>
          <a:prstGeom prst="rect">
            <a:avLst/>
          </a:prstGeom>
          <a:solidFill>
            <a:srgbClr val="0070C0">
              <a:alpha val="30000"/>
            </a:srgbClr>
          </a:solidFill>
          <a:ln>
            <a:solidFill>
              <a:schemeClr val="accent1">
                <a:shade val="15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0395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EFF1A-C86B-438C-881A-7682ECE38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963480ED-DF40-E705-48DE-261707E50FB4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Since </a:t>
            </a:r>
            <a:r>
              <a:rPr lang="en-US" b="1" dirty="0"/>
              <a:t>C</a:t>
            </a:r>
            <a:r>
              <a:rPr lang="en-US" dirty="0"/>
              <a:t> is already in cluster </a:t>
            </a:r>
            <a:r>
              <a:rPr lang="en-US" b="1" dirty="0"/>
              <a:t>CED</a:t>
            </a:r>
            <a:r>
              <a:rPr lang="en-US" dirty="0"/>
              <a:t> and </a:t>
            </a:r>
            <a:r>
              <a:rPr lang="en-US" b="1" dirty="0"/>
              <a:t>F</a:t>
            </a:r>
            <a:r>
              <a:rPr lang="en-US" dirty="0"/>
              <a:t> is already in cluster </a:t>
            </a:r>
            <a:r>
              <a:rPr lang="en-US" b="1" dirty="0"/>
              <a:t>ABF, ABF </a:t>
            </a:r>
            <a:r>
              <a:rPr lang="en-US" dirty="0"/>
              <a:t>and </a:t>
            </a:r>
            <a:r>
              <a:rPr lang="en-US" b="1" dirty="0"/>
              <a:t>CED</a:t>
            </a:r>
            <a:r>
              <a:rPr lang="en-US" dirty="0"/>
              <a:t> will be merged creating cluster </a:t>
            </a:r>
            <a:r>
              <a:rPr lang="en-US" b="1" dirty="0"/>
              <a:t>ABFCED</a:t>
            </a:r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3ED469A0-A455-3B1C-CFF3-41CED8FCD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How </a:t>
            </a:r>
            <a:r>
              <a:rPr lang="en-PH" sz="4400" dirty="0">
                <a:solidFill>
                  <a:srgbClr val="002060"/>
                </a:solidFill>
                <a:latin typeface="+mn-lt"/>
              </a:rPr>
              <a:t>Hierarchical clustering works?</a:t>
            </a:r>
            <a:endParaRPr lang="en-PH" dirty="0">
              <a:solidFill>
                <a:srgbClr val="002060"/>
              </a:solidFill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D351AF5-DA19-0F0B-D565-474A64115F8D}"/>
              </a:ext>
            </a:extLst>
          </p:cNvPr>
          <p:cNvCxnSpPr>
            <a:cxnSpLocks/>
          </p:cNvCxnSpPr>
          <p:nvPr/>
        </p:nvCxnSpPr>
        <p:spPr>
          <a:xfrm flipV="1">
            <a:off x="2871339" y="5100312"/>
            <a:ext cx="6258766" cy="3574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4887755-912D-BB93-16E4-36024036CBCE}"/>
              </a:ext>
            </a:extLst>
          </p:cNvPr>
          <p:cNvCxnSpPr>
            <a:cxnSpLocks/>
          </p:cNvCxnSpPr>
          <p:nvPr/>
        </p:nvCxnSpPr>
        <p:spPr>
          <a:xfrm flipV="1">
            <a:off x="2851888" y="2151932"/>
            <a:ext cx="0" cy="30031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B8A74476-BACE-024F-AD90-7AC5CEE6A374}"/>
              </a:ext>
            </a:extLst>
          </p:cNvPr>
          <p:cNvCxnSpPr>
            <a:cxnSpLocks/>
            <a:stCxn id="21" idx="0"/>
            <a:endCxn id="22" idx="0"/>
          </p:cNvCxnSpPr>
          <p:nvPr/>
        </p:nvCxnSpPr>
        <p:spPr>
          <a:xfrm rot="5400000" flipH="1" flipV="1">
            <a:off x="4094465" y="4603602"/>
            <a:ext cx="7024" cy="1043844"/>
          </a:xfrm>
          <a:prstGeom prst="bentConnector3">
            <a:avLst>
              <a:gd name="adj1" fmla="val 16915205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8D40652-D798-8A4F-0D79-8225B9F03FEE}"/>
              </a:ext>
            </a:extLst>
          </p:cNvPr>
          <p:cNvSpPr/>
          <p:nvPr/>
        </p:nvSpPr>
        <p:spPr>
          <a:xfrm>
            <a:off x="3640777" y="3941285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BEDD43-6C3B-6113-04B7-CA82E7F3B47E}"/>
              </a:ext>
            </a:extLst>
          </p:cNvPr>
          <p:cNvSpPr/>
          <p:nvPr/>
        </p:nvSpPr>
        <p:spPr>
          <a:xfrm>
            <a:off x="5700279" y="3941285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423E8C-B6A3-9B7A-AC27-7B3B6B29C876}"/>
              </a:ext>
            </a:extLst>
          </p:cNvPr>
          <p:cNvSpPr/>
          <p:nvPr/>
        </p:nvSpPr>
        <p:spPr>
          <a:xfrm>
            <a:off x="4676878" y="2897109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D72014-B091-F327-DBFC-B7CAF3ADD5B8}"/>
              </a:ext>
            </a:extLst>
          </p:cNvPr>
          <p:cNvSpPr txBox="1"/>
          <p:nvPr/>
        </p:nvSpPr>
        <p:spPr>
          <a:xfrm>
            <a:off x="3384336" y="5129036"/>
            <a:ext cx="38343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880615-79B6-0426-D8ED-9E5AFCD57A73}"/>
              </a:ext>
            </a:extLst>
          </p:cNvPr>
          <p:cNvSpPr txBox="1"/>
          <p:nvPr/>
        </p:nvSpPr>
        <p:spPr>
          <a:xfrm>
            <a:off x="4428180" y="5122012"/>
            <a:ext cx="38343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E8FA77-F643-161B-1ACF-490DC3608426}"/>
              </a:ext>
            </a:extLst>
          </p:cNvPr>
          <p:cNvSpPr txBox="1"/>
          <p:nvPr/>
        </p:nvSpPr>
        <p:spPr>
          <a:xfrm>
            <a:off x="5448982" y="5132288"/>
            <a:ext cx="356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3A34AF-8A01-9842-69A2-BF407299B7D6}"/>
              </a:ext>
            </a:extLst>
          </p:cNvPr>
          <p:cNvSpPr txBox="1"/>
          <p:nvPr/>
        </p:nvSpPr>
        <p:spPr>
          <a:xfrm>
            <a:off x="6468912" y="5129036"/>
            <a:ext cx="4106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EE2F42-FE22-9AFE-0775-FA78EBFA50A1}"/>
              </a:ext>
            </a:extLst>
          </p:cNvPr>
          <p:cNvSpPr txBox="1"/>
          <p:nvPr/>
        </p:nvSpPr>
        <p:spPr>
          <a:xfrm>
            <a:off x="7512756" y="5119423"/>
            <a:ext cx="36901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AD6035-1713-71D5-B56B-20EE74436FEB}"/>
              </a:ext>
            </a:extLst>
          </p:cNvPr>
          <p:cNvSpPr txBox="1"/>
          <p:nvPr/>
        </p:nvSpPr>
        <p:spPr>
          <a:xfrm>
            <a:off x="8514922" y="5098473"/>
            <a:ext cx="4106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/>
              <a:t>D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B7DFF127-8287-4440-C45F-FB88BAA26661}"/>
              </a:ext>
            </a:extLst>
          </p:cNvPr>
          <p:cNvCxnSpPr>
            <a:cxnSpLocks/>
            <a:stCxn id="24" idx="0"/>
            <a:endCxn id="25" idx="0"/>
          </p:cNvCxnSpPr>
          <p:nvPr/>
        </p:nvCxnSpPr>
        <p:spPr>
          <a:xfrm rot="5400000" flipH="1" flipV="1">
            <a:off x="7180953" y="4612728"/>
            <a:ext cx="9613" cy="1023005"/>
          </a:xfrm>
          <a:prstGeom prst="bentConnector3">
            <a:avLst>
              <a:gd name="adj1" fmla="val 12287402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CC68AC2A-D9E6-9140-86FD-057093EAEC0D}"/>
              </a:ext>
            </a:extLst>
          </p:cNvPr>
          <p:cNvCxnSpPr>
            <a:cxnSpLocks/>
            <a:stCxn id="15" idx="0"/>
            <a:endCxn id="23" idx="0"/>
          </p:cNvCxnSpPr>
          <p:nvPr/>
        </p:nvCxnSpPr>
        <p:spPr>
          <a:xfrm rot="16200000" flipH="1">
            <a:off x="4267024" y="3772237"/>
            <a:ext cx="1191003" cy="1529099"/>
          </a:xfrm>
          <a:prstGeom prst="bentConnector3">
            <a:avLst>
              <a:gd name="adj1" fmla="val -61581"/>
            </a:avLst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DFE45497-A82D-93BD-3B72-4837ADC54138}"/>
              </a:ext>
            </a:extLst>
          </p:cNvPr>
          <p:cNvCxnSpPr>
            <a:cxnSpLocks/>
            <a:stCxn id="29" idx="0"/>
            <a:endCxn id="26" idx="0"/>
          </p:cNvCxnSpPr>
          <p:nvPr/>
        </p:nvCxnSpPr>
        <p:spPr>
          <a:xfrm rot="16200000" flipH="1">
            <a:off x="7377080" y="3755286"/>
            <a:ext cx="1151866" cy="1534508"/>
          </a:xfrm>
          <a:prstGeom prst="bentConnector3">
            <a:avLst>
              <a:gd name="adj1" fmla="val -108326"/>
            </a:avLst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E1B0F648-2D43-CB8A-97C1-419E6EDC7D41}"/>
              </a:ext>
            </a:extLst>
          </p:cNvPr>
          <p:cNvSpPr/>
          <p:nvPr/>
        </p:nvSpPr>
        <p:spPr>
          <a:xfrm>
            <a:off x="6728559" y="3946607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C99DCE-CC33-5A08-C8B8-65A831D3442C}"/>
              </a:ext>
            </a:extLst>
          </p:cNvPr>
          <p:cNvSpPr/>
          <p:nvPr/>
        </p:nvSpPr>
        <p:spPr>
          <a:xfrm>
            <a:off x="4358148" y="3196321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C2A18F-469F-6551-A297-7ECF8B82ED25}"/>
              </a:ext>
            </a:extLst>
          </p:cNvPr>
          <p:cNvSpPr/>
          <p:nvPr/>
        </p:nvSpPr>
        <p:spPr>
          <a:xfrm>
            <a:off x="7495813" y="2703263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6A2E3B96-E70A-042D-BDCB-5C6D19F4F9CF}"/>
              </a:ext>
            </a:extLst>
          </p:cNvPr>
          <p:cNvCxnSpPr>
            <a:cxnSpLocks/>
            <a:stCxn id="7" idx="0"/>
            <a:endCxn id="8" idx="0"/>
          </p:cNvCxnSpPr>
          <p:nvPr/>
        </p:nvCxnSpPr>
        <p:spPr>
          <a:xfrm rot="5400000" flipH="1" flipV="1">
            <a:off x="6137651" y="1380960"/>
            <a:ext cx="493058" cy="3137665"/>
          </a:xfrm>
          <a:prstGeom prst="bentConnector3">
            <a:avLst>
              <a:gd name="adj1" fmla="val 175985"/>
            </a:avLst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77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BA1AD-8EB1-D829-D96F-57DFCA7EC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9DA57-9A2F-B7F4-C4EA-57BEBA5F5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sz="4400" dirty="0">
                <a:solidFill>
                  <a:srgbClr val="002060"/>
                </a:solidFill>
                <a:latin typeface="+mn-lt"/>
              </a:rPr>
              <a:t>Distance measure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B3028-8777-2D6A-3667-720CB2731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865122"/>
          </a:xfrm>
        </p:spPr>
        <p:txBody>
          <a:bodyPr/>
          <a:lstStyle/>
          <a:p>
            <a:pPr marL="0" indent="0" algn="l">
              <a:buNone/>
            </a:pPr>
            <a:r>
              <a:rPr lang="en-US" dirty="0"/>
              <a:t>The distance measure </a:t>
            </a:r>
            <a:r>
              <a:rPr lang="en-US" b="1" dirty="0">
                <a:solidFill>
                  <a:srgbClr val="002060"/>
                </a:solidFill>
              </a:rPr>
              <a:t>will determine the similarity between two data points</a:t>
            </a:r>
            <a:r>
              <a:rPr lang="en-US" dirty="0"/>
              <a:t> and </a:t>
            </a:r>
            <a:r>
              <a:rPr lang="en-US" b="1" dirty="0">
                <a:solidFill>
                  <a:srgbClr val="002060"/>
                </a:solidFill>
              </a:rPr>
              <a:t>it will influence the shape of the clusters</a:t>
            </a:r>
            <a:r>
              <a:rPr lang="en-US" dirty="0"/>
              <a:t>.</a:t>
            </a:r>
            <a:endParaRPr lang="en-PH" dirty="0"/>
          </a:p>
        </p:txBody>
      </p:sp>
      <p:sp>
        <p:nvSpPr>
          <p:cNvPr id="6" name="Flowchart: Off-page Connector 5">
            <a:extLst>
              <a:ext uri="{FF2B5EF4-FFF2-40B4-BE49-F238E27FC236}">
                <a16:creationId xmlns:a16="http://schemas.microsoft.com/office/drawing/2014/main" id="{4FA3C386-6E32-FB67-65CD-3B443418327B}"/>
              </a:ext>
            </a:extLst>
          </p:cNvPr>
          <p:cNvSpPr/>
          <p:nvPr/>
        </p:nvSpPr>
        <p:spPr>
          <a:xfrm>
            <a:off x="697892" y="4916244"/>
            <a:ext cx="2520000" cy="1440000"/>
          </a:xfrm>
          <a:prstGeom prst="flowChartOffpage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b="1" dirty="0"/>
              <a:t>Euclidean Distance</a:t>
            </a:r>
          </a:p>
        </p:txBody>
      </p:sp>
      <p:sp>
        <p:nvSpPr>
          <p:cNvPr id="8" name="Flowchart: Off-page Connector 7">
            <a:extLst>
              <a:ext uri="{FF2B5EF4-FFF2-40B4-BE49-F238E27FC236}">
                <a16:creationId xmlns:a16="http://schemas.microsoft.com/office/drawing/2014/main" id="{1366E57B-B143-2A6F-4CAB-1B2DB47849AE}"/>
              </a:ext>
            </a:extLst>
          </p:cNvPr>
          <p:cNvSpPr/>
          <p:nvPr/>
        </p:nvSpPr>
        <p:spPr>
          <a:xfrm>
            <a:off x="6454110" y="4916244"/>
            <a:ext cx="2520000" cy="1440000"/>
          </a:xfrm>
          <a:prstGeom prst="flowChartOffpageConnector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b="1" dirty="0"/>
              <a:t>Manhattan Distance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805678-4C3D-1D58-BFCA-B4DD8403E163}"/>
              </a:ext>
            </a:extLst>
          </p:cNvPr>
          <p:cNvGrpSpPr/>
          <p:nvPr/>
        </p:nvGrpSpPr>
        <p:grpSpPr>
          <a:xfrm>
            <a:off x="3576000" y="3418393"/>
            <a:ext cx="2520000" cy="1440000"/>
            <a:chOff x="3576000" y="4916244"/>
            <a:chExt cx="2520000" cy="1440000"/>
          </a:xfrm>
        </p:grpSpPr>
        <p:sp>
          <p:nvSpPr>
            <p:cNvPr id="7" name="Flowchart: Off-page Connector 6">
              <a:extLst>
                <a:ext uri="{FF2B5EF4-FFF2-40B4-BE49-F238E27FC236}">
                  <a16:creationId xmlns:a16="http://schemas.microsoft.com/office/drawing/2014/main" id="{1AE22346-E17B-CEAB-CF22-3E8F1B6AA011}"/>
                </a:ext>
              </a:extLst>
            </p:cNvPr>
            <p:cNvSpPr/>
            <p:nvPr/>
          </p:nvSpPr>
          <p:spPr>
            <a:xfrm flipV="1">
              <a:off x="3576000" y="4916244"/>
              <a:ext cx="2520000" cy="1440000"/>
            </a:xfrm>
            <a:prstGeom prst="flowChartOffpageConnector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en-PH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FFECF43-50E3-FEAC-4BDD-3F93B94FA23E}"/>
                </a:ext>
              </a:extLst>
            </p:cNvPr>
            <p:cNvSpPr txBox="1"/>
            <p:nvPr/>
          </p:nvSpPr>
          <p:spPr>
            <a:xfrm>
              <a:off x="3817823" y="5249883"/>
              <a:ext cx="2036354" cy="92333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PH" b="1" dirty="0">
                  <a:solidFill>
                    <a:schemeClr val="bg1"/>
                  </a:solidFill>
                </a:rPr>
                <a:t>Squared Euclidean Distance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7EC36D4-0207-C156-8A80-23FADE2BF88B}"/>
              </a:ext>
            </a:extLst>
          </p:cNvPr>
          <p:cNvGrpSpPr/>
          <p:nvPr/>
        </p:nvGrpSpPr>
        <p:grpSpPr>
          <a:xfrm>
            <a:off x="9224639" y="3418393"/>
            <a:ext cx="2520000" cy="1440000"/>
            <a:chOff x="9332216" y="4916244"/>
            <a:chExt cx="2520000" cy="1440000"/>
          </a:xfrm>
        </p:grpSpPr>
        <p:sp>
          <p:nvSpPr>
            <p:cNvPr id="9" name="Flowchart: Off-page Connector 8">
              <a:extLst>
                <a:ext uri="{FF2B5EF4-FFF2-40B4-BE49-F238E27FC236}">
                  <a16:creationId xmlns:a16="http://schemas.microsoft.com/office/drawing/2014/main" id="{5885C363-7C99-E3E0-AA41-B70B1BA8F77D}"/>
                </a:ext>
              </a:extLst>
            </p:cNvPr>
            <p:cNvSpPr/>
            <p:nvPr/>
          </p:nvSpPr>
          <p:spPr>
            <a:xfrm flipV="1">
              <a:off x="9332216" y="4916244"/>
              <a:ext cx="2520000" cy="1440000"/>
            </a:xfrm>
            <a:prstGeom prst="flowChartOffpageConnector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232A399-01D6-1ED6-7FE1-1CF981F30905}"/>
                </a:ext>
              </a:extLst>
            </p:cNvPr>
            <p:cNvSpPr txBox="1"/>
            <p:nvPr/>
          </p:nvSpPr>
          <p:spPr>
            <a:xfrm>
              <a:off x="9574039" y="5313078"/>
              <a:ext cx="2036354" cy="646331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PH" b="1" dirty="0">
                  <a:solidFill>
                    <a:schemeClr val="bg1"/>
                  </a:solidFill>
                </a:rPr>
                <a:t>Cosine </a:t>
              </a:r>
            </a:p>
            <a:p>
              <a:pPr algn="ctr"/>
              <a:r>
                <a:rPr lang="en-PH" b="1" dirty="0">
                  <a:solidFill>
                    <a:schemeClr val="bg1"/>
                  </a:solidFill>
                </a:rPr>
                <a:t>Distance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0698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4A0AF-BA99-B294-8FC3-1D2F93251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909EEF87-A29E-B801-4FE5-64E6FD2F2508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PH" dirty="0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071CCDC4-43D8-3878-797C-C463BBC6F0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893943"/>
              </p:ext>
            </p:extLst>
          </p:nvPr>
        </p:nvGraphicFramePr>
        <p:xfrm>
          <a:off x="838200" y="2207978"/>
          <a:ext cx="4576106" cy="3983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1" name="Title 1">
            <a:extLst>
              <a:ext uri="{FF2B5EF4-FFF2-40B4-BE49-F238E27FC236}">
                <a16:creationId xmlns:a16="http://schemas.microsoft.com/office/drawing/2014/main" id="{CDA23D84-EB67-0D62-353D-4270A3EA6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Euclidean Distance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14F9BD0-6410-A4A6-260B-E893AFA6C99A}"/>
              </a:ext>
            </a:extLst>
          </p:cNvPr>
          <p:cNvSpPr txBox="1">
            <a:spLocks/>
          </p:cNvSpPr>
          <p:nvPr/>
        </p:nvSpPr>
        <p:spPr>
          <a:xfrm>
            <a:off x="5744961" y="2176512"/>
            <a:ext cx="6016910" cy="15886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 dirty="0"/>
              <a:t>The Euclidean distance is the </a:t>
            </a:r>
            <a:r>
              <a:rPr lang="en-US" sz="2500" b="1" dirty="0">
                <a:solidFill>
                  <a:srgbClr val="002060"/>
                </a:solidFill>
              </a:rPr>
              <a:t>ordinary straight line</a:t>
            </a:r>
          </a:p>
          <a:p>
            <a:r>
              <a:rPr lang="en-PH" sz="2500" dirty="0"/>
              <a:t>It is the distance between two points in </a:t>
            </a:r>
            <a:r>
              <a:rPr lang="en-PH" sz="2500" dirty="0" err="1"/>
              <a:t>euclidean</a:t>
            </a:r>
            <a:r>
              <a:rPr lang="en-PH" sz="2500" dirty="0"/>
              <a:t>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7E9138C-4DB8-C572-3B37-D49838B22F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3842518"/>
                <a:ext cx="4415416" cy="1260245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PH" sz="2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PH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PH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PH" sz="2400" b="1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PH" sz="2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sub>
                                  </m:sSub>
                                  <m: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PH" sz="24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400" b="1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PH" sz="2400" b="1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PH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PH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PH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PH" sz="2400" b="1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PH" sz="2400" b="1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sub>
                                  </m:sSub>
                                  <m: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PH" sz="24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400" b="1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PH" sz="24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PH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PH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7E9138C-4DB8-C572-3B37-D49838B22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842518"/>
                <a:ext cx="4415416" cy="12602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56010891-9FB6-4996-556F-E5C07BF27F82}"/>
              </a:ext>
            </a:extLst>
          </p:cNvPr>
          <p:cNvSpPr/>
          <p:nvPr/>
        </p:nvSpPr>
        <p:spPr>
          <a:xfrm rot="19127772">
            <a:off x="2283238" y="4517333"/>
            <a:ext cx="1800000" cy="180000"/>
          </a:xfrm>
          <a:prstGeom prst="left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A5B82A-1246-DA43-878E-FDF7AB835A95}"/>
                  </a:ext>
                </a:extLst>
              </p:cNvPr>
              <p:cNvSpPr txBox="1"/>
              <p:nvPr/>
            </p:nvSpPr>
            <p:spPr>
              <a:xfrm>
                <a:off x="2845380" y="4199761"/>
                <a:ext cx="403411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PH" sz="25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A5B82A-1246-DA43-878E-FDF7AB835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5380" y="4199761"/>
                <a:ext cx="403411" cy="477054"/>
              </a:xfrm>
              <a:prstGeom prst="rect">
                <a:avLst/>
              </a:prstGeom>
              <a:blipFill>
                <a:blip r:embed="rId4"/>
                <a:stretch>
                  <a:fillRect l="-4545" r="-303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4B9D86-19A7-5D7A-96D3-193DDF24C1BC}"/>
                  </a:ext>
                </a:extLst>
              </p:cNvPr>
              <p:cNvSpPr txBox="1"/>
              <p:nvPr/>
            </p:nvSpPr>
            <p:spPr>
              <a:xfrm>
                <a:off x="3426368" y="3233868"/>
                <a:ext cx="1164577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PH" sz="2500" b="1" i="1" dirty="0" err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dirty="0" err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4B9D86-19A7-5D7A-96D3-193DDF24C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368" y="3233868"/>
                <a:ext cx="1164577" cy="477054"/>
              </a:xfrm>
              <a:prstGeom prst="rect">
                <a:avLst/>
              </a:prstGeom>
              <a:blipFill>
                <a:blip r:embed="rId5"/>
                <a:stretch>
                  <a:fillRect l="-2094" r="-8377" b="-1519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1B6B2D8-5F20-0077-82DD-5B6F6B0190F1}"/>
                  </a:ext>
                </a:extLst>
              </p:cNvPr>
              <p:cNvSpPr txBox="1"/>
              <p:nvPr/>
            </p:nvSpPr>
            <p:spPr>
              <a:xfrm>
                <a:off x="1574959" y="5411244"/>
                <a:ext cx="111283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PH" sz="2500" b="1" i="1" dirty="0" err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dirty="0" err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1B6B2D8-5F20-0077-82DD-5B6F6B019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959" y="5411244"/>
                <a:ext cx="1112838" cy="477054"/>
              </a:xfrm>
              <a:prstGeom prst="rect">
                <a:avLst/>
              </a:prstGeom>
              <a:blipFill>
                <a:blip r:embed="rId6"/>
                <a:stretch>
                  <a:fillRect l="-2186" r="-13661" b="-1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0122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5E289-D4DC-DF0B-1658-5FA07661F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C5783BD2-6CAD-D65E-174C-F28FEC96C07A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PH" dirty="0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2E9E2BEF-0000-840C-7603-E6BAC2FB4C3A}"/>
              </a:ext>
            </a:extLst>
          </p:cNvPr>
          <p:cNvGraphicFramePr/>
          <p:nvPr/>
        </p:nvGraphicFramePr>
        <p:xfrm>
          <a:off x="838200" y="2207978"/>
          <a:ext cx="4576106" cy="3983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1" name="Title 1">
            <a:extLst>
              <a:ext uri="{FF2B5EF4-FFF2-40B4-BE49-F238E27FC236}">
                <a16:creationId xmlns:a16="http://schemas.microsoft.com/office/drawing/2014/main" id="{0550423E-E83E-CB42-3D9C-70C379DE0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Euclidean Distance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137DD1DE-1358-740D-7AE9-C9761D319CFB}"/>
              </a:ext>
            </a:extLst>
          </p:cNvPr>
          <p:cNvSpPr/>
          <p:nvPr/>
        </p:nvSpPr>
        <p:spPr>
          <a:xfrm rot="19127772">
            <a:off x="2283238" y="4517333"/>
            <a:ext cx="1800000" cy="180000"/>
          </a:xfrm>
          <a:prstGeom prst="left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E99D366-4271-6DFA-E178-7F2C376E5349}"/>
                  </a:ext>
                </a:extLst>
              </p:cNvPr>
              <p:cNvSpPr txBox="1"/>
              <p:nvPr/>
            </p:nvSpPr>
            <p:spPr>
              <a:xfrm>
                <a:off x="2845380" y="4199761"/>
                <a:ext cx="403411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PH" sz="25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E99D366-4271-6DFA-E178-7F2C376E5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5380" y="4199761"/>
                <a:ext cx="403411" cy="477054"/>
              </a:xfrm>
              <a:prstGeom prst="rect">
                <a:avLst/>
              </a:prstGeom>
              <a:blipFill>
                <a:blip r:embed="rId3"/>
                <a:stretch>
                  <a:fillRect l="-4545" r="-303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C91D5DE-149B-35BA-8FA8-17616069880C}"/>
                  </a:ext>
                </a:extLst>
              </p:cNvPr>
              <p:cNvSpPr txBox="1"/>
              <p:nvPr/>
            </p:nvSpPr>
            <p:spPr>
              <a:xfrm>
                <a:off x="3426368" y="3233868"/>
                <a:ext cx="1164577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C91D5DE-149B-35BA-8FA8-176160698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368" y="3233868"/>
                <a:ext cx="1164577" cy="477054"/>
              </a:xfrm>
              <a:prstGeom prst="rect">
                <a:avLst/>
              </a:prstGeom>
              <a:blipFill>
                <a:blip r:embed="rId4"/>
                <a:stretch>
                  <a:fillRect l="-2094" r="-8901" b="-1519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8953F5-DDD9-74DD-99C9-A9F46A9C2D50}"/>
                  </a:ext>
                </a:extLst>
              </p:cNvPr>
              <p:cNvSpPr txBox="1"/>
              <p:nvPr/>
            </p:nvSpPr>
            <p:spPr>
              <a:xfrm>
                <a:off x="1574959" y="5455382"/>
                <a:ext cx="111283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8953F5-DDD9-74DD-99C9-A9F46A9C2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959" y="5455382"/>
                <a:ext cx="1112838" cy="477054"/>
              </a:xfrm>
              <a:prstGeom prst="rect">
                <a:avLst/>
              </a:prstGeom>
              <a:blipFill>
                <a:blip r:embed="rId5"/>
                <a:stretch>
                  <a:fillRect l="-2186" r="-14208" b="-1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77248B-0C05-FC30-587F-C0A479FC8F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993385"/>
                <a:ext cx="4415416" cy="1260245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PH" sz="2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PH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PH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PH" sz="2400" b="1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PH" sz="2400" b="1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sub>
                                  </m:sSub>
                                  <m: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PH" sz="24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400" b="1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PH" sz="2400" b="1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PH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PH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PH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PH" sz="2400" b="1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4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PH" sz="2400" b="1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sub>
                                  </m:sSub>
                                  <m: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PH" sz="24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PH" sz="2400" b="1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PH" sz="2400" b="1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PH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PH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77248B-0C05-FC30-587F-C0A479FC8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993385"/>
                <a:ext cx="4415416" cy="12602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9BF38D6-7EBF-92D5-2990-5FEEA2606B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2968" y="3446222"/>
                <a:ext cx="3784977" cy="549075"/>
              </a:xfrm>
              <a:prstGeom prst="rect">
                <a:avLst/>
              </a:prstGeom>
              <a:ln w="38100"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PH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PH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4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  <m: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PH" sz="24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e>
                            <m:sup>
                              <m:r>
                                <a:rPr lang="en-PH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PH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PH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4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  <m: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PH" sz="24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e>
                            <m:sup>
                              <m:r>
                                <a:rPr lang="en-PH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PH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9BF38D6-7EBF-92D5-2990-5FEEA2606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968" y="3446222"/>
                <a:ext cx="3784977" cy="5490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11280A3-B559-9EC4-2C87-5446A3F5F0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2968" y="4175958"/>
                <a:ext cx="2675594" cy="524660"/>
              </a:xfrm>
              <a:prstGeom prst="rect">
                <a:avLst/>
              </a:prstGeom>
              <a:ln w="38100"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PH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PH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</m:d>
                            </m:e>
                            <m:sup>
                              <m:r>
                                <a:rPr lang="en-PH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PH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PH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PH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</m:d>
                            </m:e>
                            <m:sup>
                              <m:r>
                                <a:rPr lang="en-PH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PH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11280A3-B559-9EC4-2C87-5446A3F5F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968" y="4175958"/>
                <a:ext cx="2675594" cy="5246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7D2B6324-7E92-B760-B533-4DF9CB5D5C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2968" y="4885154"/>
                <a:ext cx="1868764" cy="414716"/>
              </a:xfrm>
              <a:prstGeom prst="rect">
                <a:avLst/>
              </a:prstGeom>
              <a:ln w="38100"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PH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PH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  <m:r>
                            <a:rPr lang="en-PH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2400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e>
                      </m:rad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PH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7D2B6324-7E92-B760-B533-4DF9CB5D5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968" y="4885154"/>
                <a:ext cx="1868764" cy="414716"/>
              </a:xfrm>
              <a:prstGeom prst="rect">
                <a:avLst/>
              </a:prstGeom>
              <a:blipFill>
                <a:blip r:embed="rId9"/>
                <a:stretch>
                  <a:fillRect l="-326" b="-735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325DEE0A-3213-7795-C6A7-C20E91C3AC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2968" y="5488942"/>
                <a:ext cx="1483080" cy="414717"/>
              </a:xfrm>
              <a:prstGeom prst="rect">
                <a:avLst/>
              </a:prstGeom>
              <a:ln w="38100"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PH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PH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𝟏𝟖</m:t>
                          </m:r>
                        </m:e>
                      </m:rad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PH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325DEE0A-3213-7795-C6A7-C20E91C3A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968" y="5488942"/>
                <a:ext cx="1483080" cy="414717"/>
              </a:xfrm>
              <a:prstGeom prst="rect">
                <a:avLst/>
              </a:prstGeom>
              <a:blipFill>
                <a:blip r:embed="rId10"/>
                <a:stretch>
                  <a:fillRect l="-820" b="-735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E72D8943-F228-21FE-18A3-61865EAAB9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2968" y="6063589"/>
                <a:ext cx="1441298" cy="414717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𝟐𝟒</m:t>
                      </m:r>
                    </m:oMath>
                  </m:oMathPara>
                </a14:m>
                <a:endParaRPr lang="en-PH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E72D8943-F228-21FE-18A3-61865EAAB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968" y="6063589"/>
                <a:ext cx="1441298" cy="41471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7306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2" grpId="0"/>
      <p:bldP spid="13" grpId="0"/>
      <p:bldP spid="1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B085A-7FA5-6126-4B0D-5C09D44F0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0DC48E02-AF97-2F20-F8D1-258A199DB71F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PH" dirty="0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C92A9EE1-A069-A735-F3E8-000E778D8623}"/>
              </a:ext>
            </a:extLst>
          </p:cNvPr>
          <p:cNvGraphicFramePr/>
          <p:nvPr/>
        </p:nvGraphicFramePr>
        <p:xfrm>
          <a:off x="838200" y="2207978"/>
          <a:ext cx="4576106" cy="3983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1" name="Title 1">
            <a:extLst>
              <a:ext uri="{FF2B5EF4-FFF2-40B4-BE49-F238E27FC236}">
                <a16:creationId xmlns:a16="http://schemas.microsoft.com/office/drawing/2014/main" id="{01598274-7198-E2AD-B469-05CA44A48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Euclidean Squared Distance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2D83A42-313F-9B28-57E9-E9B5E840DD50}"/>
              </a:ext>
            </a:extLst>
          </p:cNvPr>
          <p:cNvSpPr txBox="1">
            <a:spLocks/>
          </p:cNvSpPr>
          <p:nvPr/>
        </p:nvSpPr>
        <p:spPr>
          <a:xfrm>
            <a:off x="5744961" y="2176512"/>
            <a:ext cx="6016910" cy="15886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 dirty="0"/>
              <a:t>The Euclidean squared distance metric uses the same equation as the Euclidean distance but</a:t>
            </a:r>
            <a:r>
              <a:rPr lang="en-US" sz="2500" b="1" dirty="0">
                <a:solidFill>
                  <a:srgbClr val="002060"/>
                </a:solidFill>
              </a:rPr>
              <a:t> does not take the square root</a:t>
            </a:r>
            <a:endParaRPr lang="en-PH" sz="25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71EF9E4-1AF4-0097-0D4C-5E7E03BF81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3842518"/>
                <a:ext cx="4415416" cy="1260245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PH" sz="2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PH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PH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PH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sub>
                              </m:sSub>
                              <m:r>
                                <a:rPr lang="en-PH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PH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PH" sz="2400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PH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PH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PH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PH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sub>
                              </m:sSub>
                              <m:r>
                                <a:rPr lang="en-PH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PH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PH" sz="2400" b="1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PH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PH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71EF9E4-1AF4-0097-0D4C-5E7E03BF8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842518"/>
                <a:ext cx="4415416" cy="12602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48F18D92-1146-CF71-4F03-81A2DEC55DA6}"/>
              </a:ext>
            </a:extLst>
          </p:cNvPr>
          <p:cNvSpPr/>
          <p:nvPr/>
        </p:nvSpPr>
        <p:spPr>
          <a:xfrm rot="19127772">
            <a:off x="2283238" y="4517333"/>
            <a:ext cx="1800000" cy="180000"/>
          </a:xfrm>
          <a:prstGeom prst="left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2B2DEA-A72C-9F32-E424-A8E8DDD59CB1}"/>
                  </a:ext>
                </a:extLst>
              </p:cNvPr>
              <p:cNvSpPr txBox="1"/>
              <p:nvPr/>
            </p:nvSpPr>
            <p:spPr>
              <a:xfrm>
                <a:off x="2845380" y="4199761"/>
                <a:ext cx="403411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PH" sz="25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2B2DEA-A72C-9F32-E424-A8E8DDD59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5380" y="4199761"/>
                <a:ext cx="403411" cy="477054"/>
              </a:xfrm>
              <a:prstGeom prst="rect">
                <a:avLst/>
              </a:prstGeom>
              <a:blipFill>
                <a:blip r:embed="rId4"/>
                <a:stretch>
                  <a:fillRect l="-4545" r="-303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BF3B26-9CD6-395A-CD79-FDE29A74CA57}"/>
                  </a:ext>
                </a:extLst>
              </p:cNvPr>
              <p:cNvSpPr txBox="1"/>
              <p:nvPr/>
            </p:nvSpPr>
            <p:spPr>
              <a:xfrm>
                <a:off x="3426368" y="3233868"/>
                <a:ext cx="1164577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PH" sz="2500" b="1" i="1" dirty="0" err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dirty="0" err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BF3B26-9CD6-395A-CD79-FDE29A74C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368" y="3233868"/>
                <a:ext cx="1164577" cy="477054"/>
              </a:xfrm>
              <a:prstGeom prst="rect">
                <a:avLst/>
              </a:prstGeom>
              <a:blipFill>
                <a:blip r:embed="rId5"/>
                <a:stretch>
                  <a:fillRect l="-2094" r="-8377" b="-1519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C838A1-6A22-267E-AFDD-BA62DDBB399A}"/>
                  </a:ext>
                </a:extLst>
              </p:cNvPr>
              <p:cNvSpPr txBox="1"/>
              <p:nvPr/>
            </p:nvSpPr>
            <p:spPr>
              <a:xfrm>
                <a:off x="1574959" y="5411244"/>
                <a:ext cx="111283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PH" sz="2500" b="1" i="1" dirty="0" err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dirty="0" err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C838A1-6A22-267E-AFDD-BA62DDBB3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959" y="5411244"/>
                <a:ext cx="1112838" cy="477054"/>
              </a:xfrm>
              <a:prstGeom prst="rect">
                <a:avLst/>
              </a:prstGeom>
              <a:blipFill>
                <a:blip r:embed="rId6"/>
                <a:stretch>
                  <a:fillRect l="-2186" r="-13661" b="-1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7337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9AD57-8B0F-BEBB-D9F7-C902D3BD7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E983C57C-2E59-573E-4C0C-48D9CA302EF8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PH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422D26F-9C54-3C0D-99D5-BBA6BB8328D1}"/>
              </a:ext>
            </a:extLst>
          </p:cNvPr>
          <p:cNvGrpSpPr/>
          <p:nvPr/>
        </p:nvGrpSpPr>
        <p:grpSpPr>
          <a:xfrm>
            <a:off x="838200" y="2207978"/>
            <a:ext cx="4576107" cy="3983566"/>
            <a:chOff x="3771548" y="1732035"/>
            <a:chExt cx="5230508" cy="4493081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6" name="Chart 15">
                  <a:extLst>
                    <a:ext uri="{FF2B5EF4-FFF2-40B4-BE49-F238E27FC236}">
                      <a16:creationId xmlns:a16="http://schemas.microsoft.com/office/drawing/2014/main" id="{94E83764-C0D7-39B0-BF0A-38B706CEE688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1178275034"/>
                    </p:ext>
                  </p:extLst>
                </p:nvPr>
              </p:nvGraphicFramePr>
              <p:xfrm>
                <a:off x="3771548" y="1732035"/>
                <a:ext cx="5230508" cy="4493081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2"/>
                </a:graphicData>
              </a:graphic>
            </p:graphicFrame>
          </mc:Choice>
          <mc:Fallback xmlns="">
            <p:graphicFrame>
              <p:nvGraphicFramePr>
                <p:cNvPr id="16" name="Chart 15">
                  <a:extLst>
                    <a:ext uri="{FF2B5EF4-FFF2-40B4-BE49-F238E27FC236}">
                      <a16:creationId xmlns:a16="http://schemas.microsoft.com/office/drawing/2014/main" id="{94E83764-C0D7-39B0-BF0A-38B706CEE688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1178275034"/>
                    </p:ext>
                  </p:extLst>
                </p:nvPr>
              </p:nvGraphicFramePr>
              <p:xfrm>
                <a:off x="3771548" y="1732035"/>
                <a:ext cx="5230508" cy="4493081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3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B0F0164-5207-C664-8C57-F5040D8E49E2}"/>
                    </a:ext>
                  </a:extLst>
                </p:cNvPr>
                <p:cNvSpPr txBox="1"/>
                <p:nvPr/>
              </p:nvSpPr>
              <p:spPr>
                <a:xfrm>
                  <a:off x="4646887" y="2346089"/>
                  <a:ext cx="1331116" cy="5380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PH" sz="25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PH" sz="25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PH" sz="2500" b="1" i="1" dirty="0" err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PH" sz="25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500" b="1" i="1" dirty="0" err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PH" sz="25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PH" sz="25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B0F0164-5207-C664-8C57-F5040D8E49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6887" y="2346089"/>
                  <a:ext cx="1331116" cy="538071"/>
                </a:xfrm>
                <a:prstGeom prst="rect">
                  <a:avLst/>
                </a:prstGeom>
                <a:blipFill>
                  <a:blip r:embed="rId4"/>
                  <a:stretch>
                    <a:fillRect l="-2094" r="-8377" b="-16667"/>
                  </a:stretch>
                </a:blipFill>
              </p:spPr>
              <p:txBody>
                <a:bodyPr/>
                <a:lstStyle/>
                <a:p>
                  <a:r>
                    <a:rPr lang="en-PH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1" name="Title 1">
            <a:extLst>
              <a:ext uri="{FF2B5EF4-FFF2-40B4-BE49-F238E27FC236}">
                <a16:creationId xmlns:a16="http://schemas.microsoft.com/office/drawing/2014/main" id="{9E76950B-79FB-B7CE-506C-A1C67CBA7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Manhattan Distance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83EAD53-21BA-B8FF-B357-F28EC8DA3352}"/>
              </a:ext>
            </a:extLst>
          </p:cNvPr>
          <p:cNvSpPr txBox="1">
            <a:spLocks/>
          </p:cNvSpPr>
          <p:nvPr/>
        </p:nvSpPr>
        <p:spPr>
          <a:xfrm>
            <a:off x="5744961" y="2176512"/>
            <a:ext cx="6016910" cy="15886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 dirty="0"/>
              <a:t>The Manhattan distance is the sum of the horizontal and vertical components or the distance between two points measured along the axes at right angles.</a:t>
            </a:r>
            <a:endParaRPr lang="en-PH" sz="25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4828BC-2A46-38FF-64EC-863E334C8FC7}"/>
                  </a:ext>
                </a:extLst>
              </p:cNvPr>
              <p:cNvSpPr txBox="1"/>
              <p:nvPr/>
            </p:nvSpPr>
            <p:spPr>
              <a:xfrm>
                <a:off x="1841790" y="4832585"/>
                <a:ext cx="403411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PH" sz="25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4828BC-2A46-38FF-64EC-863E334C8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790" y="4832585"/>
                <a:ext cx="403411" cy="477054"/>
              </a:xfrm>
              <a:prstGeom prst="rect">
                <a:avLst/>
              </a:prstGeom>
              <a:blipFill>
                <a:blip r:embed="rId5"/>
                <a:stretch>
                  <a:fillRect l="-4545" r="-303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rrow: Right 7">
            <a:extLst>
              <a:ext uri="{FF2B5EF4-FFF2-40B4-BE49-F238E27FC236}">
                <a16:creationId xmlns:a16="http://schemas.microsoft.com/office/drawing/2014/main" id="{7746FFE6-4797-5BF7-5296-D5122D3FBEF4}"/>
              </a:ext>
            </a:extLst>
          </p:cNvPr>
          <p:cNvSpPr/>
          <p:nvPr/>
        </p:nvSpPr>
        <p:spPr>
          <a:xfrm rot="16200000">
            <a:off x="785446" y="4397536"/>
            <a:ext cx="1800000" cy="31268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3EC9B2B-DF4A-639D-85C2-29E0C749E675}"/>
              </a:ext>
            </a:extLst>
          </p:cNvPr>
          <p:cNvSpPr/>
          <p:nvPr/>
        </p:nvSpPr>
        <p:spPr>
          <a:xfrm>
            <a:off x="1604023" y="5277095"/>
            <a:ext cx="2248839" cy="24479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679C825-8A7B-1D31-1C06-DC56E8A8659D}"/>
                  </a:ext>
                </a:extLst>
              </p:cNvPr>
              <p:cNvSpPr txBox="1"/>
              <p:nvPr/>
            </p:nvSpPr>
            <p:spPr>
              <a:xfrm>
                <a:off x="4011612" y="4763336"/>
                <a:ext cx="111283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PH" sz="2500" b="1" i="1" dirty="0" err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dirty="0" err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679C825-8A7B-1D31-1C06-DC56E8A86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1612" y="4763336"/>
                <a:ext cx="1112838" cy="477054"/>
              </a:xfrm>
              <a:prstGeom prst="rect">
                <a:avLst/>
              </a:prstGeom>
              <a:blipFill>
                <a:blip r:embed="rId6"/>
                <a:stretch>
                  <a:fillRect l="-2186" r="-13661" b="-1519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27B46224-CD94-6BD3-93EC-B454B60CF6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79286" y="3968750"/>
                <a:ext cx="4460163" cy="615950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PH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H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PH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r>
                            <a:rPr lang="en-PH" b="1" i="1">
                              <a:latin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PH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PH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</m:e>
                      </m:d>
                      <m:r>
                        <a:rPr lang="en-PH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PH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H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PH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  <m:r>
                            <a:rPr lang="en-PH" b="1" i="1">
                              <a:latin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PH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PH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PH" b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PH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27B46224-CD94-6BD3-93EC-B454B60CF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286" y="3968750"/>
                <a:ext cx="4460163" cy="6159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6415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 animBg="1"/>
      <p:bldP spid="10" grpId="0" animBg="1"/>
      <p:bldP spid="2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B1280-C3FA-5DC1-A413-08A685B20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0BED6D4A-E49B-B1C2-B2CD-48FFC041E234}"/>
              </a:ext>
            </a:extLst>
          </p:cNvPr>
          <p:cNvSpPr txBox="1">
            <a:spLocks/>
          </p:cNvSpPr>
          <p:nvPr/>
        </p:nvSpPr>
        <p:spPr>
          <a:xfrm>
            <a:off x="1330201" y="6031631"/>
            <a:ext cx="10515599" cy="66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PH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EC86800-EC3B-023C-623F-8E76E2AAC2FB}"/>
              </a:ext>
            </a:extLst>
          </p:cNvPr>
          <p:cNvGrpSpPr/>
          <p:nvPr/>
        </p:nvGrpSpPr>
        <p:grpSpPr>
          <a:xfrm>
            <a:off x="838200" y="2207978"/>
            <a:ext cx="4576107" cy="3983566"/>
            <a:chOff x="3771548" y="1732035"/>
            <a:chExt cx="5230508" cy="4493081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6" name="Chart 15">
                  <a:extLst>
                    <a:ext uri="{FF2B5EF4-FFF2-40B4-BE49-F238E27FC236}">
                      <a16:creationId xmlns:a16="http://schemas.microsoft.com/office/drawing/2014/main" id="{F0955959-6CD3-C06F-F766-F3905A332721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1479802306"/>
                    </p:ext>
                  </p:extLst>
                </p:nvPr>
              </p:nvGraphicFramePr>
              <p:xfrm>
                <a:off x="3771548" y="1732035"/>
                <a:ext cx="5230508" cy="4493081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2"/>
                </a:graphicData>
              </a:graphic>
            </p:graphicFrame>
          </mc:Choice>
          <mc:Fallback xmlns="">
            <p:graphicFrame>
              <p:nvGraphicFramePr>
                <p:cNvPr id="16" name="Chart 15">
                  <a:extLst>
                    <a:ext uri="{FF2B5EF4-FFF2-40B4-BE49-F238E27FC236}">
                      <a16:creationId xmlns:a16="http://schemas.microsoft.com/office/drawing/2014/main" id="{F0955959-6CD3-C06F-F766-F3905A332721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1479802306"/>
                    </p:ext>
                  </p:extLst>
                </p:nvPr>
              </p:nvGraphicFramePr>
              <p:xfrm>
                <a:off x="3771548" y="1732035"/>
                <a:ext cx="5230508" cy="4493081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3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E7EA252-7671-1C2B-714B-97E96194BF50}"/>
                    </a:ext>
                  </a:extLst>
                </p:cNvPr>
                <p:cNvSpPr txBox="1"/>
                <p:nvPr/>
              </p:nvSpPr>
              <p:spPr>
                <a:xfrm>
                  <a:off x="4659050" y="2324602"/>
                  <a:ext cx="1273051" cy="5380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PH" sz="25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PH" sz="25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PH" sz="25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PH" sz="25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5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PH" sz="2500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PH" sz="25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E7EA252-7671-1C2B-714B-97E96194BF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9050" y="2324602"/>
                  <a:ext cx="1273051" cy="538071"/>
                </a:xfrm>
                <a:prstGeom prst="rect">
                  <a:avLst/>
                </a:prstGeom>
                <a:blipFill>
                  <a:blip r:embed="rId4"/>
                  <a:stretch>
                    <a:fillRect l="-2186" r="-13115" b="-15190"/>
                  </a:stretch>
                </a:blipFill>
              </p:spPr>
              <p:txBody>
                <a:bodyPr/>
                <a:lstStyle/>
                <a:p>
                  <a:r>
                    <a:rPr lang="en-PH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1" name="Title 1">
            <a:extLst>
              <a:ext uri="{FF2B5EF4-FFF2-40B4-BE49-F238E27FC236}">
                <a16:creationId xmlns:a16="http://schemas.microsoft.com/office/drawing/2014/main" id="{80BA629C-1EB4-2E0C-3749-FB05E5350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Manhattan Distance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7151A1-8625-6D0A-5F72-C38B3DE42CD3}"/>
              </a:ext>
            </a:extLst>
          </p:cNvPr>
          <p:cNvSpPr txBox="1">
            <a:spLocks/>
          </p:cNvSpPr>
          <p:nvPr/>
        </p:nvSpPr>
        <p:spPr>
          <a:xfrm>
            <a:off x="5744961" y="2176512"/>
            <a:ext cx="6016910" cy="15886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 dirty="0"/>
              <a:t>The Manhattan distance is the sum of the horizontal and vertical components or the distance between two points measured along the axes at right angles.</a:t>
            </a:r>
            <a:endParaRPr lang="en-PH" sz="25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DAB7EF7-08EF-EB71-B7F8-10074300C5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79286" y="3968750"/>
                <a:ext cx="4460163" cy="615950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PH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H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PH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r>
                            <a:rPr lang="en-PH" b="1" i="1">
                              <a:latin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PH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PH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</m:e>
                      </m:d>
                      <m:r>
                        <a:rPr lang="en-PH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PH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PH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PH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  <m:r>
                            <a:rPr lang="en-PH" b="1" i="1">
                              <a:latin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PH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PH" b="1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PH" b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PH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DAB7EF7-08EF-EB71-B7F8-10074300C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286" y="3968750"/>
                <a:ext cx="4460163" cy="6159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23412C-7833-0070-2DC5-811399076713}"/>
                  </a:ext>
                </a:extLst>
              </p:cNvPr>
              <p:cNvSpPr txBox="1"/>
              <p:nvPr/>
            </p:nvSpPr>
            <p:spPr>
              <a:xfrm>
                <a:off x="1841790" y="4832585"/>
                <a:ext cx="403411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PH" sz="25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23412C-7833-0070-2DC5-811399076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790" y="4832585"/>
                <a:ext cx="403411" cy="477054"/>
              </a:xfrm>
              <a:prstGeom prst="rect">
                <a:avLst/>
              </a:prstGeom>
              <a:blipFill>
                <a:blip r:embed="rId6"/>
                <a:stretch>
                  <a:fillRect l="-4545" r="-303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rrow: Right 7">
            <a:extLst>
              <a:ext uri="{FF2B5EF4-FFF2-40B4-BE49-F238E27FC236}">
                <a16:creationId xmlns:a16="http://schemas.microsoft.com/office/drawing/2014/main" id="{BE3D40B6-0FBD-D30B-0717-A9B595F596EF}"/>
              </a:ext>
            </a:extLst>
          </p:cNvPr>
          <p:cNvSpPr/>
          <p:nvPr/>
        </p:nvSpPr>
        <p:spPr>
          <a:xfrm rot="16200000">
            <a:off x="785446" y="4397536"/>
            <a:ext cx="1800000" cy="31268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862A620-1D80-7B74-5A21-FB3FC404AAB3}"/>
              </a:ext>
            </a:extLst>
          </p:cNvPr>
          <p:cNvSpPr/>
          <p:nvPr/>
        </p:nvSpPr>
        <p:spPr>
          <a:xfrm>
            <a:off x="1604023" y="5277095"/>
            <a:ext cx="2248839" cy="24479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71A846B-7D87-11B3-4C7B-10AD45DCAB69}"/>
                  </a:ext>
                </a:extLst>
              </p:cNvPr>
              <p:cNvSpPr txBox="1"/>
              <p:nvPr/>
            </p:nvSpPr>
            <p:spPr>
              <a:xfrm>
                <a:off x="4052741" y="4790681"/>
                <a:ext cx="113188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71A846B-7D87-11B3-4C7B-10AD45DCA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2741" y="4790681"/>
                <a:ext cx="1131888" cy="477054"/>
              </a:xfrm>
              <a:prstGeom prst="rect">
                <a:avLst/>
              </a:prstGeom>
              <a:blipFill>
                <a:blip r:embed="rId7"/>
                <a:stretch>
                  <a:fillRect l="-2162" r="-12432" b="-1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FD8B053-1332-F177-6B7C-5DCD74AD31FA}"/>
                  </a:ext>
                </a:extLst>
              </p:cNvPr>
              <p:cNvSpPr txBox="1"/>
              <p:nvPr/>
            </p:nvSpPr>
            <p:spPr>
              <a:xfrm>
                <a:off x="6379286" y="4676460"/>
                <a:ext cx="352036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PH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PH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en-PH" sz="2800" b="1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PH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PH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PH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PH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FD8B053-1332-F177-6B7C-5DCD74AD3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286" y="4676460"/>
                <a:ext cx="352036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4D5817-60FD-F549-3285-C5481C382393}"/>
                  </a:ext>
                </a:extLst>
              </p:cNvPr>
              <p:cNvSpPr txBox="1"/>
              <p:nvPr/>
            </p:nvSpPr>
            <p:spPr>
              <a:xfrm>
                <a:off x="6352875" y="5307219"/>
                <a:ext cx="178659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PH" sz="28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PH" sz="28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4D5817-60FD-F549-3285-C5481C382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2875" y="5307219"/>
                <a:ext cx="178659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07E669-F372-58EF-8ADA-422316B7812B}"/>
                  </a:ext>
                </a:extLst>
              </p:cNvPr>
              <p:cNvSpPr txBox="1"/>
              <p:nvPr/>
            </p:nvSpPr>
            <p:spPr>
              <a:xfrm>
                <a:off x="6379286" y="5975585"/>
                <a:ext cx="1132763" cy="52322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PH" sz="28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07E669-F372-58EF-8ADA-422316B78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286" y="5975585"/>
                <a:ext cx="1132763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383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DE501-79E0-7C30-1354-26E3FA3A4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77A3C469-3DD5-4ED0-711A-918D2EC33C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244462"/>
              </p:ext>
            </p:extLst>
          </p:nvPr>
        </p:nvGraphicFramePr>
        <p:xfrm>
          <a:off x="838200" y="2207978"/>
          <a:ext cx="4576107" cy="3983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1" name="Title 1">
            <a:extLst>
              <a:ext uri="{FF2B5EF4-FFF2-40B4-BE49-F238E27FC236}">
                <a16:creationId xmlns:a16="http://schemas.microsoft.com/office/drawing/2014/main" id="{F5E33C60-24A0-C371-0E90-127D349A5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Cosine Distance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239D75C-3DCA-54C7-479F-408FB64E9261}"/>
              </a:ext>
            </a:extLst>
          </p:cNvPr>
          <p:cNvSpPr txBox="1">
            <a:spLocks/>
          </p:cNvSpPr>
          <p:nvPr/>
        </p:nvSpPr>
        <p:spPr>
          <a:xfrm>
            <a:off x="5744961" y="2176512"/>
            <a:ext cx="6016910" cy="15886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 dirty="0"/>
              <a:t>The cosine distance similarity </a:t>
            </a:r>
            <a:r>
              <a:rPr lang="en-US" sz="2500" b="1" dirty="0">
                <a:solidFill>
                  <a:srgbClr val="002060"/>
                </a:solidFill>
              </a:rPr>
              <a:t>measures the angle between two vectors</a:t>
            </a:r>
            <a:r>
              <a:rPr lang="en-US" sz="2500" dirty="0"/>
              <a:t>.</a:t>
            </a:r>
            <a:endParaRPr lang="en-PH" sz="2500" b="1" dirty="0">
              <a:solidFill>
                <a:srgbClr val="002060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9D100AB-D225-28CA-6883-AA3C903CD7D8}"/>
              </a:ext>
            </a:extLst>
          </p:cNvPr>
          <p:cNvCxnSpPr>
            <a:cxnSpLocks/>
          </p:cNvCxnSpPr>
          <p:nvPr/>
        </p:nvCxnSpPr>
        <p:spPr>
          <a:xfrm flipV="1">
            <a:off x="1063380" y="4191000"/>
            <a:ext cx="2029070" cy="169873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8F5FC32-CE5E-BF71-A0FC-BC396B5969B4}"/>
              </a:ext>
            </a:extLst>
          </p:cNvPr>
          <p:cNvCxnSpPr>
            <a:cxnSpLocks/>
          </p:cNvCxnSpPr>
          <p:nvPr/>
        </p:nvCxnSpPr>
        <p:spPr>
          <a:xfrm>
            <a:off x="1063380" y="5889736"/>
            <a:ext cx="196557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7F3C591C-06DE-9218-CD7C-FEF7538A6C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3041650"/>
                <a:ext cx="4311650" cy="1708150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PH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PH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PH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PH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PH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PH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r>
                                <a:rPr lang="en-PH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PH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PH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PH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PH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PH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  <m:e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p>
                                    <m:sSupPr>
                                      <m:ctrlPr>
                                        <a:rPr lang="en-PH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PH" b="1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PH" b="1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𝒒</m:t>
                                          </m:r>
                                        </m:e>
                                        <m:sub>
                                          <m:r>
                                            <a:rPr lang="en-PH" b="1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PH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PH" b="1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PH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  <m:e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p>
                                    <m:sSupPr>
                                      <m:ctrlPr>
                                        <a:rPr lang="en-PH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PH" b="1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PH" b="1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PH" b="1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PH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PH" b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PH" b="1" dirty="0"/>
              </a:p>
              <a:p>
                <a:pPr marL="0" indent="0">
                  <a:buNone/>
                </a:pPr>
                <a:endParaRPr lang="en-PH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7F3C591C-06DE-9218-CD7C-FEF7538A6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041650"/>
                <a:ext cx="4311650" cy="17081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95B7C45-B417-9C90-EBEB-7F06AF8A35DC}"/>
                  </a:ext>
                </a:extLst>
              </p:cNvPr>
              <p:cNvSpPr txBox="1"/>
              <p:nvPr/>
            </p:nvSpPr>
            <p:spPr>
              <a:xfrm>
                <a:off x="3254130" y="5348802"/>
                <a:ext cx="112737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95B7C45-B417-9C90-EBEB-7F06AF8A3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4130" y="5348802"/>
                <a:ext cx="1127370" cy="477054"/>
              </a:xfrm>
              <a:prstGeom prst="rect">
                <a:avLst/>
              </a:prstGeom>
              <a:blipFill>
                <a:blip r:embed="rId4"/>
                <a:stretch>
                  <a:fillRect l="-2162" r="-11892" b="-1519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43FAFA-69FC-9CC0-1614-5A6DF0907FF4}"/>
                  </a:ext>
                </a:extLst>
              </p:cNvPr>
              <p:cNvSpPr txBox="1"/>
              <p:nvPr/>
            </p:nvSpPr>
            <p:spPr>
              <a:xfrm>
                <a:off x="1999972" y="3526648"/>
                <a:ext cx="113692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43FAFA-69FC-9CC0-1614-5A6DF0907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972" y="3526648"/>
                <a:ext cx="1136928" cy="477054"/>
              </a:xfrm>
              <a:prstGeom prst="rect">
                <a:avLst/>
              </a:prstGeom>
              <a:blipFill>
                <a:blip r:embed="rId5"/>
                <a:stretch>
                  <a:fillRect l="-2139" r="-10695" b="-1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83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2C01C-F2D5-3173-3EAF-AF87726A0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C2FDD140-ECD2-9EA5-DAE9-40889041E7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7329436"/>
              </p:ext>
            </p:extLst>
          </p:nvPr>
        </p:nvGraphicFramePr>
        <p:xfrm>
          <a:off x="838200" y="2207978"/>
          <a:ext cx="4576107" cy="3983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1" name="Title 1">
            <a:extLst>
              <a:ext uri="{FF2B5EF4-FFF2-40B4-BE49-F238E27FC236}">
                <a16:creationId xmlns:a16="http://schemas.microsoft.com/office/drawing/2014/main" id="{20103EC9-BFC9-039F-6135-465467A81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PH" dirty="0">
                <a:solidFill>
                  <a:srgbClr val="002060"/>
                </a:solidFill>
                <a:latin typeface="+mn-lt"/>
              </a:rPr>
              <a:t>Cosine Distance</a:t>
            </a:r>
            <a:endParaRPr lang="en-PH" dirty="0">
              <a:solidFill>
                <a:srgbClr val="00206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588A986-E455-1276-3E47-79B9D845AAA4}"/>
              </a:ext>
            </a:extLst>
          </p:cNvPr>
          <p:cNvSpPr txBox="1">
            <a:spLocks/>
          </p:cNvSpPr>
          <p:nvPr/>
        </p:nvSpPr>
        <p:spPr>
          <a:xfrm>
            <a:off x="5744961" y="2176512"/>
            <a:ext cx="6016910" cy="15886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 dirty="0"/>
              <a:t>The cosine distance similarity </a:t>
            </a:r>
            <a:r>
              <a:rPr lang="en-US" sz="2500" b="1" dirty="0">
                <a:solidFill>
                  <a:srgbClr val="002060"/>
                </a:solidFill>
              </a:rPr>
              <a:t>measures the angle between two vectors</a:t>
            </a:r>
            <a:r>
              <a:rPr lang="en-US" sz="2500" dirty="0"/>
              <a:t>.</a:t>
            </a:r>
            <a:endParaRPr lang="en-PH" sz="25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76ADF93-4857-1F8D-A974-83E28A18023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65346" y="4711700"/>
                <a:ext cx="4025900" cy="1237382"/>
              </a:xfrm>
              <a:prstGeom prst="rect">
                <a:avLst/>
              </a:prstGeom>
              <a:ln w="38100">
                <a:noFill/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PH" sz="25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sz="25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25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sz="25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PH" sz="25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PH" sz="25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PH" sz="25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25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PH" sz="25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PH" sz="25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PH" sz="25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25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PH" sz="25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sup>
                                  <m:r>
                                    <a:rPr lang="en-PH" sz="25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25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PH" sz="25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PH" sz="25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sup>
                                  <m:r>
                                    <a:rPr lang="en-PH" sz="25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PH" sz="25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25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PH" sz="25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sup>
                                  <m:r>
                                    <a:rPr lang="en-PH" sz="25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25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PH" sz="25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PH" sz="2500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sup>
                                  <m:r>
                                    <a:rPr lang="en-PH" sz="25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PH" sz="25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76ADF93-4857-1F8D-A974-83E28A180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5346" y="4711700"/>
                <a:ext cx="4025900" cy="12373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74D4229-CF5E-F642-BEFE-2E49E9EAD78D}"/>
              </a:ext>
            </a:extLst>
          </p:cNvPr>
          <p:cNvCxnSpPr>
            <a:cxnSpLocks/>
          </p:cNvCxnSpPr>
          <p:nvPr/>
        </p:nvCxnSpPr>
        <p:spPr>
          <a:xfrm flipV="1">
            <a:off x="1063380" y="4191000"/>
            <a:ext cx="2029070" cy="169873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A195AEC-1D38-D671-AE5E-54107EDC43FA}"/>
              </a:ext>
            </a:extLst>
          </p:cNvPr>
          <p:cNvCxnSpPr>
            <a:cxnSpLocks/>
          </p:cNvCxnSpPr>
          <p:nvPr/>
        </p:nvCxnSpPr>
        <p:spPr>
          <a:xfrm>
            <a:off x="1063380" y="5889736"/>
            <a:ext cx="196557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C4375F40-83C2-852D-A90C-0CEADD02CE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3041650"/>
                <a:ext cx="4311650" cy="1708150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PH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PH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PH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PH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PH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PH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r>
                                <a:rPr lang="en-PH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PH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PH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PH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PH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PH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PH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  <m:e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p>
                                    <m:sSupPr>
                                      <m:ctrlPr>
                                        <a:rPr lang="en-PH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PH" b="1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PH" b="1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𝒒</m:t>
                                          </m:r>
                                        </m:e>
                                        <m:sub>
                                          <m:r>
                                            <a:rPr lang="en-PH" b="1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PH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PH" b="1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PH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  <m:e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p>
                                    <m:sSupPr>
                                      <m:ctrlPr>
                                        <a:rPr lang="en-PH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PH" b="1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PH" b="1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𝒑</m:t>
                                          </m:r>
                                        </m:e>
                                        <m:sub>
                                          <m:r>
                                            <a:rPr lang="en-PH" b="1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PH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PH" b="1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PH" b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PH" b="1" dirty="0"/>
              </a:p>
              <a:p>
                <a:pPr marL="0" indent="0">
                  <a:buNone/>
                </a:pPr>
                <a:endParaRPr lang="en-PH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C4375F40-83C2-852D-A90C-0CEADD02C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041650"/>
                <a:ext cx="4311650" cy="17081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70656B-8F39-2C75-99A0-E720C8F27564}"/>
                  </a:ext>
                </a:extLst>
              </p:cNvPr>
              <p:cNvSpPr txBox="1"/>
              <p:nvPr/>
            </p:nvSpPr>
            <p:spPr>
              <a:xfrm>
                <a:off x="6096000" y="6217237"/>
                <a:ext cx="1752599" cy="52322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PH" sz="2800" b="1" i="1" smtClean="0">
                          <a:latin typeface="Cambria Math" panose="02040503050406030204" pitchFamily="18" charset="0"/>
                        </a:rPr>
                        <m:t>𝟕𝟏</m:t>
                      </m:r>
                    </m:oMath>
                  </m:oMathPara>
                </a14:m>
                <a:endParaRPr lang="en-PH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70656B-8F39-2C75-99A0-E720C8F27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6217237"/>
                <a:ext cx="175259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F95F1E3-88B9-D2F1-77C0-B06D47B9C696}"/>
                  </a:ext>
                </a:extLst>
              </p:cNvPr>
              <p:cNvSpPr txBox="1"/>
              <p:nvPr/>
            </p:nvSpPr>
            <p:spPr>
              <a:xfrm>
                <a:off x="3254130" y="5348802"/>
                <a:ext cx="112737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PH" sz="25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F95F1E3-88B9-D2F1-77C0-B06D47B9C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4130" y="5348802"/>
                <a:ext cx="1127370" cy="477054"/>
              </a:xfrm>
              <a:prstGeom prst="rect">
                <a:avLst/>
              </a:prstGeom>
              <a:blipFill>
                <a:blip r:embed="rId6"/>
                <a:stretch>
                  <a:fillRect l="-2162" r="-12432" b="-1519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5BDF812-F51F-44C7-D9FD-57FDF8954A70}"/>
                  </a:ext>
                </a:extLst>
              </p:cNvPr>
              <p:cNvSpPr txBox="1"/>
              <p:nvPr/>
            </p:nvSpPr>
            <p:spPr>
              <a:xfrm>
                <a:off x="1999972" y="3526648"/>
                <a:ext cx="113692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PH" sz="25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PH" sz="25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5BDF812-F51F-44C7-D9FD-57FDF8954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972" y="3526648"/>
                <a:ext cx="1136928" cy="477054"/>
              </a:xfrm>
              <a:prstGeom prst="rect">
                <a:avLst/>
              </a:prstGeom>
              <a:blipFill>
                <a:blip r:embed="rId7"/>
                <a:stretch>
                  <a:fillRect l="-2139" r="-11230" b="-166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425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2577</TotalTime>
  <Words>3202</Words>
  <Application>Microsoft Office PowerPoint</Application>
  <PresentationFormat>Widescreen</PresentationFormat>
  <Paragraphs>1359</Paragraphs>
  <Slides>73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0" baseType="lpstr">
      <vt:lpstr>Aptos</vt:lpstr>
      <vt:lpstr>Aptos Display</vt:lpstr>
      <vt:lpstr>Arial</vt:lpstr>
      <vt:lpstr>Cambria Math</vt:lpstr>
      <vt:lpstr>CircularXX-Regular</vt:lpstr>
      <vt:lpstr>Wingdings</vt:lpstr>
      <vt:lpstr>Office Theme</vt:lpstr>
      <vt:lpstr>Hierarchical Clustering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Hierarchical clustering</vt:lpstr>
      <vt:lpstr>Hierarchical clustering</vt:lpstr>
      <vt:lpstr>Dendrogram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Hierarchical clustering</vt:lpstr>
      <vt:lpstr>Types of Hierarchical Clustering</vt:lpstr>
      <vt:lpstr>Types of Hierarchical Clustering</vt:lpstr>
      <vt:lpstr>How Hierarchical clustering works?</vt:lpstr>
      <vt:lpstr>How Hierarchical clustering works?</vt:lpstr>
      <vt:lpstr>How Hierarchical clustering works?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How Hierarchical clustering works?</vt:lpstr>
      <vt:lpstr>Distance measure</vt:lpstr>
      <vt:lpstr>Euclidean Distance</vt:lpstr>
      <vt:lpstr>Euclidean Distance</vt:lpstr>
      <vt:lpstr>Euclidean Squared Distance</vt:lpstr>
      <vt:lpstr>Manhattan Distance</vt:lpstr>
      <vt:lpstr>Manhattan Distance</vt:lpstr>
      <vt:lpstr>Cosine Distance</vt:lpstr>
      <vt:lpstr>Cosine Distance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Palenzuela, Ronnel</dc:creator>
  <cp:lastModifiedBy>SLY Ponio</cp:lastModifiedBy>
  <cp:revision>280</cp:revision>
  <dcterms:created xsi:type="dcterms:W3CDTF">2024-08-08T01:29:50Z</dcterms:created>
  <dcterms:modified xsi:type="dcterms:W3CDTF">2025-11-26T13:57:48Z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2024-08-08T02:28:55Z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6e000025-dfc4-466b-8a1a-3abd180e870b</vt:lpwstr>
  </property>
  <property fmtid="{D5CDD505-2E9C-101B-9397-08002B2CF9AE}" pid="8" name="MSIP_Label_8a813f4b-519a-4481-a498-85770f517757_ContentBits">
    <vt:lpwstr>0</vt:lpwstr>
  </property>
</Properties>
</file>