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7" r:id="rId2"/>
    <p:sldId id="263" r:id="rId3"/>
    <p:sldId id="315" r:id="rId4"/>
    <p:sldId id="316" r:id="rId5"/>
    <p:sldId id="317" r:id="rId6"/>
    <p:sldId id="318" r:id="rId7"/>
    <p:sldId id="319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314" r:id="rId23"/>
    <p:sldId id="313" r:id="rId24"/>
    <p:sldId id="279" r:id="rId25"/>
    <p:sldId id="312" r:id="rId26"/>
    <p:sldId id="310" r:id="rId27"/>
    <p:sldId id="281" r:id="rId28"/>
    <p:sldId id="282" r:id="rId29"/>
    <p:sldId id="283" r:id="rId30"/>
    <p:sldId id="307" r:id="rId31"/>
    <p:sldId id="308" r:id="rId32"/>
    <p:sldId id="309" r:id="rId33"/>
    <p:sldId id="28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CBD947"/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F8E01-DE24-0F4F-A559-943D670B7764}" v="50" dt="2024-08-14T17:48:44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85"/>
    <p:restoredTop sz="93729" autoAdjust="0"/>
  </p:normalViewPr>
  <p:slideViewPr>
    <p:cSldViewPr snapToGrid="0">
      <p:cViewPr>
        <p:scale>
          <a:sx n="150" d="100"/>
          <a:sy n="150" d="100"/>
        </p:scale>
        <p:origin x="14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nel D. Palenzuela" userId="27216d6f-a712-48da-bcb2-613e4bc945ac" providerId="ADAL" clId="{16736750-74B4-184C-AACF-97E7E4B9FAA6}"/>
    <pc:docChg chg="undo custSel addSld delSld modSld sldOrd modMainMaster">
      <pc:chgData name="Ronnel D. Palenzuela" userId="27216d6f-a712-48da-bcb2-613e4bc945ac" providerId="ADAL" clId="{16736750-74B4-184C-AACF-97E7E4B9FAA6}" dt="2024-08-13T03:37:12.131" v="3508" actId="207"/>
      <pc:docMkLst>
        <pc:docMk/>
      </pc:docMkLst>
      <pc:sldChg chg="modSp mod">
        <pc:chgData name="Ronnel D. Palenzuela" userId="27216d6f-a712-48da-bcb2-613e4bc945ac" providerId="ADAL" clId="{16736750-74B4-184C-AACF-97E7E4B9FAA6}" dt="2024-08-11T23:14:10.328" v="2625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736750-74B4-184C-AACF-97E7E4B9FAA6}" dt="2024-08-11T23:14:10.328" v="2625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Sp delSp modSp del mod setBg modNotesTx">
        <pc:chgData name="Ronnel D. Palenzuela" userId="27216d6f-a712-48da-bcb2-613e4bc945ac" providerId="ADAL" clId="{16736750-74B4-184C-AACF-97E7E4B9FAA6}" dt="2024-08-11T06:16:40.205" v="363" actId="2696"/>
        <pc:sldMkLst>
          <pc:docMk/>
          <pc:sldMk cId="218736974" sldId="258"/>
        </pc:sldMkLst>
        <pc:spChg chg="mod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16:25.529" v="353" actId="21"/>
          <ac:spMkLst>
            <pc:docMk/>
            <pc:sldMk cId="218736974" sldId="25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9" creationId="{04812C46-200A-4DEB-A05E-3ED6C68C2387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11" creationId="{D1EA859B-E555-4109-94F3-6700E046E008}"/>
          </ac:spMkLst>
        </pc:spChg>
        <pc:picChg chg="add del mod ord">
          <ac:chgData name="Ronnel D. Palenzuela" userId="27216d6f-a712-48da-bcb2-613e4bc945ac" providerId="ADAL" clId="{16736750-74B4-184C-AACF-97E7E4B9FAA6}" dt="2024-08-11T06:16:38.323" v="362" actId="21"/>
          <ac:picMkLst>
            <pc:docMk/>
            <pc:sldMk cId="218736974" sldId="258"/>
            <ac:picMk id="4" creationId="{98D0E626-B0C1-BC0F-8BBE-013B7E7B3AA6}"/>
          </ac:picMkLst>
        </pc:picChg>
      </pc:sldChg>
      <pc:sldChg chg="addSp delSp modSp mod modNotesTx">
        <pc:chgData name="Ronnel D. Palenzuela" userId="27216d6f-a712-48da-bcb2-613e4bc945ac" providerId="ADAL" clId="{16736750-74B4-184C-AACF-97E7E4B9FAA6}" dt="2024-08-11T12:37:53.539" v="2618" actId="20577"/>
        <pc:sldMkLst>
          <pc:docMk/>
          <pc:sldMk cId="3256538018" sldId="259"/>
        </pc:sldMkLst>
        <pc:spChg chg="mod">
          <ac:chgData name="Ronnel D. Palenzuela" userId="27216d6f-a712-48da-bcb2-613e4bc945ac" providerId="ADAL" clId="{16736750-74B4-184C-AACF-97E7E4B9FAA6}" dt="2024-08-11T06:18:47.941" v="388" actId="14100"/>
          <ac:spMkLst>
            <pc:docMk/>
            <pc:sldMk cId="3256538018" sldId="25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37:53.539" v="2618" actId="20577"/>
          <ac:spMkLst>
            <pc:docMk/>
            <pc:sldMk cId="3256538018" sldId="25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21:54.031" v="403" actId="1076"/>
          <ac:picMkLst>
            <pc:docMk/>
            <pc:sldMk cId="3256538018" sldId="259"/>
            <ac:picMk id="4" creationId="{E700435F-1E7A-3EEC-4AA8-86923D600596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5" creationId="{D3CE80CF-7820-04DC-00A6-061A45338617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6" creationId="{105319CD-EE8D-3939-D407-76A3761FCAFE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7" creationId="{763F4613-1B0F-8B43-1A32-113F3480FFDD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8" creationId="{3F65A7A7-479E-10AB-F526-C7D8854988BE}"/>
          </ac:picMkLst>
        </pc:picChg>
        <pc:picChg chg="add mod">
          <ac:chgData name="Ronnel D. Palenzuela" userId="27216d6f-a712-48da-bcb2-613e4bc945ac" providerId="ADAL" clId="{16736750-74B4-184C-AACF-97E7E4B9FAA6}" dt="2024-08-11T06:21:54.464" v="404" actId="1076"/>
          <ac:picMkLst>
            <pc:docMk/>
            <pc:sldMk cId="3256538018" sldId="259"/>
            <ac:picMk id="9" creationId="{5039F99A-C68C-0B5B-1A0E-5505DF7E762C}"/>
          </ac:picMkLst>
        </pc:picChg>
      </pc:sldChg>
      <pc:sldChg chg="del modNotesTx">
        <pc:chgData name="Ronnel D. Palenzuela" userId="27216d6f-a712-48da-bcb2-613e4bc945ac" providerId="ADAL" clId="{16736750-74B4-184C-AACF-97E7E4B9FAA6}" dt="2024-08-11T06:22:16.116" v="405" actId="2696"/>
        <pc:sldMkLst>
          <pc:docMk/>
          <pc:sldMk cId="606913761" sldId="260"/>
        </pc:sldMkLst>
      </pc:sldChg>
      <pc:sldChg chg="del">
        <pc:chgData name="Ronnel D. Palenzuela" userId="27216d6f-a712-48da-bcb2-613e4bc945ac" providerId="ADAL" clId="{16736750-74B4-184C-AACF-97E7E4B9FAA6}" dt="2024-08-11T06:22:16.124" v="406" actId="2696"/>
        <pc:sldMkLst>
          <pc:docMk/>
          <pc:sldMk cId="285302475" sldId="261"/>
        </pc:sldMkLst>
      </pc:sldChg>
      <pc:sldChg chg="del modNotesTx">
        <pc:chgData name="Ronnel D. Palenzuela" userId="27216d6f-a712-48da-bcb2-613e4bc945ac" providerId="ADAL" clId="{16736750-74B4-184C-AACF-97E7E4B9FAA6}" dt="2024-08-11T09:23:38.794" v="1383" actId="2696"/>
        <pc:sldMkLst>
          <pc:docMk/>
          <pc:sldMk cId="1633078811" sldId="262"/>
        </pc:sldMkLst>
      </pc:sldChg>
      <pc:sldChg chg="addSp delSp modSp mod ord setBg modNotesTx">
        <pc:chgData name="Ronnel D. Palenzuela" userId="27216d6f-a712-48da-bcb2-613e4bc945ac" providerId="ADAL" clId="{16736750-74B4-184C-AACF-97E7E4B9FAA6}" dt="2024-08-11T07:26:40.554" v="869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736750-74B4-184C-AACF-97E7E4B9FAA6}" dt="2024-08-11T07:26:40.554" v="869" actId="20577"/>
          <ac:spMkLst>
            <pc:docMk/>
            <pc:sldMk cId="3611571112" sldId="263"/>
            <ac:spMk id="2" creationId="{4B9DC0FD-E73C-26A6-891F-61B461076958}"/>
          </ac:spMkLst>
        </pc:spChg>
        <pc:spChg chg="del mod">
          <ac:chgData name="Ronnel D. Palenzuela" userId="27216d6f-a712-48da-bcb2-613e4bc945ac" providerId="ADAL" clId="{16736750-74B4-184C-AACF-97E7E4B9FAA6}" dt="2024-08-11T05:58:13.516" v="174" actId="478"/>
          <ac:spMkLst>
            <pc:docMk/>
            <pc:sldMk cId="3611571112" sldId="263"/>
            <ac:spMk id="3" creationId="{55CA8846-F5F9-9E2F-7E86-4EDFA1AEFED2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9" creationId="{0DBF1ABE-8590-450D-BB49-BDDCCF3EEA9E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1" creationId="{18D32C3D-8F76-4E99-BE56-0836CC38CC8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3" creationId="{70766076-46F5-42D5-A773-2B3BEF2B8B7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5" creationId="{CB7B90D9-1EC2-4A12-B24A-342C1BCA2FA1}"/>
          </ac:spMkLst>
        </pc:spChg>
        <pc:picChg chg="add del mod">
          <ac:chgData name="Ronnel D. Palenzuela" userId="27216d6f-a712-48da-bcb2-613e4bc945ac" providerId="ADAL" clId="{16736750-74B4-184C-AACF-97E7E4B9FAA6}" dt="2024-08-11T06:09:13.684" v="283" actId="478"/>
          <ac:picMkLst>
            <pc:docMk/>
            <pc:sldMk cId="3611571112" sldId="263"/>
            <ac:picMk id="4" creationId="{C459ACEE-C018-E6AA-F0E7-E4078174E3AF}"/>
          </ac:picMkLst>
        </pc:picChg>
      </pc:sldChg>
      <pc:sldChg chg="modSp mod">
        <pc:chgData name="Ronnel D. Palenzuela" userId="27216d6f-a712-48da-bcb2-613e4bc945ac" providerId="ADAL" clId="{16736750-74B4-184C-AACF-97E7E4B9FAA6}" dt="2024-08-11T05:45:49.289" v="62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736750-74B4-184C-AACF-97E7E4B9FAA6}" dt="2024-08-11T05:45:49.289" v="62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Sp delSp modSp add mod modNotesTx">
        <pc:chgData name="Ronnel D. Palenzuela" userId="27216d6f-a712-48da-bcb2-613e4bc945ac" providerId="ADAL" clId="{16736750-74B4-184C-AACF-97E7E4B9FAA6}" dt="2024-08-11T06:53:23.498" v="651" actId="20577"/>
        <pc:sldMkLst>
          <pc:docMk/>
          <pc:sldMk cId="538568147" sldId="265"/>
        </pc:sldMkLst>
        <pc:spChg chg="mod">
          <ac:chgData name="Ronnel D. Palenzuela" userId="27216d6f-a712-48da-bcb2-613e4bc945ac" providerId="ADAL" clId="{16736750-74B4-184C-AACF-97E7E4B9FAA6}" dt="2024-08-11T06:24:33.995" v="426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3:05.724" v="648" actId="207"/>
          <ac:spMkLst>
            <pc:docMk/>
            <pc:sldMk cId="538568147" sldId="265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6:53:08.656" v="650" actId="478"/>
          <ac:spMkLst>
            <pc:docMk/>
            <pc:sldMk cId="538568147" sldId="265"/>
            <ac:spMk id="11" creationId="{2E179526-39F5-A7F9-BE56-7FA6A5CD0F1A}"/>
          </ac:spMkLst>
        </pc:spChg>
        <pc:picChg chg="del">
          <ac:chgData name="Ronnel D. Palenzuela" userId="27216d6f-a712-48da-bcb2-613e4bc945ac" providerId="ADAL" clId="{16736750-74B4-184C-AACF-97E7E4B9FAA6}" dt="2024-08-11T06:28:11.603" v="470" actId="478"/>
          <ac:picMkLst>
            <pc:docMk/>
            <pc:sldMk cId="538568147" sldId="265"/>
            <ac:picMk id="4" creationId="{E700435F-1E7A-3EEC-4AA8-86923D600596}"/>
          </ac:picMkLst>
        </pc:picChg>
        <pc:picChg chg="add del mod">
          <ac:chgData name="Ronnel D. Palenzuela" userId="27216d6f-a712-48da-bcb2-613e4bc945ac" providerId="ADAL" clId="{16736750-74B4-184C-AACF-97E7E4B9FAA6}" dt="2024-08-11T06:29:57.039" v="479" actId="478"/>
          <ac:picMkLst>
            <pc:docMk/>
            <pc:sldMk cId="538568147" sldId="265"/>
            <ac:picMk id="5" creationId="{6120C7BE-6D16-542F-8D12-5F374110B259}"/>
          </ac:picMkLst>
        </pc:picChg>
        <pc:picChg chg="add mod">
          <ac:chgData name="Ronnel D. Palenzuela" userId="27216d6f-a712-48da-bcb2-613e4bc945ac" providerId="ADAL" clId="{16736750-74B4-184C-AACF-97E7E4B9FAA6}" dt="2024-08-11T06:37:15.786" v="541" actId="1076"/>
          <ac:picMkLst>
            <pc:docMk/>
            <pc:sldMk cId="538568147" sldId="265"/>
            <ac:picMk id="6" creationId="{E6F66661-8045-D9A5-7A22-9C32CFDC9130}"/>
          </ac:picMkLst>
        </pc:picChg>
        <pc:picChg chg="add mod">
          <ac:chgData name="Ronnel D. Palenzuela" userId="27216d6f-a712-48da-bcb2-613e4bc945ac" providerId="ADAL" clId="{16736750-74B4-184C-AACF-97E7E4B9FAA6}" dt="2024-08-11T06:38:05.418" v="564" actId="1076"/>
          <ac:picMkLst>
            <pc:docMk/>
            <pc:sldMk cId="538568147" sldId="265"/>
            <ac:picMk id="7" creationId="{034B6557-36A5-121F-76C7-3EA4B37D7CFA}"/>
          </ac:picMkLst>
        </pc:picChg>
        <pc:picChg chg="add mod">
          <ac:chgData name="Ronnel D. Palenzuela" userId="27216d6f-a712-48da-bcb2-613e4bc945ac" providerId="ADAL" clId="{16736750-74B4-184C-AACF-97E7E4B9FAA6}" dt="2024-08-11T06:38:07.200" v="565" actId="1076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28:10.344" v="469" actId="478"/>
          <ac:picMkLst>
            <pc:docMk/>
            <pc:sldMk cId="538568147" sldId="265"/>
            <ac:picMk id="9" creationId="{5039F99A-C68C-0B5B-1A0E-5505DF7E762C}"/>
          </ac:picMkLst>
        </pc:picChg>
        <pc:picChg chg="add mod">
          <ac:chgData name="Ronnel D. Palenzuela" userId="27216d6f-a712-48da-bcb2-613e4bc945ac" providerId="ADAL" clId="{16736750-74B4-184C-AACF-97E7E4B9FAA6}" dt="2024-08-11T06:38:14.300" v="567" actId="1076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02:04.499" v="710" actId="207"/>
        <pc:sldMkLst>
          <pc:docMk/>
          <pc:sldMk cId="3029220167" sldId="266"/>
        </pc:sldMkLst>
        <pc:spChg chg="mod">
          <ac:chgData name="Ronnel D. Palenzuela" userId="27216d6f-a712-48da-bcb2-613e4bc945ac" providerId="ADAL" clId="{16736750-74B4-184C-AACF-97E7E4B9FAA6}" dt="2024-08-11T06:42:43.526" v="580"/>
          <ac:spMkLst>
            <pc:docMk/>
            <pc:sldMk cId="302922016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2:04.499" v="710" actId="207"/>
          <ac:spMkLst>
            <pc:docMk/>
            <pc:sldMk cId="3029220167" sldId="26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50:04.050" v="627" actId="1076"/>
          <ac:picMkLst>
            <pc:docMk/>
            <pc:sldMk cId="3029220167" sldId="266"/>
            <ac:picMk id="4" creationId="{976997AD-2D0B-ADA0-F7E4-E6B598F2CBB8}"/>
          </ac:picMkLst>
        </pc:picChg>
        <pc:picChg chg="add mod">
          <ac:chgData name="Ronnel D. Palenzuela" userId="27216d6f-a712-48da-bcb2-613e4bc945ac" providerId="ADAL" clId="{16736750-74B4-184C-AACF-97E7E4B9FAA6}" dt="2024-08-11T06:50:05.208" v="628" actId="1076"/>
          <ac:picMkLst>
            <pc:docMk/>
            <pc:sldMk cId="3029220167" sldId="266"/>
            <ac:picMk id="5" creationId="{543B0815-1AAB-9A0C-012F-1501ED91F33D}"/>
          </ac:picMkLst>
        </pc:picChg>
        <pc:picChg chg="del">
          <ac:chgData name="Ronnel D. Palenzuela" userId="27216d6f-a712-48da-bcb2-613e4bc945ac" providerId="ADAL" clId="{16736750-74B4-184C-AACF-97E7E4B9FAA6}" dt="2024-08-11T06:42:45.638" v="581" actId="478"/>
          <ac:picMkLst>
            <pc:docMk/>
            <pc:sldMk cId="3029220167" sldId="266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736750-74B4-184C-AACF-97E7E4B9FAA6}" dt="2024-08-11T06:42:46.348" v="583" actId="478"/>
          <ac:picMkLst>
            <pc:docMk/>
            <pc:sldMk cId="3029220167" sldId="266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736750-74B4-184C-AACF-97E7E4B9FAA6}" dt="2024-08-11T06:42:46.099" v="582" actId="478"/>
          <ac:picMkLst>
            <pc:docMk/>
            <pc:sldMk cId="3029220167" sldId="266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42:47.223" v="584" actId="478"/>
          <ac:picMkLst>
            <pc:docMk/>
            <pc:sldMk cId="3029220167" sldId="266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6:58:25.859" v="689" actId="1076"/>
        <pc:sldMkLst>
          <pc:docMk/>
          <pc:sldMk cId="3285671655" sldId="267"/>
        </pc:sldMkLst>
        <pc:spChg chg="mod">
          <ac:chgData name="Ronnel D. Palenzuela" userId="27216d6f-a712-48da-bcb2-613e4bc945ac" providerId="ADAL" clId="{16736750-74B4-184C-AACF-97E7E4B9FAA6}" dt="2024-08-11T06:51:36.841" v="633"/>
          <ac:spMkLst>
            <pc:docMk/>
            <pc:sldMk cId="3285671655" sldId="26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5:05.721" v="666" actId="207"/>
          <ac:spMkLst>
            <pc:docMk/>
            <pc:sldMk cId="3285671655" sldId="267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56:21.472" v="668" actId="22"/>
          <ac:spMkLst>
            <pc:docMk/>
            <pc:sldMk cId="3285671655" sldId="267"/>
            <ac:spMk id="7" creationId="{596F8A18-C394-6B31-5658-595AADFFEFA2}"/>
          </ac:spMkLst>
        </pc:spChg>
        <pc:picChg chg="del">
          <ac:chgData name="Ronnel D. Palenzuela" userId="27216d6f-a712-48da-bcb2-613e4bc945ac" providerId="ADAL" clId="{16736750-74B4-184C-AACF-97E7E4B9FAA6}" dt="2024-08-11T06:51:38.803" v="634" actId="478"/>
          <ac:picMkLst>
            <pc:docMk/>
            <pc:sldMk cId="3285671655" sldId="267"/>
            <ac:picMk id="4" creationId="{976997AD-2D0B-ADA0-F7E4-E6B598F2CBB8}"/>
          </ac:picMkLst>
        </pc:picChg>
        <pc:picChg chg="del">
          <ac:chgData name="Ronnel D. Palenzuela" userId="27216d6f-a712-48da-bcb2-613e4bc945ac" providerId="ADAL" clId="{16736750-74B4-184C-AACF-97E7E4B9FAA6}" dt="2024-08-11T06:51:39.955" v="635" actId="478"/>
          <ac:picMkLst>
            <pc:docMk/>
            <pc:sldMk cId="3285671655" sldId="267"/>
            <ac:picMk id="5" creationId="{543B0815-1AAB-9A0C-012F-1501ED91F33D}"/>
          </ac:picMkLst>
        </pc:picChg>
        <pc:picChg chg="add mod">
          <ac:chgData name="Ronnel D. Palenzuela" userId="27216d6f-a712-48da-bcb2-613e4bc945ac" providerId="ADAL" clId="{16736750-74B4-184C-AACF-97E7E4B9FAA6}" dt="2024-08-11T06:57:04.182" v="677" actId="1076"/>
          <ac:picMkLst>
            <pc:docMk/>
            <pc:sldMk cId="3285671655" sldId="267"/>
            <ac:picMk id="8" creationId="{35691684-4C7D-7C51-9845-5864FCF62DB6}"/>
          </ac:picMkLst>
        </pc:picChg>
        <pc:picChg chg="add mod">
          <ac:chgData name="Ronnel D. Palenzuela" userId="27216d6f-a712-48da-bcb2-613e4bc945ac" providerId="ADAL" clId="{16736750-74B4-184C-AACF-97E7E4B9FAA6}" dt="2024-08-11T06:58:22.395" v="688" actId="1076"/>
          <ac:picMkLst>
            <pc:docMk/>
            <pc:sldMk cId="3285671655" sldId="267"/>
            <ac:picMk id="9" creationId="{F54E6630-57D0-5DF2-6976-D72FAC436DA6}"/>
          </ac:picMkLst>
        </pc:picChg>
        <pc:picChg chg="add mod">
          <ac:chgData name="Ronnel D. Palenzuela" userId="27216d6f-a712-48da-bcb2-613e4bc945ac" providerId="ADAL" clId="{16736750-74B4-184C-AACF-97E7E4B9FAA6}" dt="2024-08-11T06:58:25.859" v="689" actId="1076"/>
          <ac:picMkLst>
            <pc:docMk/>
            <pc:sldMk cId="3285671655" sldId="267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12:26.720" v="817" actId="20577"/>
        <pc:sldMkLst>
          <pc:docMk/>
          <pc:sldMk cId="1637530094" sldId="268"/>
        </pc:sldMkLst>
        <pc:spChg chg="mod">
          <ac:chgData name="Ronnel D. Palenzuela" userId="27216d6f-a712-48da-bcb2-613e4bc945ac" providerId="ADAL" clId="{16736750-74B4-184C-AACF-97E7E4B9FAA6}" dt="2024-08-11T07:00:32.200" v="691"/>
          <ac:spMkLst>
            <pc:docMk/>
            <pc:sldMk cId="1637530094" sldId="26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6:36.137" v="780" actId="207"/>
          <ac:spMkLst>
            <pc:docMk/>
            <pc:sldMk cId="1637530094" sldId="26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7:11:16.031" v="804" actId="1076"/>
          <ac:picMkLst>
            <pc:docMk/>
            <pc:sldMk cId="1637530094" sldId="268"/>
            <ac:picMk id="4" creationId="{8DAC9A4B-5053-02D1-90FB-C7079F1A4364}"/>
          </ac:picMkLst>
        </pc:picChg>
        <pc:picChg chg="add mod">
          <ac:chgData name="Ronnel D. Palenzuela" userId="27216d6f-a712-48da-bcb2-613e4bc945ac" providerId="ADAL" clId="{16736750-74B4-184C-AACF-97E7E4B9FAA6}" dt="2024-08-11T07:11:22.625" v="808" actId="1076"/>
          <ac:picMkLst>
            <pc:docMk/>
            <pc:sldMk cId="1637530094" sldId="268"/>
            <ac:picMk id="5" creationId="{BBAB1D32-E234-CA12-BE46-CDECE16B2766}"/>
          </ac:picMkLst>
        </pc:picChg>
        <pc:picChg chg="add mod">
          <ac:chgData name="Ronnel D. Palenzuela" userId="27216d6f-a712-48da-bcb2-613e4bc945ac" providerId="ADAL" clId="{16736750-74B4-184C-AACF-97E7E4B9FAA6}" dt="2024-08-11T07:11:16.947" v="805" actId="1076"/>
          <ac:picMkLst>
            <pc:docMk/>
            <pc:sldMk cId="1637530094" sldId="268"/>
            <ac:picMk id="6" creationId="{A1B4DA84-5E5D-50EE-1E64-F68500316F28}"/>
          </ac:picMkLst>
        </pc:picChg>
        <pc:picChg chg="del">
          <ac:chgData name="Ronnel D. Palenzuela" userId="27216d6f-a712-48da-bcb2-613e4bc945ac" providerId="ADAL" clId="{16736750-74B4-184C-AACF-97E7E4B9FAA6}" dt="2024-08-11T07:00:35.202" v="692" actId="478"/>
          <ac:picMkLst>
            <pc:docMk/>
            <pc:sldMk cId="1637530094" sldId="268"/>
            <ac:picMk id="8" creationId="{35691684-4C7D-7C51-9845-5864FCF62DB6}"/>
          </ac:picMkLst>
        </pc:picChg>
        <pc:picChg chg="del">
          <ac:chgData name="Ronnel D. Palenzuela" userId="27216d6f-a712-48da-bcb2-613e4bc945ac" providerId="ADAL" clId="{16736750-74B4-184C-AACF-97E7E4B9FAA6}" dt="2024-08-11T07:00:35.776" v="694" actId="478"/>
          <ac:picMkLst>
            <pc:docMk/>
            <pc:sldMk cId="1637530094" sldId="268"/>
            <ac:picMk id="9" creationId="{F54E6630-57D0-5DF2-6976-D72FAC436DA6}"/>
          </ac:picMkLst>
        </pc:picChg>
        <pc:picChg chg="del">
          <ac:chgData name="Ronnel D. Palenzuela" userId="27216d6f-a712-48da-bcb2-613e4bc945ac" providerId="ADAL" clId="{16736750-74B4-184C-AACF-97E7E4B9FAA6}" dt="2024-08-11T07:00:35.569" v="693" actId="478"/>
          <ac:picMkLst>
            <pc:docMk/>
            <pc:sldMk cId="1637530094" sldId="268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44:59.535" v="983" actId="1076"/>
        <pc:sldMkLst>
          <pc:docMk/>
          <pc:sldMk cId="4018365145" sldId="269"/>
        </pc:sldMkLst>
        <pc:spChg chg="mod">
          <ac:chgData name="Ronnel D. Palenzuela" userId="27216d6f-a712-48da-bcb2-613e4bc945ac" providerId="ADAL" clId="{16736750-74B4-184C-AACF-97E7E4B9FAA6}" dt="2024-08-11T07:16:05.119" v="827"/>
          <ac:spMkLst>
            <pc:docMk/>
            <pc:sldMk cId="4018365145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35:30.083" v="915" actId="20577"/>
          <ac:spMkLst>
            <pc:docMk/>
            <pc:sldMk cId="4018365145" sldId="26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7:32:02.501" v="903" actId="478"/>
          <ac:spMkLst>
            <pc:docMk/>
            <pc:sldMk cId="4018365145" sldId="269"/>
            <ac:spMk id="10" creationId="{2210EC6B-E565-AE8A-6A22-E5A42BCDC8C6}"/>
          </ac:spMkLst>
        </pc:spChg>
        <pc:picChg chg="add del">
          <ac:chgData name="Ronnel D. Palenzuela" userId="27216d6f-a712-48da-bcb2-613e4bc945ac" providerId="ADAL" clId="{16736750-74B4-184C-AACF-97E7E4B9FAA6}" dt="2024-08-11T07:12:39.765" v="821" actId="478"/>
          <ac:picMkLst>
            <pc:docMk/>
            <pc:sldMk cId="4018365145" sldId="269"/>
            <ac:picMk id="4" creationId="{8DAC9A4B-5053-02D1-90FB-C7079F1A4364}"/>
          </ac:picMkLst>
        </pc:picChg>
        <pc:picChg chg="add del">
          <ac:chgData name="Ronnel D. Palenzuela" userId="27216d6f-a712-48da-bcb2-613e4bc945ac" providerId="ADAL" clId="{16736750-74B4-184C-AACF-97E7E4B9FAA6}" dt="2024-08-11T07:12:39.556" v="820" actId="478"/>
          <ac:picMkLst>
            <pc:docMk/>
            <pc:sldMk cId="4018365145" sldId="269"/>
            <ac:picMk id="5" creationId="{BBAB1D32-E234-CA12-BE46-CDECE16B2766}"/>
          </ac:picMkLst>
        </pc:picChg>
        <pc:picChg chg="add del">
          <ac:chgData name="Ronnel D. Palenzuela" userId="27216d6f-a712-48da-bcb2-613e4bc945ac" providerId="ADAL" clId="{16736750-74B4-184C-AACF-97E7E4B9FAA6}" dt="2024-08-11T07:12:39.082" v="819" actId="478"/>
          <ac:picMkLst>
            <pc:docMk/>
            <pc:sldMk cId="4018365145" sldId="269"/>
            <ac:picMk id="6" creationId="{A1B4DA84-5E5D-50EE-1E64-F68500316F28}"/>
          </ac:picMkLst>
        </pc:picChg>
        <pc:picChg chg="add del mod modCrop">
          <ac:chgData name="Ronnel D. Palenzuela" userId="27216d6f-a712-48da-bcb2-613e4bc945ac" providerId="ADAL" clId="{16736750-74B4-184C-AACF-97E7E4B9FAA6}" dt="2024-08-11T07:25:14.336" v="838" actId="478"/>
          <ac:picMkLst>
            <pc:docMk/>
            <pc:sldMk cId="4018365145" sldId="269"/>
            <ac:picMk id="7" creationId="{24E2E089-CDE5-B152-E63B-AF3B2C77DA83}"/>
          </ac:picMkLst>
        </pc:picChg>
        <pc:picChg chg="add mod">
          <ac:chgData name="Ronnel D. Palenzuela" userId="27216d6f-a712-48da-bcb2-613e4bc945ac" providerId="ADAL" clId="{16736750-74B4-184C-AACF-97E7E4B9FAA6}" dt="2024-08-11T07:44:45.826" v="980" actId="1076"/>
          <ac:picMkLst>
            <pc:docMk/>
            <pc:sldMk cId="4018365145" sldId="269"/>
            <ac:picMk id="8" creationId="{0B4C34F2-2634-FB62-A93A-843DDDFAA85D}"/>
          </ac:picMkLst>
        </pc:picChg>
        <pc:picChg chg="add mod">
          <ac:chgData name="Ronnel D. Palenzuela" userId="27216d6f-a712-48da-bcb2-613e4bc945ac" providerId="ADAL" clId="{16736750-74B4-184C-AACF-97E7E4B9FAA6}" dt="2024-08-11T07:44:44.353" v="979" actId="1076"/>
          <ac:picMkLst>
            <pc:docMk/>
            <pc:sldMk cId="4018365145" sldId="269"/>
            <ac:picMk id="9" creationId="{0A80EF80-4C5E-8CE0-3F3B-ECF4BE782924}"/>
          </ac:picMkLst>
        </pc:picChg>
        <pc:picChg chg="add mod">
          <ac:chgData name="Ronnel D. Palenzuela" userId="27216d6f-a712-48da-bcb2-613e4bc945ac" providerId="ADAL" clId="{16736750-74B4-184C-AACF-97E7E4B9FAA6}" dt="2024-08-11T07:44:59.535" v="983" actId="1076"/>
          <ac:picMkLst>
            <pc:docMk/>
            <pc:sldMk cId="4018365145" sldId="269"/>
            <ac:picMk id="11" creationId="{366A9246-6DE2-2DC2-8255-E647DD2BB3B9}"/>
          </ac:picMkLst>
        </pc:picChg>
        <pc:picChg chg="add mod">
          <ac:chgData name="Ronnel D. Palenzuela" userId="27216d6f-a712-48da-bcb2-613e4bc945ac" providerId="ADAL" clId="{16736750-74B4-184C-AACF-97E7E4B9FAA6}" dt="2024-08-11T07:44:56.447" v="982" actId="1076"/>
          <ac:picMkLst>
            <pc:docMk/>
            <pc:sldMk cId="4018365145" sldId="269"/>
            <ac:picMk id="12" creationId="{26BABAC0-44F4-586F-DED0-718E3F89CC7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05:47.119" v="1143" actId="20577"/>
        <pc:sldMkLst>
          <pc:docMk/>
          <pc:sldMk cId="1107698705" sldId="270"/>
        </pc:sldMkLst>
        <pc:spChg chg="mod">
          <ac:chgData name="Ronnel D. Palenzuela" userId="27216d6f-a712-48da-bcb2-613e4bc945ac" providerId="ADAL" clId="{16736750-74B4-184C-AACF-97E7E4B9FAA6}" dt="2024-08-11T07:46:29.276" v="985"/>
          <ac:spMkLst>
            <pc:docMk/>
            <pc:sldMk cId="1107698705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05:47.119" v="1143" actId="20577"/>
          <ac:spMkLst>
            <pc:docMk/>
            <pc:sldMk cId="1107698705" sldId="270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7:47:33" v="994" actId="22"/>
          <ac:spMkLst>
            <pc:docMk/>
            <pc:sldMk cId="1107698705" sldId="270"/>
            <ac:spMk id="5" creationId="{0260329E-59D7-30D5-FD3B-CA26C6DA4CC2}"/>
          </ac:spMkLst>
        </pc:spChg>
        <pc:picChg chg="add del mod">
          <ac:chgData name="Ronnel D. Palenzuela" userId="27216d6f-a712-48da-bcb2-613e4bc945ac" providerId="ADAL" clId="{16736750-74B4-184C-AACF-97E7E4B9FAA6}" dt="2024-08-11T08:04:21.279" v="1113" actId="478"/>
          <ac:picMkLst>
            <pc:docMk/>
            <pc:sldMk cId="1107698705" sldId="270"/>
            <ac:picMk id="6" creationId="{F6F0913D-5280-6557-E0D6-37177696C3FE}"/>
          </ac:picMkLst>
        </pc:picChg>
        <pc:picChg chg="add del mod">
          <ac:chgData name="Ronnel D. Palenzuela" userId="27216d6f-a712-48da-bcb2-613e4bc945ac" providerId="ADAL" clId="{16736750-74B4-184C-AACF-97E7E4B9FAA6}" dt="2024-08-11T08:04:30.393" v="1121" actId="478"/>
          <ac:picMkLst>
            <pc:docMk/>
            <pc:sldMk cId="1107698705" sldId="270"/>
            <ac:picMk id="7" creationId="{73AC98AD-0135-55B1-7582-41B411BF169A}"/>
          </ac:picMkLst>
        </pc:picChg>
        <pc:picChg chg="del">
          <ac:chgData name="Ronnel D. Palenzuela" userId="27216d6f-a712-48da-bcb2-613e4bc945ac" providerId="ADAL" clId="{16736750-74B4-184C-AACF-97E7E4B9FAA6}" dt="2024-08-11T07:46:30.576" v="986" actId="478"/>
          <ac:picMkLst>
            <pc:docMk/>
            <pc:sldMk cId="1107698705" sldId="270"/>
            <ac:picMk id="8" creationId="{0B4C34F2-2634-FB62-A93A-843DDDFAA85D}"/>
          </ac:picMkLst>
        </pc:picChg>
        <pc:picChg chg="del">
          <ac:chgData name="Ronnel D. Palenzuela" userId="27216d6f-a712-48da-bcb2-613e4bc945ac" providerId="ADAL" clId="{16736750-74B4-184C-AACF-97E7E4B9FAA6}" dt="2024-08-11T07:46:30.931" v="987" actId="478"/>
          <ac:picMkLst>
            <pc:docMk/>
            <pc:sldMk cId="1107698705" sldId="270"/>
            <ac:picMk id="9" creationId="{0A80EF80-4C5E-8CE0-3F3B-ECF4BE782924}"/>
          </ac:picMkLst>
        </pc:picChg>
        <pc:picChg chg="add del mod">
          <ac:chgData name="Ronnel D. Palenzuela" userId="27216d6f-a712-48da-bcb2-613e4bc945ac" providerId="ADAL" clId="{16736750-74B4-184C-AACF-97E7E4B9FAA6}" dt="2024-08-11T08:04:21.761" v="1114" actId="478"/>
          <ac:picMkLst>
            <pc:docMk/>
            <pc:sldMk cId="1107698705" sldId="270"/>
            <ac:picMk id="10" creationId="{FB900905-76C3-10D6-5718-53388A3313CC}"/>
          </ac:picMkLst>
        </pc:picChg>
        <pc:picChg chg="del">
          <ac:chgData name="Ronnel D. Palenzuela" userId="27216d6f-a712-48da-bcb2-613e4bc945ac" providerId="ADAL" clId="{16736750-74B4-184C-AACF-97E7E4B9FAA6}" dt="2024-08-11T07:46:31.747" v="989" actId="478"/>
          <ac:picMkLst>
            <pc:docMk/>
            <pc:sldMk cId="1107698705" sldId="270"/>
            <ac:picMk id="11" creationId="{366A9246-6DE2-2DC2-8255-E647DD2BB3B9}"/>
          </ac:picMkLst>
        </pc:picChg>
        <pc:picChg chg="del">
          <ac:chgData name="Ronnel D. Palenzuela" userId="27216d6f-a712-48da-bcb2-613e4bc945ac" providerId="ADAL" clId="{16736750-74B4-184C-AACF-97E7E4B9FAA6}" dt="2024-08-11T07:46:31.281" v="988" actId="478"/>
          <ac:picMkLst>
            <pc:docMk/>
            <pc:sldMk cId="1107698705" sldId="270"/>
            <ac:picMk id="12" creationId="{26BABAC0-44F4-586F-DED0-718E3F89CC72}"/>
          </ac:picMkLst>
        </pc:picChg>
        <pc:picChg chg="add del mod">
          <ac:chgData name="Ronnel D. Palenzuela" userId="27216d6f-a712-48da-bcb2-613e4bc945ac" providerId="ADAL" clId="{16736750-74B4-184C-AACF-97E7E4B9FAA6}" dt="2024-08-11T08:04:34.244" v="1123" actId="478"/>
          <ac:picMkLst>
            <pc:docMk/>
            <pc:sldMk cId="1107698705" sldId="270"/>
            <ac:picMk id="13" creationId="{40D2E8AD-13B2-4451-835B-FE5BF5DE9D4C}"/>
          </ac:picMkLst>
        </pc:picChg>
        <pc:picChg chg="add mod">
          <ac:chgData name="Ronnel D. Palenzuela" userId="27216d6f-a712-48da-bcb2-613e4bc945ac" providerId="ADAL" clId="{16736750-74B4-184C-AACF-97E7E4B9FAA6}" dt="2024-08-11T08:04:58.108" v="1137" actId="1076"/>
          <ac:picMkLst>
            <pc:docMk/>
            <pc:sldMk cId="1107698705" sldId="270"/>
            <ac:picMk id="14" creationId="{DEEFCEAC-1237-459D-26DA-27A3A5A33B86}"/>
          </ac:picMkLst>
        </pc:picChg>
        <pc:picChg chg="add mod">
          <ac:chgData name="Ronnel D. Palenzuela" userId="27216d6f-a712-48da-bcb2-613e4bc945ac" providerId="ADAL" clId="{16736750-74B4-184C-AACF-97E7E4B9FAA6}" dt="2024-08-11T08:04:59.410" v="1138" actId="1076"/>
          <ac:picMkLst>
            <pc:docMk/>
            <pc:sldMk cId="1107698705" sldId="270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0:17.053" v="1250" actId="20577"/>
        <pc:sldMkLst>
          <pc:docMk/>
          <pc:sldMk cId="4120804606" sldId="271"/>
        </pc:sldMkLst>
        <pc:spChg chg="mod">
          <ac:chgData name="Ronnel D. Palenzuela" userId="27216d6f-a712-48da-bcb2-613e4bc945ac" providerId="ADAL" clId="{16736750-74B4-184C-AACF-97E7E4B9FAA6}" dt="2024-08-11T08:08:21.681" v="1145"/>
          <ac:spMkLst>
            <pc:docMk/>
            <pc:sldMk cId="4120804606" sldId="27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0:17.053" v="1250" actId="20577"/>
          <ac:spMkLst>
            <pc:docMk/>
            <pc:sldMk cId="4120804606" sldId="271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736750-74B4-184C-AACF-97E7E4B9FAA6}" dt="2024-08-11T08:09:48.461" v="1154" actId="478"/>
          <ac:picMkLst>
            <pc:docMk/>
            <pc:sldMk cId="4120804606" sldId="271"/>
            <ac:picMk id="4" creationId="{05CF3097-3CF3-75ED-05FC-9536932B2EE9}"/>
          </ac:picMkLst>
        </pc:picChg>
        <pc:picChg chg="add del mod">
          <ac:chgData name="Ronnel D. Palenzuela" userId="27216d6f-a712-48da-bcb2-613e4bc945ac" providerId="ADAL" clId="{16736750-74B4-184C-AACF-97E7E4B9FAA6}" dt="2024-08-11T08:18:17.760" v="1203" actId="478"/>
          <ac:picMkLst>
            <pc:docMk/>
            <pc:sldMk cId="4120804606" sldId="271"/>
            <ac:picMk id="5" creationId="{665C9A19-3821-78C6-FC0A-487058CA88E4}"/>
          </ac:picMkLst>
        </pc:picChg>
        <pc:picChg chg="add del mod">
          <ac:chgData name="Ronnel D. Palenzuela" userId="27216d6f-a712-48da-bcb2-613e4bc945ac" providerId="ADAL" clId="{16736750-74B4-184C-AACF-97E7E4B9FAA6}" dt="2024-08-11T08:18:10.881" v="1199" actId="478"/>
          <ac:picMkLst>
            <pc:docMk/>
            <pc:sldMk cId="4120804606" sldId="271"/>
            <ac:picMk id="6" creationId="{571E8300-9783-5EBD-3CC8-5324DBDFD52C}"/>
          </ac:picMkLst>
        </pc:picChg>
        <pc:picChg chg="add del mod">
          <ac:chgData name="Ronnel D. Palenzuela" userId="27216d6f-a712-48da-bcb2-613e4bc945ac" providerId="ADAL" clId="{16736750-74B4-184C-AACF-97E7E4B9FAA6}" dt="2024-08-11T08:19:22.200" v="1207" actId="478"/>
          <ac:picMkLst>
            <pc:docMk/>
            <pc:sldMk cId="4120804606" sldId="271"/>
            <ac:picMk id="7" creationId="{28745F73-0D36-24F7-98C0-E083AC4F1A88}"/>
          </ac:picMkLst>
        </pc:picChg>
        <pc:picChg chg="add mod">
          <ac:chgData name="Ronnel D. Palenzuela" userId="27216d6f-a712-48da-bcb2-613e4bc945ac" providerId="ADAL" clId="{16736750-74B4-184C-AACF-97E7E4B9FAA6}" dt="2024-08-11T08:28:37.501" v="1248" actId="1076"/>
          <ac:picMkLst>
            <pc:docMk/>
            <pc:sldMk cId="4120804606" sldId="271"/>
            <ac:picMk id="8" creationId="{762CEDE9-A9D3-C688-E605-DC73BE380267}"/>
          </ac:picMkLst>
        </pc:picChg>
        <pc:picChg chg="add del mod">
          <ac:chgData name="Ronnel D. Palenzuela" userId="27216d6f-a712-48da-bcb2-613e4bc945ac" providerId="ADAL" clId="{16736750-74B4-184C-AACF-97E7E4B9FAA6}" dt="2024-08-11T08:21:51.715" v="1233" actId="478"/>
          <ac:picMkLst>
            <pc:docMk/>
            <pc:sldMk cId="4120804606" sldId="271"/>
            <ac:picMk id="9" creationId="{B6DAC2B0-EC1A-2208-6BFC-EAB9EA85DF1C}"/>
          </ac:picMkLst>
        </pc:picChg>
        <pc:picChg chg="add mod">
          <ac:chgData name="Ronnel D. Palenzuela" userId="27216d6f-a712-48da-bcb2-613e4bc945ac" providerId="ADAL" clId="{16736750-74B4-184C-AACF-97E7E4B9FAA6}" dt="2024-08-11T08:28:33.027" v="1244" actId="1076"/>
          <ac:picMkLst>
            <pc:docMk/>
            <pc:sldMk cId="4120804606" sldId="271"/>
            <ac:picMk id="11" creationId="{14161C46-4147-A2BC-6E6B-03C93F3A5393}"/>
          </ac:picMkLst>
        </pc:picChg>
        <pc:picChg chg="del">
          <ac:chgData name="Ronnel D. Palenzuela" userId="27216d6f-a712-48da-bcb2-613e4bc945ac" providerId="ADAL" clId="{16736750-74B4-184C-AACF-97E7E4B9FAA6}" dt="2024-08-11T08:08:26.254" v="1146" actId="478"/>
          <ac:picMkLst>
            <pc:docMk/>
            <pc:sldMk cId="4120804606" sldId="271"/>
            <ac:picMk id="14" creationId="{DEEFCEAC-1237-459D-26DA-27A3A5A33B86}"/>
          </ac:picMkLst>
        </pc:picChg>
        <pc:picChg chg="del">
          <ac:chgData name="Ronnel D. Palenzuela" userId="27216d6f-a712-48da-bcb2-613e4bc945ac" providerId="ADAL" clId="{16736750-74B4-184C-AACF-97E7E4B9FAA6}" dt="2024-08-11T08:08:26.809" v="1147" actId="478"/>
          <ac:picMkLst>
            <pc:docMk/>
            <pc:sldMk cId="4120804606" sldId="271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8:43.052" v="1339" actId="20577"/>
        <pc:sldMkLst>
          <pc:docMk/>
          <pc:sldMk cId="2005021045" sldId="272"/>
        </pc:sldMkLst>
        <pc:spChg chg="mod">
          <ac:chgData name="Ronnel D. Palenzuela" userId="27216d6f-a712-48da-bcb2-613e4bc945ac" providerId="ADAL" clId="{16736750-74B4-184C-AACF-97E7E4B9FAA6}" dt="2024-08-11T08:33:35.166" v="1280" actId="20577"/>
          <ac:spMkLst>
            <pc:docMk/>
            <pc:sldMk cId="2005021045" sldId="27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8:43.052" v="1339" actId="20577"/>
          <ac:spMkLst>
            <pc:docMk/>
            <pc:sldMk cId="2005021045" sldId="272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8:38:33.161" v="1335" actId="1076"/>
          <ac:picMkLst>
            <pc:docMk/>
            <pc:sldMk cId="2005021045" sldId="272"/>
            <ac:picMk id="4" creationId="{C58E0955-A6E5-3DF9-60B5-434CA13B5223}"/>
          </ac:picMkLst>
        </pc:picChg>
        <pc:picChg chg="add mod">
          <ac:chgData name="Ronnel D. Palenzuela" userId="27216d6f-a712-48da-bcb2-613e4bc945ac" providerId="ADAL" clId="{16736750-74B4-184C-AACF-97E7E4B9FAA6}" dt="2024-08-11T08:38:22.972" v="1329" actId="1076"/>
          <ac:picMkLst>
            <pc:docMk/>
            <pc:sldMk cId="2005021045" sldId="272"/>
            <ac:picMk id="5" creationId="{011B8271-BC30-5D9C-4A14-C6A2BD722232}"/>
          </ac:picMkLst>
        </pc:picChg>
        <pc:picChg chg="add mod">
          <ac:chgData name="Ronnel D. Palenzuela" userId="27216d6f-a712-48da-bcb2-613e4bc945ac" providerId="ADAL" clId="{16736750-74B4-184C-AACF-97E7E4B9FAA6}" dt="2024-08-11T08:38:30.888" v="1333" actId="1076"/>
          <ac:picMkLst>
            <pc:docMk/>
            <pc:sldMk cId="2005021045" sldId="272"/>
            <ac:picMk id="6" creationId="{7318861F-9B77-C07E-C1CE-32F286B82B60}"/>
          </ac:picMkLst>
        </pc:picChg>
        <pc:picChg chg="add mod">
          <ac:chgData name="Ronnel D. Palenzuela" userId="27216d6f-a712-48da-bcb2-613e4bc945ac" providerId="ADAL" clId="{16736750-74B4-184C-AACF-97E7E4B9FAA6}" dt="2024-08-11T08:38:32.013" v="1334" actId="1076"/>
          <ac:picMkLst>
            <pc:docMk/>
            <pc:sldMk cId="2005021045" sldId="272"/>
            <ac:picMk id="7" creationId="{C8697425-57CC-FF65-50F6-27D241D928DA}"/>
          </ac:picMkLst>
        </pc:picChg>
        <pc:picChg chg="del">
          <ac:chgData name="Ronnel D. Palenzuela" userId="27216d6f-a712-48da-bcb2-613e4bc945ac" providerId="ADAL" clId="{16736750-74B4-184C-AACF-97E7E4B9FAA6}" dt="2024-08-11T08:30:57.107" v="1253" actId="478"/>
          <ac:picMkLst>
            <pc:docMk/>
            <pc:sldMk cId="2005021045" sldId="272"/>
            <ac:picMk id="8" creationId="{762CEDE9-A9D3-C688-E605-DC73BE380267}"/>
          </ac:picMkLst>
        </pc:picChg>
        <pc:picChg chg="del">
          <ac:chgData name="Ronnel D. Palenzuela" userId="27216d6f-a712-48da-bcb2-613e4bc945ac" providerId="ADAL" clId="{16736750-74B4-184C-AACF-97E7E4B9FAA6}" dt="2024-08-11T08:30:57.503" v="1254" actId="478"/>
          <ac:picMkLst>
            <pc:docMk/>
            <pc:sldMk cId="2005021045" sldId="272"/>
            <ac:picMk id="11" creationId="{14161C46-4147-A2BC-6E6B-03C93F3A5393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4:36.582" v="1494" actId="207"/>
        <pc:sldMkLst>
          <pc:docMk/>
          <pc:sldMk cId="716507679" sldId="273"/>
        </pc:sldMkLst>
        <pc:spChg chg="mod">
          <ac:chgData name="Ronnel D. Palenzuela" userId="27216d6f-a712-48da-bcb2-613e4bc945ac" providerId="ADAL" clId="{16736750-74B4-184C-AACF-97E7E4B9FAA6}" dt="2024-08-11T09:27:17.626" v="1447"/>
          <ac:spMkLst>
            <pc:docMk/>
            <pc:sldMk cId="716507679" sldId="27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4:36.582" v="1494" actId="207"/>
          <ac:spMkLst>
            <pc:docMk/>
            <pc:sldMk cId="716507679" sldId="273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08:41:45.309" v="1346" actId="478"/>
          <ac:picMkLst>
            <pc:docMk/>
            <pc:sldMk cId="716507679" sldId="273"/>
            <ac:picMk id="4" creationId="{C58E0955-A6E5-3DF9-60B5-434CA13B5223}"/>
          </ac:picMkLst>
        </pc:picChg>
        <pc:picChg chg="del">
          <ac:chgData name="Ronnel D. Palenzuela" userId="27216d6f-a712-48da-bcb2-613e4bc945ac" providerId="ADAL" clId="{16736750-74B4-184C-AACF-97E7E4B9FAA6}" dt="2024-08-11T08:41:44.959" v="1345" actId="478"/>
          <ac:picMkLst>
            <pc:docMk/>
            <pc:sldMk cId="716507679" sldId="273"/>
            <ac:picMk id="5" creationId="{011B8271-BC30-5D9C-4A14-C6A2BD722232}"/>
          </ac:picMkLst>
        </pc:picChg>
        <pc:picChg chg="del">
          <ac:chgData name="Ronnel D. Palenzuela" userId="27216d6f-a712-48da-bcb2-613e4bc945ac" providerId="ADAL" clId="{16736750-74B4-184C-AACF-97E7E4B9FAA6}" dt="2024-08-11T08:41:44.691" v="1344" actId="478"/>
          <ac:picMkLst>
            <pc:docMk/>
            <pc:sldMk cId="716507679" sldId="273"/>
            <ac:picMk id="6" creationId="{7318861F-9B77-C07E-C1CE-32F286B82B60}"/>
          </ac:picMkLst>
        </pc:picChg>
        <pc:picChg chg="del">
          <ac:chgData name="Ronnel D. Palenzuela" userId="27216d6f-a712-48da-bcb2-613e4bc945ac" providerId="ADAL" clId="{16736750-74B4-184C-AACF-97E7E4B9FAA6}" dt="2024-08-11T08:41:44.331" v="1343" actId="478"/>
          <ac:picMkLst>
            <pc:docMk/>
            <pc:sldMk cId="716507679" sldId="273"/>
            <ac:picMk id="7" creationId="{C8697425-57CC-FF65-50F6-27D241D928DA}"/>
          </ac:picMkLst>
        </pc:picChg>
        <pc:picChg chg="add mod">
          <ac:chgData name="Ronnel D. Palenzuela" userId="27216d6f-a712-48da-bcb2-613e4bc945ac" providerId="ADAL" clId="{16736750-74B4-184C-AACF-97E7E4B9FAA6}" dt="2024-08-11T09:33:19.257" v="1478" actId="1076"/>
          <ac:picMkLst>
            <pc:docMk/>
            <pc:sldMk cId="716507679" sldId="273"/>
            <ac:picMk id="8" creationId="{6A41232A-1391-85E0-E984-111E1B99BCB9}"/>
          </ac:picMkLst>
        </pc:picChg>
        <pc:picChg chg="add mod">
          <ac:chgData name="Ronnel D. Palenzuela" userId="27216d6f-a712-48da-bcb2-613e4bc945ac" providerId="ADAL" clId="{16736750-74B4-184C-AACF-97E7E4B9FAA6}" dt="2024-08-11T09:33:17.730" v="1477" actId="1076"/>
          <ac:picMkLst>
            <pc:docMk/>
            <pc:sldMk cId="716507679" sldId="273"/>
            <ac:picMk id="9" creationId="{EC279DBC-B987-F36B-2CF3-861842904062}"/>
          </ac:picMkLst>
        </pc:picChg>
      </pc:sldChg>
      <pc:sldChg chg="modSp add del mod">
        <pc:chgData name="Ronnel D. Palenzuela" userId="27216d6f-a712-48da-bcb2-613e4bc945ac" providerId="ADAL" clId="{16736750-74B4-184C-AACF-97E7E4B9FAA6}" dt="2024-08-11T09:23:48.477" v="1385" actId="2696"/>
        <pc:sldMkLst>
          <pc:docMk/>
          <pc:sldMk cId="1830806133" sldId="274"/>
        </pc:sldMkLst>
        <pc:spChg chg="mod">
          <ac:chgData name="Ronnel D. Palenzuela" userId="27216d6f-a712-48da-bcb2-613e4bc945ac" providerId="ADAL" clId="{16736750-74B4-184C-AACF-97E7E4B9FAA6}" dt="2024-08-11T09:23:37.355" v="1382" actId="1076"/>
          <ac:spMkLst>
            <pc:docMk/>
            <pc:sldMk cId="1830806133" sldId="274"/>
            <ac:spMk id="2" creationId="{1FD87645-D8E6-23DE-A822-448BF1054783}"/>
          </ac:spMkLst>
        </pc:spChg>
      </pc:sldChg>
      <pc:sldChg chg="addSp delSp modSp new add del mod modShow">
        <pc:chgData name="Ronnel D. Palenzuela" userId="27216d6f-a712-48da-bcb2-613e4bc945ac" providerId="ADAL" clId="{16736750-74B4-184C-AACF-97E7E4B9FAA6}" dt="2024-08-12T01:08:08.349" v="2627" actId="478"/>
        <pc:sldMkLst>
          <pc:docMk/>
          <pc:sldMk cId="4070147815" sldId="275"/>
        </pc:sldMkLst>
        <pc:spChg chg="mod">
          <ac:chgData name="Ronnel D. Palenzuela" userId="27216d6f-a712-48da-bcb2-613e4bc945ac" providerId="ADAL" clId="{16736750-74B4-184C-AACF-97E7E4B9FAA6}" dt="2024-08-11T09:23:54.422" v="1398" actId="207"/>
          <ac:spMkLst>
            <pc:docMk/>
            <pc:sldMk cId="4070147815" sldId="275"/>
            <ac:spMk id="2" creationId="{72D16057-EC3B-FB8F-5DA4-3B5CAD5F2095}"/>
          </ac:spMkLst>
        </pc:spChg>
        <pc:spChg chg="del">
          <ac:chgData name="Ronnel D. Palenzuela" userId="27216d6f-a712-48da-bcb2-613e4bc945ac" providerId="ADAL" clId="{16736750-74B4-184C-AACF-97E7E4B9FAA6}" dt="2024-08-11T09:25:00.857" v="1434" actId="478"/>
          <ac:spMkLst>
            <pc:docMk/>
            <pc:sldMk cId="4070147815" sldId="275"/>
            <ac:spMk id="3" creationId="{61C2E07B-D7DC-27D2-F796-78B79090AD46}"/>
          </ac:spMkLst>
        </pc:spChg>
        <pc:spChg chg="del mod">
          <ac:chgData name="Ronnel D. Palenzuela" userId="27216d6f-a712-48da-bcb2-613e4bc945ac" providerId="ADAL" clId="{16736750-74B4-184C-AACF-97E7E4B9FAA6}" dt="2024-08-11T09:25:04.168" v="1436" actId="478"/>
          <ac:spMkLst>
            <pc:docMk/>
            <pc:sldMk cId="4070147815" sldId="275"/>
            <ac:spMk id="4" creationId="{BFAA05E5-3AFA-16A4-35BE-E3698034E94A}"/>
          </ac:spMkLst>
        </pc:spChg>
        <pc:spChg chg="del">
          <ac:chgData name="Ronnel D. Palenzuela" userId="27216d6f-a712-48da-bcb2-613e4bc945ac" providerId="ADAL" clId="{16736750-74B4-184C-AACF-97E7E4B9FAA6}" dt="2024-08-11T09:25:02.528" v="1435" actId="478"/>
          <ac:spMkLst>
            <pc:docMk/>
            <pc:sldMk cId="4070147815" sldId="275"/>
            <ac:spMk id="5" creationId="{9090BE7E-E541-40F4-CAB7-4ED9ED41B3E7}"/>
          </ac:spMkLst>
        </pc:spChg>
        <pc:spChg chg="del">
          <ac:chgData name="Ronnel D. Palenzuela" userId="27216d6f-a712-48da-bcb2-613e4bc945ac" providerId="ADAL" clId="{16736750-74B4-184C-AACF-97E7E4B9FAA6}" dt="2024-08-11T09:25:06.438" v="1437" actId="478"/>
          <ac:spMkLst>
            <pc:docMk/>
            <pc:sldMk cId="4070147815" sldId="275"/>
            <ac:spMk id="6" creationId="{AAD5694D-5962-5E7B-910A-644A4450844C}"/>
          </ac:spMkLst>
        </pc:spChg>
        <pc:picChg chg="add mod">
          <ac:chgData name="Ronnel D. Palenzuela" userId="27216d6f-a712-48da-bcb2-613e4bc945ac" providerId="ADAL" clId="{16736750-74B4-184C-AACF-97E7E4B9FAA6}" dt="2024-08-11T09:25:08.382" v="1439" actId="1076"/>
          <ac:picMkLst>
            <pc:docMk/>
            <pc:sldMk cId="4070147815" sldId="275"/>
            <ac:picMk id="7" creationId="{99864649-FA50-6FFA-B187-2476F03C0B8A}"/>
          </ac:picMkLst>
        </pc:picChg>
        <pc:picChg chg="add mod">
          <ac:chgData name="Ronnel D. Palenzuela" userId="27216d6f-a712-48da-bcb2-613e4bc945ac" providerId="ADAL" clId="{16736750-74B4-184C-AACF-97E7E4B9FAA6}" dt="2024-08-11T09:25:23.798" v="1441" actId="1076"/>
          <ac:picMkLst>
            <pc:docMk/>
            <pc:sldMk cId="4070147815" sldId="275"/>
            <ac:picMk id="8" creationId="{D3D96A7B-3E18-8096-4822-82F2190AA200}"/>
          </ac:picMkLst>
        </pc:picChg>
        <pc:picChg chg="add mod">
          <ac:chgData name="Ronnel D. Palenzuela" userId="27216d6f-a712-48da-bcb2-613e4bc945ac" providerId="ADAL" clId="{16736750-74B4-184C-AACF-97E7E4B9FAA6}" dt="2024-08-11T09:26:15.599" v="1444" actId="1076"/>
          <ac:picMkLst>
            <pc:docMk/>
            <pc:sldMk cId="4070147815" sldId="275"/>
            <ac:picMk id="9" creationId="{DC8ADF69-4686-1FA6-97CE-7E914C4105AC}"/>
          </ac:picMkLst>
        </pc:picChg>
        <pc:picChg chg="add del mod">
          <ac:chgData name="Ronnel D. Palenzuela" userId="27216d6f-a712-48da-bcb2-613e4bc945ac" providerId="ADAL" clId="{16736750-74B4-184C-AACF-97E7E4B9FAA6}" dt="2024-08-12T01:08:08.349" v="2627" actId="478"/>
          <ac:picMkLst>
            <pc:docMk/>
            <pc:sldMk cId="4070147815" sldId="275"/>
            <ac:picMk id="10" creationId="{D6F205F6-07AF-131A-C9BC-55B5083256E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7:58.074" v="1526" actId="20577"/>
        <pc:sldMkLst>
          <pc:docMk/>
          <pc:sldMk cId="3621742425" sldId="276"/>
        </pc:sldMkLst>
        <pc:spChg chg="mod">
          <ac:chgData name="Ronnel D. Palenzuela" userId="27216d6f-a712-48da-bcb2-613e4bc945ac" providerId="ADAL" clId="{16736750-74B4-184C-AACF-97E7E4B9FAA6}" dt="2024-08-11T09:36:08.788" v="1507"/>
          <ac:spMkLst>
            <pc:docMk/>
            <pc:sldMk cId="3621742425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7:58.074" v="1526" actId="20577"/>
          <ac:spMkLst>
            <pc:docMk/>
            <pc:sldMk cId="3621742425" sldId="27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9:36:18.848" v="1513" actId="1076"/>
          <ac:picMkLst>
            <pc:docMk/>
            <pc:sldMk cId="3621742425" sldId="276"/>
            <ac:picMk id="4" creationId="{7D236930-8DEA-71E6-6EFE-32878ED88FCB}"/>
          </ac:picMkLst>
        </pc:picChg>
        <pc:picChg chg="add mod">
          <ac:chgData name="Ronnel D. Palenzuela" userId="27216d6f-a712-48da-bcb2-613e4bc945ac" providerId="ADAL" clId="{16736750-74B4-184C-AACF-97E7E4B9FAA6}" dt="2024-08-11T09:36:21.005" v="1514" actId="1076"/>
          <ac:picMkLst>
            <pc:docMk/>
            <pc:sldMk cId="3621742425" sldId="276"/>
            <ac:picMk id="5" creationId="{48A92B06-E8F1-465B-BA38-C701071C2CB0}"/>
          </ac:picMkLst>
        </pc:picChg>
        <pc:picChg chg="del">
          <ac:chgData name="Ronnel D. Palenzuela" userId="27216d6f-a712-48da-bcb2-613e4bc945ac" providerId="ADAL" clId="{16736750-74B4-184C-AACF-97E7E4B9FAA6}" dt="2024-08-11T09:35:36.078" v="1496" actId="478"/>
          <ac:picMkLst>
            <pc:docMk/>
            <pc:sldMk cId="3621742425" sldId="276"/>
            <ac:picMk id="8" creationId="{6A41232A-1391-85E0-E984-111E1B99BCB9}"/>
          </ac:picMkLst>
        </pc:picChg>
        <pc:picChg chg="del">
          <ac:chgData name="Ronnel D. Palenzuela" userId="27216d6f-a712-48da-bcb2-613e4bc945ac" providerId="ADAL" clId="{16736750-74B4-184C-AACF-97E7E4B9FAA6}" dt="2024-08-11T09:35:36.389" v="1497" actId="478"/>
          <ac:picMkLst>
            <pc:docMk/>
            <pc:sldMk cId="3621742425" sldId="276"/>
            <ac:picMk id="9" creationId="{EC279DBC-B987-F36B-2CF3-861842904062}"/>
          </ac:picMkLst>
        </pc:picChg>
      </pc:sldChg>
      <pc:sldChg chg="addSp delSp modSp add del mod modNotesTx">
        <pc:chgData name="Ronnel D. Palenzuela" userId="27216d6f-a712-48da-bcb2-613e4bc945ac" providerId="ADAL" clId="{16736750-74B4-184C-AACF-97E7E4B9FAA6}" dt="2024-08-11T10:21:41.293" v="1630"/>
        <pc:sldMkLst>
          <pc:docMk/>
          <pc:sldMk cId="908275361" sldId="277"/>
        </pc:sldMkLst>
        <pc:spChg chg="mod">
          <ac:chgData name="Ronnel D. Palenzuela" userId="27216d6f-a712-48da-bcb2-613e4bc945ac" providerId="ADAL" clId="{16736750-74B4-184C-AACF-97E7E4B9FAA6}" dt="2024-08-11T10:17:35.535" v="1565" actId="20577"/>
          <ac:spMkLst>
            <pc:docMk/>
            <pc:sldMk cId="908275361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19:03.303" v="1605" actId="207"/>
          <ac:spMkLst>
            <pc:docMk/>
            <pc:sldMk cId="908275361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12:20.490" v="1529" actId="478"/>
          <ac:picMkLst>
            <pc:docMk/>
            <pc:sldMk cId="908275361" sldId="277"/>
            <ac:picMk id="4" creationId="{7D236930-8DEA-71E6-6EFE-32878ED88FCB}"/>
          </ac:picMkLst>
        </pc:picChg>
        <pc:picChg chg="del">
          <ac:chgData name="Ronnel D. Palenzuela" userId="27216d6f-a712-48da-bcb2-613e4bc945ac" providerId="ADAL" clId="{16736750-74B4-184C-AACF-97E7E4B9FAA6}" dt="2024-08-11T10:12:20.868" v="1530" actId="478"/>
          <ac:picMkLst>
            <pc:docMk/>
            <pc:sldMk cId="908275361" sldId="277"/>
            <ac:picMk id="5" creationId="{48A92B06-E8F1-465B-BA38-C701071C2CB0}"/>
          </ac:picMkLst>
        </pc:picChg>
        <pc:picChg chg="add del mod">
          <ac:chgData name="Ronnel D. Palenzuela" userId="27216d6f-a712-48da-bcb2-613e4bc945ac" providerId="ADAL" clId="{16736750-74B4-184C-AACF-97E7E4B9FAA6}" dt="2024-08-11T10:17:55.266" v="1566" actId="478"/>
          <ac:picMkLst>
            <pc:docMk/>
            <pc:sldMk cId="908275361" sldId="277"/>
            <ac:picMk id="6" creationId="{95424F7C-61E3-7971-3ED3-0E45DFC06ACC}"/>
          </ac:picMkLst>
        </pc:picChg>
        <pc:picChg chg="add mod">
          <ac:chgData name="Ronnel D. Palenzuela" userId="27216d6f-a712-48da-bcb2-613e4bc945ac" providerId="ADAL" clId="{16736750-74B4-184C-AACF-97E7E4B9FAA6}" dt="2024-08-11T10:18:17.368" v="1576" actId="1076"/>
          <ac:picMkLst>
            <pc:docMk/>
            <pc:sldMk cId="908275361" sldId="277"/>
            <ac:picMk id="7" creationId="{9516A05D-894B-7EC0-51E9-33F7A244CA5D}"/>
          </ac:picMkLst>
        </pc:picChg>
        <pc:picChg chg="add mod">
          <ac:chgData name="Ronnel D. Palenzuela" userId="27216d6f-a712-48da-bcb2-613e4bc945ac" providerId="ADAL" clId="{16736750-74B4-184C-AACF-97E7E4B9FAA6}" dt="2024-08-11T10:18:22.970" v="1580" actId="14100"/>
          <ac:picMkLst>
            <pc:docMk/>
            <pc:sldMk cId="908275361" sldId="277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29:24.402" v="1741" actId="1076"/>
        <pc:sldMkLst>
          <pc:docMk/>
          <pc:sldMk cId="928633288" sldId="278"/>
        </pc:sldMkLst>
        <pc:spChg chg="mod">
          <ac:chgData name="Ronnel D. Palenzuela" userId="27216d6f-a712-48da-bcb2-613e4bc945ac" providerId="ADAL" clId="{16736750-74B4-184C-AACF-97E7E4B9FAA6}" dt="2024-08-11T10:22:14.060" v="1661" actId="20577"/>
          <ac:spMkLst>
            <pc:docMk/>
            <pc:sldMk cId="928633288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28:32.158" v="1730" actId="207"/>
          <ac:spMkLst>
            <pc:docMk/>
            <pc:sldMk cId="928633288" sldId="27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29:23.562" v="1740" actId="1076"/>
          <ac:picMkLst>
            <pc:docMk/>
            <pc:sldMk cId="928633288" sldId="278"/>
            <ac:picMk id="4" creationId="{52F48CE9-2A4C-9BB0-0621-C561F6B91A33}"/>
          </ac:picMkLst>
        </pc:picChg>
        <pc:picChg chg="add mod">
          <ac:chgData name="Ronnel D. Palenzuela" userId="27216d6f-a712-48da-bcb2-613e4bc945ac" providerId="ADAL" clId="{16736750-74B4-184C-AACF-97E7E4B9FAA6}" dt="2024-08-11T10:29:24.402" v="1741" actId="1076"/>
          <ac:picMkLst>
            <pc:docMk/>
            <pc:sldMk cId="928633288" sldId="278"/>
            <ac:picMk id="5" creationId="{59B35BCD-7340-3A02-2CB8-2FBE0A617B62}"/>
          </ac:picMkLst>
        </pc:picChg>
        <pc:picChg chg="del">
          <ac:chgData name="Ronnel D. Palenzuela" userId="27216d6f-a712-48da-bcb2-613e4bc945ac" providerId="ADAL" clId="{16736750-74B4-184C-AACF-97E7E4B9FAA6}" dt="2024-08-11T10:22:22.851" v="1662" actId="478"/>
          <ac:picMkLst>
            <pc:docMk/>
            <pc:sldMk cId="928633288" sldId="278"/>
            <ac:picMk id="7" creationId="{9516A05D-894B-7EC0-51E9-33F7A244CA5D}"/>
          </ac:picMkLst>
        </pc:picChg>
        <pc:picChg chg="del">
          <ac:chgData name="Ronnel D. Palenzuela" userId="27216d6f-a712-48da-bcb2-613e4bc945ac" providerId="ADAL" clId="{16736750-74B4-184C-AACF-97E7E4B9FAA6}" dt="2024-08-11T10:22:24.031" v="1663" actId="478"/>
          <ac:picMkLst>
            <pc:docMk/>
            <pc:sldMk cId="928633288" sldId="278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50:20.515" v="1826" actId="1076"/>
        <pc:sldMkLst>
          <pc:docMk/>
          <pc:sldMk cId="2220697961" sldId="279"/>
        </pc:sldMkLst>
        <pc:spChg chg="mod">
          <ac:chgData name="Ronnel D. Palenzuela" userId="27216d6f-a712-48da-bcb2-613e4bc945ac" providerId="ADAL" clId="{16736750-74B4-184C-AACF-97E7E4B9FAA6}" dt="2024-08-11T10:33:50.865" v="1743"/>
          <ac:spMkLst>
            <pc:docMk/>
            <pc:sldMk cId="2220697961" sldId="27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36:20.786" v="1790"/>
          <ac:spMkLst>
            <pc:docMk/>
            <pc:sldMk cId="2220697961" sldId="279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33:52.820" v="1744" actId="478"/>
          <ac:picMkLst>
            <pc:docMk/>
            <pc:sldMk cId="2220697961" sldId="279"/>
            <ac:picMk id="4" creationId="{52F48CE9-2A4C-9BB0-0621-C561F6B91A33}"/>
          </ac:picMkLst>
        </pc:picChg>
        <pc:picChg chg="del">
          <ac:chgData name="Ronnel D. Palenzuela" userId="27216d6f-a712-48da-bcb2-613e4bc945ac" providerId="ADAL" clId="{16736750-74B4-184C-AACF-97E7E4B9FAA6}" dt="2024-08-11T10:33:53.161" v="1745" actId="478"/>
          <ac:picMkLst>
            <pc:docMk/>
            <pc:sldMk cId="2220697961" sldId="279"/>
            <ac:picMk id="5" creationId="{59B35BCD-7340-3A02-2CB8-2FBE0A617B62}"/>
          </ac:picMkLst>
        </pc:picChg>
        <pc:picChg chg="add del mod">
          <ac:chgData name="Ronnel D. Palenzuela" userId="27216d6f-a712-48da-bcb2-613e4bc945ac" providerId="ADAL" clId="{16736750-74B4-184C-AACF-97E7E4B9FAA6}" dt="2024-08-11T10:35:17.454" v="1755" actId="478"/>
          <ac:picMkLst>
            <pc:docMk/>
            <pc:sldMk cId="2220697961" sldId="279"/>
            <ac:picMk id="6" creationId="{444F1BE0-3550-1DD3-6280-D3193130D524}"/>
          </ac:picMkLst>
        </pc:picChg>
        <pc:picChg chg="add mod">
          <ac:chgData name="Ronnel D. Palenzuela" userId="27216d6f-a712-48da-bcb2-613e4bc945ac" providerId="ADAL" clId="{16736750-74B4-184C-AACF-97E7E4B9FAA6}" dt="2024-08-11T10:50:20.515" v="1826" actId="1076"/>
          <ac:picMkLst>
            <pc:docMk/>
            <pc:sldMk cId="2220697961" sldId="279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02:07.030" v="1881"/>
        <pc:sldMkLst>
          <pc:docMk/>
          <pc:sldMk cId="2456681114" sldId="280"/>
        </pc:sldMkLst>
        <pc:spChg chg="mod">
          <ac:chgData name="Ronnel D. Palenzuela" userId="27216d6f-a712-48da-bcb2-613e4bc945ac" providerId="ADAL" clId="{16736750-74B4-184C-AACF-97E7E4B9FAA6}" dt="2024-08-11T10:50:13.888" v="1824" actId="20577"/>
          <ac:spMkLst>
            <pc:docMk/>
            <pc:sldMk cId="2456681114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01:42.294" v="1880" actId="27636"/>
          <ac:spMkLst>
            <pc:docMk/>
            <pc:sldMk cId="2456681114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52:05.480" v="1866" actId="1076"/>
          <ac:picMkLst>
            <pc:docMk/>
            <pc:sldMk cId="2456681114" sldId="280"/>
            <ac:picMk id="4" creationId="{73833336-6A94-55AD-10D0-0089D9921599}"/>
          </ac:picMkLst>
        </pc:picChg>
        <pc:picChg chg="add mod">
          <ac:chgData name="Ronnel D. Palenzuela" userId="27216d6f-a712-48da-bcb2-613e4bc945ac" providerId="ADAL" clId="{16736750-74B4-184C-AACF-97E7E4B9FAA6}" dt="2024-08-11T10:52:07.011" v="1867" actId="1076"/>
          <ac:picMkLst>
            <pc:docMk/>
            <pc:sldMk cId="2456681114" sldId="280"/>
            <ac:picMk id="5" creationId="{A413D30E-4FEC-659F-7A93-6D8C19127C82}"/>
          </ac:picMkLst>
        </pc:picChg>
        <pc:picChg chg="del">
          <ac:chgData name="Ronnel D. Palenzuela" userId="27216d6f-a712-48da-bcb2-613e4bc945ac" providerId="ADAL" clId="{16736750-74B4-184C-AACF-97E7E4B9FAA6}" dt="2024-08-11T10:50:15.693" v="1825" actId="478"/>
          <ac:picMkLst>
            <pc:docMk/>
            <pc:sldMk cId="2456681114" sldId="280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25:32.352" v="2048" actId="1076"/>
        <pc:sldMkLst>
          <pc:docMk/>
          <pc:sldMk cId="1557213172" sldId="281"/>
        </pc:sldMkLst>
        <pc:spChg chg="mod">
          <ac:chgData name="Ronnel D. Palenzuela" userId="27216d6f-a712-48da-bcb2-613e4bc945ac" providerId="ADAL" clId="{16736750-74B4-184C-AACF-97E7E4B9FAA6}" dt="2024-08-11T11:15:51.541" v="1975" actId="20577"/>
          <ac:spMkLst>
            <pc:docMk/>
            <pc:sldMk cId="1557213172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16:45.122" v="2003" actId="207"/>
          <ac:spMkLst>
            <pc:docMk/>
            <pc:sldMk cId="1557213172" sldId="281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58:22.444" v="1871" actId="478"/>
          <ac:picMkLst>
            <pc:docMk/>
            <pc:sldMk cId="1557213172" sldId="281"/>
            <ac:picMk id="4" creationId="{73833336-6A94-55AD-10D0-0089D9921599}"/>
          </ac:picMkLst>
        </pc:picChg>
        <pc:picChg chg="del">
          <ac:chgData name="Ronnel D. Palenzuela" userId="27216d6f-a712-48da-bcb2-613e4bc945ac" providerId="ADAL" clId="{16736750-74B4-184C-AACF-97E7E4B9FAA6}" dt="2024-08-11T10:58:21.160" v="1870" actId="478"/>
          <ac:picMkLst>
            <pc:docMk/>
            <pc:sldMk cId="1557213172" sldId="281"/>
            <ac:picMk id="5" creationId="{A413D30E-4FEC-659F-7A93-6D8C19127C82}"/>
          </ac:picMkLst>
        </pc:picChg>
        <pc:picChg chg="add del mod">
          <ac:chgData name="Ronnel D. Palenzuela" userId="27216d6f-a712-48da-bcb2-613e4bc945ac" providerId="ADAL" clId="{16736750-74B4-184C-AACF-97E7E4B9FAA6}" dt="2024-08-11T11:23:21.071" v="2009" actId="478"/>
          <ac:picMkLst>
            <pc:docMk/>
            <pc:sldMk cId="1557213172" sldId="281"/>
            <ac:picMk id="6" creationId="{852FA35F-6B76-3ACC-4F39-F65EF2740076}"/>
          </ac:picMkLst>
        </pc:picChg>
        <pc:picChg chg="add mod">
          <ac:chgData name="Ronnel D. Palenzuela" userId="27216d6f-a712-48da-bcb2-613e4bc945ac" providerId="ADAL" clId="{16736750-74B4-184C-AACF-97E7E4B9FAA6}" dt="2024-08-11T11:25:32.352" v="2048" actId="1076"/>
          <ac:picMkLst>
            <pc:docMk/>
            <pc:sldMk cId="1557213172" sldId="281"/>
            <ac:picMk id="7" creationId="{C0442B70-B5E1-0D06-9A6B-2C529318C43C}"/>
          </ac:picMkLst>
        </pc:picChg>
        <pc:picChg chg="add mod">
          <ac:chgData name="Ronnel D. Palenzuela" userId="27216d6f-a712-48da-bcb2-613e4bc945ac" providerId="ADAL" clId="{16736750-74B4-184C-AACF-97E7E4B9FAA6}" dt="2024-08-11T11:25:25.205" v="2043" actId="1076"/>
          <ac:picMkLst>
            <pc:docMk/>
            <pc:sldMk cId="1557213172" sldId="281"/>
            <ac:picMk id="8" creationId="{2E2C6D27-AF3A-A4C2-F435-87D1586FAACA}"/>
          </ac:picMkLst>
        </pc:picChg>
        <pc:picChg chg="add mod">
          <ac:chgData name="Ronnel D. Palenzuela" userId="27216d6f-a712-48da-bcb2-613e4bc945ac" providerId="ADAL" clId="{16736750-74B4-184C-AACF-97E7E4B9FAA6}" dt="2024-08-11T11:25:26.120" v="2044" actId="1076"/>
          <ac:picMkLst>
            <pc:docMk/>
            <pc:sldMk cId="1557213172" sldId="281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38:34.643" v="2166" actId="1076"/>
        <pc:sldMkLst>
          <pc:docMk/>
          <pc:sldMk cId="296683317" sldId="282"/>
        </pc:sldMkLst>
        <pc:spChg chg="mod">
          <ac:chgData name="Ronnel D. Palenzuela" userId="27216d6f-a712-48da-bcb2-613e4bc945ac" providerId="ADAL" clId="{16736750-74B4-184C-AACF-97E7E4B9FAA6}" dt="2024-08-11T11:36:00.243" v="2116"/>
          <ac:spMkLst>
            <pc:docMk/>
            <pc:sldMk cId="296683317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36:43.156" v="2154" actId="33524"/>
          <ac:spMkLst>
            <pc:docMk/>
            <pc:sldMk cId="296683317" sldId="282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11:37:17.460" v="2156" actId="22"/>
          <ac:spMkLst>
            <pc:docMk/>
            <pc:sldMk cId="296683317" sldId="282"/>
            <ac:spMk id="5" creationId="{01186E94-225A-646B-6BE7-DE3170C2B523}"/>
          </ac:spMkLst>
        </pc:spChg>
        <pc:picChg chg="add mod">
          <ac:chgData name="Ronnel D. Palenzuela" userId="27216d6f-a712-48da-bcb2-613e4bc945ac" providerId="ADAL" clId="{16736750-74B4-184C-AACF-97E7E4B9FAA6}" dt="2024-08-11T11:38:34.643" v="2166" actId="1076"/>
          <ac:picMkLst>
            <pc:docMk/>
            <pc:sldMk cId="296683317" sldId="282"/>
            <ac:picMk id="6" creationId="{C94A0A88-9294-A7B5-558E-0329F8DF2C01}"/>
          </ac:picMkLst>
        </pc:picChg>
        <pc:picChg chg="del">
          <ac:chgData name="Ronnel D. Palenzuela" userId="27216d6f-a712-48da-bcb2-613e4bc945ac" providerId="ADAL" clId="{16736750-74B4-184C-AACF-97E7E4B9FAA6}" dt="2024-08-11T11:35:26.093" v="2099" actId="478"/>
          <ac:picMkLst>
            <pc:docMk/>
            <pc:sldMk cId="296683317" sldId="282"/>
            <ac:picMk id="7" creationId="{C0442B70-B5E1-0D06-9A6B-2C529318C43C}"/>
          </ac:picMkLst>
        </pc:picChg>
        <pc:picChg chg="del">
          <ac:chgData name="Ronnel D. Palenzuela" userId="27216d6f-a712-48da-bcb2-613e4bc945ac" providerId="ADAL" clId="{16736750-74B4-184C-AACF-97E7E4B9FAA6}" dt="2024-08-11T11:35:26.422" v="2100" actId="478"/>
          <ac:picMkLst>
            <pc:docMk/>
            <pc:sldMk cId="296683317" sldId="282"/>
            <ac:picMk id="8" creationId="{2E2C6D27-AF3A-A4C2-F435-87D1586FAACA}"/>
          </ac:picMkLst>
        </pc:picChg>
        <pc:picChg chg="del">
          <ac:chgData name="Ronnel D. Palenzuela" userId="27216d6f-a712-48da-bcb2-613e4bc945ac" providerId="ADAL" clId="{16736750-74B4-184C-AACF-97E7E4B9FAA6}" dt="2024-08-11T11:35:26.655" v="2101" actId="478"/>
          <ac:picMkLst>
            <pc:docMk/>
            <pc:sldMk cId="296683317" sldId="282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44:29.650" v="2204" actId="20577"/>
        <pc:sldMkLst>
          <pc:docMk/>
          <pc:sldMk cId="993575964" sldId="283"/>
        </pc:sldMkLst>
        <pc:spChg chg="mod">
          <ac:chgData name="Ronnel D. Palenzuela" userId="27216d6f-a712-48da-bcb2-613e4bc945ac" providerId="ADAL" clId="{16736750-74B4-184C-AACF-97E7E4B9FAA6}" dt="2024-08-11T11:39:12.084" v="2168"/>
          <ac:spMkLst>
            <pc:docMk/>
            <pc:sldMk cId="99357596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0:34.052" v="2197" actId="207"/>
          <ac:spMkLst>
            <pc:docMk/>
            <pc:sldMk cId="993575964" sldId="283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1:43:38.835" v="2202" actId="1076"/>
          <ac:picMkLst>
            <pc:docMk/>
            <pc:sldMk cId="993575964" sldId="283"/>
            <ac:picMk id="4" creationId="{B7960360-83A2-6270-EECE-30A36048B200}"/>
          </ac:picMkLst>
        </pc:picChg>
        <pc:picChg chg="del">
          <ac:chgData name="Ronnel D. Palenzuela" userId="27216d6f-a712-48da-bcb2-613e4bc945ac" providerId="ADAL" clId="{16736750-74B4-184C-AACF-97E7E4B9FAA6}" dt="2024-08-11T11:39:13.621" v="2169" actId="478"/>
          <ac:picMkLst>
            <pc:docMk/>
            <pc:sldMk cId="993575964" sldId="283"/>
            <ac:picMk id="6" creationId="{C94A0A88-9294-A7B5-558E-0329F8DF2C01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50:32.912" v="2231" actId="1076"/>
        <pc:sldMkLst>
          <pc:docMk/>
          <pc:sldMk cId="1253337562" sldId="284"/>
        </pc:sldMkLst>
        <pc:spChg chg="mod">
          <ac:chgData name="Ronnel D. Palenzuela" userId="27216d6f-a712-48da-bcb2-613e4bc945ac" providerId="ADAL" clId="{16736750-74B4-184C-AACF-97E7E4B9FAA6}" dt="2024-08-11T11:45:06.797" v="2206"/>
          <ac:spMkLst>
            <pc:docMk/>
            <pc:sldMk cId="1253337562" sldId="284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8:12.471" v="2222"/>
          <ac:spMkLst>
            <pc:docMk/>
            <pc:sldMk cId="1253337562" sldId="284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1:48:48.651" v="2224" actId="478"/>
          <ac:picMkLst>
            <pc:docMk/>
            <pc:sldMk cId="1253337562" sldId="284"/>
            <ac:picMk id="4" creationId="{B7960360-83A2-6270-EECE-30A36048B200}"/>
          </ac:picMkLst>
        </pc:picChg>
        <pc:picChg chg="add mod">
          <ac:chgData name="Ronnel D. Palenzuela" userId="27216d6f-a712-48da-bcb2-613e4bc945ac" providerId="ADAL" clId="{16736750-74B4-184C-AACF-97E7E4B9FAA6}" dt="2024-08-11T11:50:17.104" v="2227" actId="1076"/>
          <ac:picMkLst>
            <pc:docMk/>
            <pc:sldMk cId="1253337562" sldId="284"/>
            <ac:picMk id="5" creationId="{9D0F0297-4AB5-4797-A885-928619C7A572}"/>
          </ac:picMkLst>
        </pc:picChg>
        <pc:picChg chg="add mod">
          <ac:chgData name="Ronnel D. Palenzuela" userId="27216d6f-a712-48da-bcb2-613e4bc945ac" providerId="ADAL" clId="{16736750-74B4-184C-AACF-97E7E4B9FAA6}" dt="2024-08-11T11:50:32.912" v="2231" actId="1076"/>
          <ac:picMkLst>
            <pc:docMk/>
            <pc:sldMk cId="1253337562" sldId="284"/>
            <ac:picMk id="6" creationId="{F1C8719A-AF10-CA25-32B8-5B12B63B6F48}"/>
          </ac:picMkLst>
        </pc:picChg>
      </pc:sldChg>
      <pc:sldChg chg="addSp delSp modSp add mod">
        <pc:chgData name="Ronnel D. Palenzuela" userId="27216d6f-a712-48da-bcb2-613e4bc945ac" providerId="ADAL" clId="{16736750-74B4-184C-AACF-97E7E4B9FAA6}" dt="2024-08-11T12:26:02.933" v="2546" actId="20577"/>
        <pc:sldMkLst>
          <pc:docMk/>
          <pc:sldMk cId="2980579114" sldId="285"/>
        </pc:sldMkLst>
        <pc:spChg chg="mod">
          <ac:chgData name="Ronnel D. Palenzuela" userId="27216d6f-a712-48da-bcb2-613e4bc945ac" providerId="ADAL" clId="{16736750-74B4-184C-AACF-97E7E4B9FAA6}" dt="2024-08-11T12:25:58.060" v="2543" actId="20577"/>
          <ac:spMkLst>
            <pc:docMk/>
            <pc:sldMk cId="2980579114" sldId="28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6:02.933" v="2546" actId="20577"/>
          <ac:spMkLst>
            <pc:docMk/>
            <pc:sldMk cId="2980579114" sldId="28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2:11:35.139" v="2251" actId="1076"/>
          <ac:picMkLst>
            <pc:docMk/>
            <pc:sldMk cId="2980579114" sldId="285"/>
            <ac:picMk id="4" creationId="{74248AEE-FABF-0F2A-B1B2-1777799F48BD}"/>
          </ac:picMkLst>
        </pc:picChg>
        <pc:picChg chg="del">
          <ac:chgData name="Ronnel D. Palenzuela" userId="27216d6f-a712-48da-bcb2-613e4bc945ac" providerId="ADAL" clId="{16736750-74B4-184C-AACF-97E7E4B9FAA6}" dt="2024-08-11T12:09:33.931" v="2234" actId="478"/>
          <ac:picMkLst>
            <pc:docMk/>
            <pc:sldMk cId="2980579114" sldId="285"/>
            <ac:picMk id="5" creationId="{9D0F0297-4AB5-4797-A885-928619C7A572}"/>
          </ac:picMkLst>
        </pc:picChg>
        <pc:picChg chg="del">
          <ac:chgData name="Ronnel D. Palenzuela" userId="27216d6f-a712-48da-bcb2-613e4bc945ac" providerId="ADAL" clId="{16736750-74B4-184C-AACF-97E7E4B9FAA6}" dt="2024-08-11T12:09:35.158" v="2235" actId="478"/>
          <ac:picMkLst>
            <pc:docMk/>
            <pc:sldMk cId="2980579114" sldId="285"/>
            <ac:picMk id="6" creationId="{F1C8719A-AF10-CA25-32B8-5B12B63B6F48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25:18.008" v="2520" actId="1076"/>
        <pc:sldMkLst>
          <pc:docMk/>
          <pc:sldMk cId="1581186720" sldId="286"/>
        </pc:sldMkLst>
        <pc:spChg chg="mod">
          <ac:chgData name="Ronnel D. Palenzuela" userId="27216d6f-a712-48da-bcb2-613e4bc945ac" providerId="ADAL" clId="{16736750-74B4-184C-AACF-97E7E4B9FAA6}" dt="2024-08-11T12:25:16.630" v="2519" actId="1076"/>
          <ac:spMkLst>
            <pc:docMk/>
            <pc:sldMk cId="1581186720" sldId="28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736750-74B4-184C-AACF-97E7E4B9FAA6}" dt="2024-08-11T12:25:18.008" v="2520" actId="1076"/>
          <ac:spMkLst>
            <pc:docMk/>
            <pc:sldMk cId="1581186720" sldId="286"/>
            <ac:spMk id="5" creationId="{63E79591-2F27-370E-329D-A0B622A8CFA5}"/>
          </ac:spMkLst>
        </pc:spChg>
        <pc:spChg chg="add mod">
          <ac:chgData name="Ronnel D. Palenzuela" userId="27216d6f-a712-48da-bcb2-613e4bc945ac" providerId="ADAL" clId="{16736750-74B4-184C-AACF-97E7E4B9FAA6}" dt="2024-08-11T12:22:19.024" v="2454"/>
          <ac:spMkLst>
            <pc:docMk/>
            <pc:sldMk cId="1581186720" sldId="286"/>
            <ac:spMk id="6" creationId="{8E044E04-0B5A-32C0-8EEE-D905F6C6381E}"/>
          </ac:spMkLst>
        </pc:spChg>
        <pc:spChg chg="add mod">
          <ac:chgData name="Ronnel D. Palenzuela" userId="27216d6f-a712-48da-bcb2-613e4bc945ac" providerId="ADAL" clId="{16736750-74B4-184C-AACF-97E7E4B9FAA6}" dt="2024-08-11T12:22:33.783" v="2457" actId="767"/>
          <ac:spMkLst>
            <pc:docMk/>
            <pc:sldMk cId="1581186720" sldId="286"/>
            <ac:spMk id="7" creationId="{75AD83E7-4E98-C144-0CA8-1D34A9078DFC}"/>
          </ac:spMkLst>
        </pc:spChg>
        <pc:spChg chg="add del">
          <ac:chgData name="Ronnel D. Palenzuela" userId="27216d6f-a712-48da-bcb2-613e4bc945ac" providerId="ADAL" clId="{16736750-74B4-184C-AACF-97E7E4B9FAA6}" dt="2024-08-11T12:24:47.787" v="2511" actId="22"/>
          <ac:spMkLst>
            <pc:docMk/>
            <pc:sldMk cId="1581186720" sldId="286"/>
            <ac:spMk id="9" creationId="{5AFEA3DF-0E3B-7218-22F8-B412FEC8C03F}"/>
          </ac:spMkLst>
        </pc:spChg>
        <pc:picChg chg="del">
          <ac:chgData name="Ronnel D. Palenzuela" userId="27216d6f-a712-48da-bcb2-613e4bc945ac" providerId="ADAL" clId="{16736750-74B4-184C-AACF-97E7E4B9FAA6}" dt="2024-08-11T12:15:21.761" v="2282" actId="478"/>
          <ac:picMkLst>
            <pc:docMk/>
            <pc:sldMk cId="1581186720" sldId="286"/>
            <ac:picMk id="4" creationId="{74248AEE-FABF-0F2A-B1B2-1777799F48B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32:58.139" v="2586"/>
        <pc:sldMkLst>
          <pc:docMk/>
          <pc:sldMk cId="4278137860" sldId="287"/>
        </pc:sldMkLst>
        <pc:spChg chg="mod">
          <ac:chgData name="Ronnel D. Palenzuela" userId="27216d6f-a712-48da-bcb2-613e4bc945ac" providerId="ADAL" clId="{16736750-74B4-184C-AACF-97E7E4B9FAA6}" dt="2024-08-11T12:26:17.544" v="2548"/>
          <ac:spMkLst>
            <pc:docMk/>
            <pc:sldMk cId="4278137860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7:02.548" v="2568"/>
          <ac:spMkLst>
            <pc:docMk/>
            <pc:sldMk cId="4278137860" sldId="287"/>
            <ac:spMk id="3" creationId="{F9E9654B-D8E5-22CA-371A-57FADD13842B}"/>
          </ac:spMkLst>
        </pc:spChg>
        <pc:spChg chg="del">
          <ac:chgData name="Ronnel D. Palenzuela" userId="27216d6f-a712-48da-bcb2-613e4bc945ac" providerId="ADAL" clId="{16736750-74B4-184C-AACF-97E7E4B9FAA6}" dt="2024-08-11T12:26:19.941" v="2549" actId="478"/>
          <ac:spMkLst>
            <pc:docMk/>
            <pc:sldMk cId="4278137860" sldId="287"/>
            <ac:spMk id="5" creationId="{63E79591-2F27-370E-329D-A0B622A8CFA5}"/>
          </ac:spMkLst>
        </pc:spChg>
        <pc:picChg chg="add mod">
          <ac:chgData name="Ronnel D. Palenzuela" userId="27216d6f-a712-48da-bcb2-613e4bc945ac" providerId="ADAL" clId="{16736750-74B4-184C-AACF-97E7E4B9FAA6}" dt="2024-08-11T12:30:03.374" v="2578" actId="1076"/>
          <ac:picMkLst>
            <pc:docMk/>
            <pc:sldMk cId="4278137860" sldId="287"/>
            <ac:picMk id="4" creationId="{C94F73C7-EE3C-5039-6716-AA5F092B56AC}"/>
          </ac:picMkLst>
        </pc:picChg>
        <pc:picChg chg="add mod">
          <ac:chgData name="Ronnel D. Palenzuela" userId="27216d6f-a712-48da-bcb2-613e4bc945ac" providerId="ADAL" clId="{16736750-74B4-184C-AACF-97E7E4B9FAA6}" dt="2024-08-11T12:30:04.674" v="2579" actId="1076"/>
          <ac:picMkLst>
            <pc:docMk/>
            <pc:sldMk cId="4278137860" sldId="287"/>
            <ac:picMk id="6" creationId="{7982849D-C7FF-134E-B589-F96BF9176D03}"/>
          </ac:picMkLst>
        </pc:picChg>
      </pc:sldChg>
      <pc:sldChg chg="delSp modSp add mod">
        <pc:chgData name="Ronnel D. Palenzuela" userId="27216d6f-a712-48da-bcb2-613e4bc945ac" providerId="ADAL" clId="{16736750-74B4-184C-AACF-97E7E4B9FAA6}" dt="2024-08-12T02:16:02.449" v="3153" actId="20577"/>
        <pc:sldMkLst>
          <pc:docMk/>
          <pc:sldMk cId="3972629357" sldId="288"/>
        </pc:sldMkLst>
        <pc:spChg chg="mod">
          <ac:chgData name="Ronnel D. Palenzuela" userId="27216d6f-a712-48da-bcb2-613e4bc945ac" providerId="ADAL" clId="{16736750-74B4-184C-AACF-97E7E4B9FAA6}" dt="2024-08-12T02:16:02.449" v="3153" actId="20577"/>
          <ac:spMkLst>
            <pc:docMk/>
            <pc:sldMk cId="3972629357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11:51.983" v="3029" actId="207"/>
          <ac:spMkLst>
            <pc:docMk/>
            <pc:sldMk cId="3972629357" sldId="288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2T01:08:18.288" v="2654" actId="478"/>
          <ac:picMkLst>
            <pc:docMk/>
            <pc:sldMk cId="3972629357" sldId="288"/>
            <ac:picMk id="4" creationId="{C94F73C7-EE3C-5039-6716-AA5F092B56AC}"/>
          </ac:picMkLst>
        </pc:picChg>
        <pc:picChg chg="del">
          <ac:chgData name="Ronnel D. Palenzuela" userId="27216d6f-a712-48da-bcb2-613e4bc945ac" providerId="ADAL" clId="{16736750-74B4-184C-AACF-97E7E4B9FAA6}" dt="2024-08-12T01:08:18.480" v="2655" actId="478"/>
          <ac:picMkLst>
            <pc:docMk/>
            <pc:sldMk cId="3972629357" sldId="288"/>
            <ac:picMk id="6" creationId="{7982849D-C7FF-134E-B589-F96BF9176D03}"/>
          </ac:picMkLst>
        </pc:picChg>
      </pc:sldChg>
      <pc:sldChg chg="modSp add mod">
        <pc:chgData name="Ronnel D. Palenzuela" userId="27216d6f-a712-48da-bcb2-613e4bc945ac" providerId="ADAL" clId="{16736750-74B4-184C-AACF-97E7E4B9FAA6}" dt="2024-08-12T02:22:03.220" v="3182" actId="11"/>
        <pc:sldMkLst>
          <pc:docMk/>
          <pc:sldMk cId="2990164252" sldId="289"/>
        </pc:sldMkLst>
        <pc:spChg chg="mod">
          <ac:chgData name="Ronnel D. Palenzuela" userId="27216d6f-a712-48da-bcb2-613e4bc945ac" providerId="ADAL" clId="{16736750-74B4-184C-AACF-97E7E4B9FAA6}" dt="2024-08-12T02:16:06.498" v="3154" actId="20577"/>
          <ac:spMkLst>
            <pc:docMk/>
            <pc:sldMk cId="2990164252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2:03.220" v="3182" actId="11"/>
          <ac:spMkLst>
            <pc:docMk/>
            <pc:sldMk cId="2990164252" sldId="289"/>
            <ac:spMk id="3" creationId="{F9E9654B-D8E5-22CA-371A-57FADD13842B}"/>
          </ac:spMkLst>
        </pc:spChg>
      </pc:sldChg>
      <pc:sldChg chg="modSp add mod">
        <pc:chgData name="Ronnel D. Palenzuela" userId="27216d6f-a712-48da-bcb2-613e4bc945ac" providerId="ADAL" clId="{16736750-74B4-184C-AACF-97E7E4B9FAA6}" dt="2024-08-13T03:37:12.131" v="3508" actId="207"/>
        <pc:sldMkLst>
          <pc:docMk/>
          <pc:sldMk cId="1111498698" sldId="290"/>
        </pc:sldMkLst>
        <pc:spChg chg="mod">
          <ac:chgData name="Ronnel D. Palenzuela" userId="27216d6f-a712-48da-bcb2-613e4bc945ac" providerId="ADAL" clId="{16736750-74B4-184C-AACF-97E7E4B9FAA6}" dt="2024-08-13T03:27:17.210" v="3359" actId="20577"/>
          <ac:spMkLst>
            <pc:docMk/>
            <pc:sldMk cId="1111498698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3T03:37:12.131" v="3508" actId="207"/>
          <ac:spMkLst>
            <pc:docMk/>
            <pc:sldMk cId="1111498698" sldId="290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927110459" sldId="290"/>
        </pc:sldMkLst>
        <pc:spChg chg="mod">
          <ac:chgData name="Ronnel D. Palenzuela" userId="27216d6f-a712-48da-bcb2-613e4bc945ac" providerId="ADAL" clId="{16736750-74B4-184C-AACF-97E7E4B9FAA6}" dt="2024-08-12T02:17:40.195" v="3179" actId="20577"/>
          <ac:spMkLst>
            <pc:docMk/>
            <pc:sldMk cId="1927110459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5:46.161" v="3276" actId="20577"/>
          <ac:spMkLst>
            <pc:docMk/>
            <pc:sldMk cId="1927110459" sldId="290"/>
            <ac:spMk id="3" creationId="{F9E9654B-D8E5-22CA-371A-57FADD13842B}"/>
          </ac:spMkLst>
        </pc:spChg>
      </pc:sldChg>
      <pc:sldChg chg="modSp add mod ord">
        <pc:chgData name="Ronnel D. Palenzuela" userId="27216d6f-a712-48da-bcb2-613e4bc945ac" providerId="ADAL" clId="{16736750-74B4-184C-AACF-97E7E4B9FAA6}" dt="2024-08-13T03:34:24.591" v="3466" actId="207"/>
        <pc:sldMkLst>
          <pc:docMk/>
          <pc:sldMk cId="815011119" sldId="291"/>
        </pc:sldMkLst>
        <pc:spChg chg="mod">
          <ac:chgData name="Ronnel D. Palenzuela" userId="27216d6f-a712-48da-bcb2-613e4bc945ac" providerId="ADAL" clId="{16736750-74B4-184C-AACF-97E7E4B9FAA6}" dt="2024-08-13T03:34:24.591" v="3466" actId="207"/>
          <ac:spMkLst>
            <pc:docMk/>
            <pc:sldMk cId="81501111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81441069" sldId="291"/>
        </pc:sldMkLst>
        <pc:spChg chg="mod">
          <ac:chgData name="Ronnel D. Palenzuela" userId="27216d6f-a712-48da-bcb2-613e4bc945ac" providerId="ADAL" clId="{16736750-74B4-184C-AACF-97E7E4B9FAA6}" dt="2024-08-12T02:28:06.903" v="3321" actId="11"/>
          <ac:spMkLst>
            <pc:docMk/>
            <pc:sldMk cId="178144106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65234647" sldId="292"/>
        </pc:sldMkLst>
        <pc:spChg chg="mod">
          <ac:chgData name="Ronnel D. Palenzuela" userId="27216d6f-a712-48da-bcb2-613e4bc945ac" providerId="ADAL" clId="{16736750-74B4-184C-AACF-97E7E4B9FAA6}" dt="2024-08-12T02:28:26.710" v="3324" actId="403"/>
          <ac:spMkLst>
            <pc:docMk/>
            <pc:sldMk cId="1765234647" sldId="292"/>
            <ac:spMk id="3" creationId="{F9E9654B-D8E5-22CA-371A-57FADD13842B}"/>
          </ac:spMkLst>
        </pc:spChg>
      </pc:sldChg>
      <pc:sldMasterChg chg="modSldLayout">
        <pc:chgData name="Ronnel D. Palenzuela" userId="27216d6f-a712-48da-bcb2-613e4bc945ac" providerId="ADAL" clId="{16736750-74B4-184C-AACF-97E7E4B9FAA6}" dt="2024-08-11T07:03:06.010" v="731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736750-74B4-184C-AACF-97E7E4B9FAA6}" dt="2024-08-11T07:03:06.010" v="731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736750-74B4-184C-AACF-97E7E4B9FAA6}" dt="2024-08-11T07:03:06.010" v="731" actId="20577"/>
            <ac:spMkLst>
              <pc:docMk/>
              <pc:sldMasterMk cId="651270159" sldId="2147483648"/>
              <pc:sldLayoutMk cId="2921653432" sldId="2147483649"/>
              <ac:spMk id="5" creationId="{3794B7A0-4232-A0AC-7E3A-3BF632F0C83D}"/>
            </ac:spMkLst>
          </pc:spChg>
        </pc:sldLayoutChg>
      </pc:sldMasterChg>
    </pc:docChg>
  </pc:docChgLst>
  <pc:docChgLst>
    <pc:chgData name="Ronnel D. Palenzuela" userId="27216d6f-a712-48da-bcb2-613e4bc945ac" providerId="ADAL" clId="{16FF8E01-DE24-0F4F-A559-943D670B7764}"/>
    <pc:docChg chg="undo custSel addSld delSld modSld sldOrd modMainMaster">
      <pc:chgData name="Ronnel D. Palenzuela" userId="27216d6f-a712-48da-bcb2-613e4bc945ac" providerId="ADAL" clId="{16FF8E01-DE24-0F4F-A559-943D670B7764}" dt="2024-08-15T06:12:31.924" v="2533" actId="729"/>
      <pc:docMkLst>
        <pc:docMk/>
      </pc:docMkLst>
      <pc:sldChg chg="modSp mod">
        <pc:chgData name="Ronnel D. Palenzuela" userId="27216d6f-a712-48da-bcb2-613e4bc945ac" providerId="ADAL" clId="{16FF8E01-DE24-0F4F-A559-943D670B7764}" dt="2024-08-14T16:09:01.930" v="1419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FF8E01-DE24-0F4F-A559-943D670B7764}" dt="2024-08-14T16:08:42.416" v="1364" actId="14100"/>
          <ac:spMkLst>
            <pc:docMk/>
            <pc:sldMk cId="3455369248" sldId="257"/>
            <ac:spMk id="2" creationId="{4B9DC0FD-E73C-26A6-891F-61B461076958}"/>
          </ac:spMkLst>
        </pc:spChg>
        <pc:spChg chg="mod">
          <ac:chgData name="Ronnel D. Palenzuela" userId="27216d6f-a712-48da-bcb2-613e4bc945ac" providerId="ADAL" clId="{16FF8E01-DE24-0F4F-A559-943D670B7764}" dt="2024-08-14T16:09:01.930" v="1419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56538018" sldId="259"/>
        </pc:sldMkLst>
      </pc:sldChg>
      <pc:sldChg chg="modSp mod modNotesTx">
        <pc:chgData name="Ronnel D. Palenzuela" userId="27216d6f-a712-48da-bcb2-613e4bc945ac" providerId="ADAL" clId="{16FF8E01-DE24-0F4F-A559-943D670B7764}" dt="2024-08-14T16:25:10.072" v="1665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FF8E01-DE24-0F4F-A559-943D670B7764}" dt="2024-08-14T16:09:37.186" v="1435" actId="1076"/>
          <ac:spMkLst>
            <pc:docMk/>
            <pc:sldMk cId="3611571112" sldId="263"/>
            <ac:spMk id="2" creationId="{4B9DC0FD-E73C-26A6-891F-61B461076958}"/>
          </ac:spMkLst>
        </pc:spChg>
      </pc:sldChg>
      <pc:sldChg chg="modSp mod">
        <pc:chgData name="Ronnel D. Palenzuela" userId="27216d6f-a712-48da-bcb2-613e4bc945ac" providerId="ADAL" clId="{16FF8E01-DE24-0F4F-A559-943D670B7764}" dt="2024-08-14T15:58:28.162" v="1311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FF8E01-DE24-0F4F-A559-943D670B7764}" dt="2024-08-14T15:58:28.162" v="1311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1.309" v="136" actId="2890"/>
        <pc:sldMkLst>
          <pc:docMk/>
          <pc:sldMk cId="393610469" sldId="265"/>
        </pc:sldMkLst>
      </pc:sldChg>
      <pc:sldChg chg="addSp delSp modSp add del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538568147" sldId="265"/>
        </pc:sldMkLst>
        <pc:spChg chg="mod">
          <ac:chgData name="Ronnel D. Palenzuela" userId="27216d6f-a712-48da-bcb2-613e4bc945ac" providerId="ADAL" clId="{16FF8E01-DE24-0F4F-A559-943D670B7764}" dt="2024-08-14T14:55:35.293" v="832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46:58.170" v="402" actId="113"/>
          <ac:spMkLst>
            <pc:docMk/>
            <pc:sldMk cId="538568147" sldId="26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4:08:52.904" v="652" actId="1076"/>
          <ac:picMkLst>
            <pc:docMk/>
            <pc:sldMk cId="538568147" sldId="265"/>
            <ac:picMk id="5" creationId="{70008023-F501-145C-0B44-5194C048510F}"/>
          </ac:picMkLst>
        </pc:picChg>
        <pc:picChg chg="add mod">
          <ac:chgData name="Ronnel D. Palenzuela" userId="27216d6f-a712-48da-bcb2-613e4bc945ac" providerId="ADAL" clId="{16FF8E01-DE24-0F4F-A559-943D670B7764}" dt="2024-08-14T14:08:59.711" v="656" actId="1076"/>
          <ac:picMkLst>
            <pc:docMk/>
            <pc:sldMk cId="538568147" sldId="265"/>
            <ac:picMk id="6" creationId="{24353777-D960-C968-46B2-C9D39EBD397E}"/>
          </ac:picMkLst>
        </pc:picChg>
        <pc:picChg chg="del">
          <ac:chgData name="Ronnel D. Palenzuela" userId="27216d6f-a712-48da-bcb2-613e4bc945ac" providerId="ADAL" clId="{16FF8E01-DE24-0F4F-A559-943D670B7764}" dt="2024-08-14T13:36:35.785" v="186" actId="478"/>
          <ac:picMkLst>
            <pc:docMk/>
            <pc:sldMk cId="538568147" sldId="265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FF8E01-DE24-0F4F-A559-943D670B7764}" dt="2024-08-14T13:36:36.302" v="188" actId="478"/>
          <ac:picMkLst>
            <pc:docMk/>
            <pc:sldMk cId="538568147" sldId="265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FF8E01-DE24-0F4F-A559-943D670B7764}" dt="2024-08-14T13:36:36.076" v="187" actId="478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FF8E01-DE24-0F4F-A559-943D670B7764}" dt="2024-08-14T13:36:36.597" v="189" actId="478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82960047" sldId="266"/>
        </pc:sldMkLst>
        <pc:spChg chg="mod">
          <ac:chgData name="Ronnel D. Palenzuela" userId="27216d6f-a712-48da-bcb2-613e4bc945ac" providerId="ADAL" clId="{16FF8E01-DE24-0F4F-A559-943D670B7764}" dt="2024-08-14T13:45:50.997" v="383" actId="20577"/>
          <ac:spMkLst>
            <pc:docMk/>
            <pc:sldMk cId="178296004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52:01.538" v="473" actId="207"/>
          <ac:spMkLst>
            <pc:docMk/>
            <pc:sldMk cId="1782960047" sldId="26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3:54:36.838" v="483" actId="1076"/>
          <ac:spMkLst>
            <pc:docMk/>
            <pc:sldMk cId="1782960047" sldId="266"/>
            <ac:spMk id="6" creationId="{D96DF1EF-8473-896F-2BBC-6D1558971D10}"/>
          </ac:spMkLst>
        </pc:spChg>
        <pc:picChg chg="del">
          <ac:chgData name="Ronnel D. Palenzuela" userId="27216d6f-a712-48da-bcb2-613e4bc945ac" providerId="ADAL" clId="{16FF8E01-DE24-0F4F-A559-943D670B7764}" dt="2024-08-14T13:45:55.174" v="384" actId="478"/>
          <ac:picMkLst>
            <pc:docMk/>
            <pc:sldMk cId="1782960047" sldId="266"/>
            <ac:picMk id="5" creationId="{70008023-F501-145C-0B44-5194C048510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029220167" sldId="266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149631211" sldId="267"/>
        </pc:sldMkLst>
        <pc:spChg chg="mod">
          <ac:chgData name="Ronnel D. Palenzuela" userId="27216d6f-a712-48da-bcb2-613e4bc945ac" providerId="ADAL" clId="{16FF8E01-DE24-0F4F-A559-943D670B7764}" dt="2024-08-14T15:58:59.103" v="1314" actId="11"/>
          <ac:spMkLst>
            <pc:docMk/>
            <pc:sldMk cId="2149631211" sldId="267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13:54:04.562" v="479" actId="2696"/>
        <pc:sldMkLst>
          <pc:docMk/>
          <pc:sldMk cId="2717857131" sldId="267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85671655" sldId="267"/>
        </pc:sldMkLst>
      </pc:sldChg>
      <pc:sldChg chg="add del">
        <pc:chgData name="Ronnel D. Palenzuela" userId="27216d6f-a712-48da-bcb2-613e4bc945ac" providerId="ADAL" clId="{16FF8E01-DE24-0F4F-A559-943D670B7764}" dt="2024-08-14T13:54:30.391" v="482" actId="2696"/>
        <pc:sldMkLst>
          <pc:docMk/>
          <pc:sldMk cId="3367849497" sldId="267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55138258" sldId="268"/>
        </pc:sldMkLst>
        <pc:spChg chg="mod">
          <ac:chgData name="Ronnel D. Palenzuela" userId="27216d6f-a712-48da-bcb2-613e4bc945ac" providerId="ADAL" clId="{16FF8E01-DE24-0F4F-A559-943D670B7764}" dt="2024-08-14T15:59:15.816" v="1315" actId="11"/>
          <ac:spMkLst>
            <pc:docMk/>
            <pc:sldMk cId="155138258" sldId="268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637530094" sldId="268"/>
        </pc:sldMkLst>
      </pc:sldChg>
      <pc:sldChg chg="add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831007090" sldId="269"/>
        </pc:sldMkLst>
        <pc:spChg chg="mod">
          <ac:chgData name="Ronnel D. Palenzuela" userId="27216d6f-a712-48da-bcb2-613e4bc945ac" providerId="ADAL" clId="{16FF8E01-DE24-0F4F-A559-943D670B7764}" dt="2024-08-14T14:10:47.606" v="696" actId="20577"/>
          <ac:spMkLst>
            <pc:docMk/>
            <pc:sldMk cId="2831007090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4:16:06.339" v="778" actId="1076"/>
          <ac:spMkLst>
            <pc:docMk/>
            <pc:sldMk cId="2831007090" sldId="269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4:15:42.779" v="771" actId="113"/>
          <ac:spMkLst>
            <pc:docMk/>
            <pc:sldMk cId="2831007090" sldId="269"/>
            <ac:spMk id="4" creationId="{CB6DD4F9-08BE-3AF6-FDDC-AB693A0D38F1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18365145" sldId="269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07698705" sldId="270"/>
        </pc:sldMkLst>
      </pc:sldChg>
      <pc:sldChg chg="addSp del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073403413" sldId="270"/>
        </pc:sldMkLst>
        <pc:spChg chg="mod">
          <ac:chgData name="Ronnel D. Palenzuela" userId="27216d6f-a712-48da-bcb2-613e4bc945ac" providerId="ADAL" clId="{16FF8E01-DE24-0F4F-A559-943D670B7764}" dt="2024-08-14T14:55:39.952" v="834" actId="20577"/>
          <ac:spMkLst>
            <pc:docMk/>
            <pc:sldMk cId="2073403413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5:31:54.057" v="880" actId="207"/>
          <ac:spMkLst>
            <pc:docMk/>
            <pc:sldMk cId="2073403413" sldId="27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5:09:23.422" v="836" actId="478"/>
          <ac:picMkLst>
            <pc:docMk/>
            <pc:sldMk cId="2073403413" sldId="270"/>
            <ac:picMk id="4" creationId="{369191B6-2A1C-3113-9BFD-747A4657F8D7}"/>
          </ac:picMkLst>
        </pc:picChg>
        <pc:picChg chg="del">
          <ac:chgData name="Ronnel D. Palenzuela" userId="27216d6f-a712-48da-bcb2-613e4bc945ac" providerId="ADAL" clId="{16FF8E01-DE24-0F4F-A559-943D670B7764}" dt="2024-08-14T14:53:40.293" v="791" actId="478"/>
          <ac:picMkLst>
            <pc:docMk/>
            <pc:sldMk cId="2073403413" sldId="270"/>
            <ac:picMk id="5" creationId="{70008023-F501-145C-0B44-5194C048510F}"/>
          </ac:picMkLst>
        </pc:picChg>
        <pc:picChg chg="del">
          <ac:chgData name="Ronnel D. Palenzuela" userId="27216d6f-a712-48da-bcb2-613e4bc945ac" providerId="ADAL" clId="{16FF8E01-DE24-0F4F-A559-943D670B7764}" dt="2024-08-14T14:53:41.454" v="792" actId="478"/>
          <ac:picMkLst>
            <pc:docMk/>
            <pc:sldMk cId="2073403413" sldId="270"/>
            <ac:picMk id="6" creationId="{24353777-D960-C968-46B2-C9D39EBD397E}"/>
          </ac:picMkLst>
        </pc:picChg>
        <pc:picChg chg="add del mod">
          <ac:chgData name="Ronnel D. Palenzuela" userId="27216d6f-a712-48da-bcb2-613e4bc945ac" providerId="ADAL" clId="{16FF8E01-DE24-0F4F-A559-943D670B7764}" dt="2024-08-14T15:09:24.556" v="837" actId="478"/>
          <ac:picMkLst>
            <pc:docMk/>
            <pc:sldMk cId="2073403413" sldId="270"/>
            <ac:picMk id="7" creationId="{CFF5A6F2-A391-E973-A9F9-EEAEDEBC41C8}"/>
          </ac:picMkLst>
        </pc:picChg>
        <pc:picChg chg="add del mod">
          <ac:chgData name="Ronnel D. Palenzuela" userId="27216d6f-a712-48da-bcb2-613e4bc945ac" providerId="ADAL" clId="{16FF8E01-DE24-0F4F-A559-943D670B7764}" dt="2024-08-14T15:38:21.939" v="921"/>
          <ac:picMkLst>
            <pc:docMk/>
            <pc:sldMk cId="2073403413" sldId="270"/>
            <ac:picMk id="8" creationId="{7628CA4E-3E92-F09C-D2FD-C46202C5E649}"/>
          </ac:picMkLst>
        </pc:picChg>
        <pc:picChg chg="add mod">
          <ac:chgData name="Ronnel D. Palenzuela" userId="27216d6f-a712-48da-bcb2-613e4bc945ac" providerId="ADAL" clId="{16FF8E01-DE24-0F4F-A559-943D670B7764}" dt="2024-08-14T15:34:34.583" v="908" actId="1076"/>
          <ac:picMkLst>
            <pc:docMk/>
            <pc:sldMk cId="2073403413" sldId="270"/>
            <ac:picMk id="9" creationId="{FFA2BE38-0E04-5FB6-310F-C9B71C57486B}"/>
          </ac:picMkLst>
        </pc:picChg>
        <pc:picChg chg="add mod">
          <ac:chgData name="Ronnel D. Palenzuela" userId="27216d6f-a712-48da-bcb2-613e4bc945ac" providerId="ADAL" clId="{16FF8E01-DE24-0F4F-A559-943D670B7764}" dt="2024-08-14T15:34:23.881" v="905" actId="1076"/>
          <ac:picMkLst>
            <pc:docMk/>
            <pc:sldMk cId="2073403413" sldId="270"/>
            <ac:picMk id="10" creationId="{667804E6-901E-3F8A-8E71-F3840CE73713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406508294" sldId="271"/>
        </pc:sldMkLst>
        <pc:spChg chg="mod">
          <ac:chgData name="Ronnel D. Palenzuela" userId="27216d6f-a712-48da-bcb2-613e4bc945ac" providerId="ADAL" clId="{16FF8E01-DE24-0F4F-A559-943D670B7764}" dt="2024-08-14T15:45:04.117" v="1046" actId="20577"/>
          <ac:spMkLst>
            <pc:docMk/>
            <pc:sldMk cId="2406508294" sldId="271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5:35:02.613" v="915" actId="22"/>
          <ac:spMkLst>
            <pc:docMk/>
            <pc:sldMk cId="2406508294" sldId="271"/>
            <ac:spMk id="5" creationId="{4142F3C9-0F99-D487-F109-5D1080BCD242}"/>
          </ac:spMkLst>
        </pc:spChg>
        <pc:spChg chg="add mod">
          <ac:chgData name="Ronnel D. Palenzuela" userId="27216d6f-a712-48da-bcb2-613e4bc945ac" providerId="ADAL" clId="{16FF8E01-DE24-0F4F-A559-943D670B7764}" dt="2024-08-14T15:35:21.596" v="919" actId="1076"/>
          <ac:spMkLst>
            <pc:docMk/>
            <pc:sldMk cId="2406508294" sldId="271"/>
            <ac:spMk id="7" creationId="{59101826-B0CF-114B-0320-F5905D2B047C}"/>
          </ac:spMkLst>
        </pc:spChg>
        <pc:picChg chg="del">
          <ac:chgData name="Ronnel D. Palenzuela" userId="27216d6f-a712-48da-bcb2-613e4bc945ac" providerId="ADAL" clId="{16FF8E01-DE24-0F4F-A559-943D670B7764}" dt="2024-08-14T15:34:53.519" v="911" actId="478"/>
          <ac:picMkLst>
            <pc:docMk/>
            <pc:sldMk cId="2406508294" sldId="271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5:34:52.857" v="910" actId="478"/>
          <ac:picMkLst>
            <pc:docMk/>
            <pc:sldMk cId="2406508294" sldId="271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5:34:53.775" v="912" actId="478"/>
          <ac:picMkLst>
            <pc:docMk/>
            <pc:sldMk cId="2406508294" sldId="271"/>
            <ac:picMk id="10" creationId="{667804E6-901E-3F8A-8E71-F3840CE73713}"/>
          </ac:picMkLst>
        </pc:picChg>
        <pc:picChg chg="add del mod">
          <ac:chgData name="Ronnel D. Palenzuela" userId="27216d6f-a712-48da-bcb2-613e4bc945ac" providerId="ADAL" clId="{16FF8E01-DE24-0F4F-A559-943D670B7764}" dt="2024-08-14T15:40:56.703" v="965" actId="478"/>
          <ac:picMkLst>
            <pc:docMk/>
            <pc:sldMk cId="2406508294" sldId="271"/>
            <ac:picMk id="11" creationId="{7451C57A-98EA-DF71-2373-89D7F90904C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120804606" sldId="271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005021045" sldId="272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217730064" sldId="272"/>
        </pc:sldMkLst>
        <pc:spChg chg="mod">
          <ac:chgData name="Ronnel D. Palenzuela" userId="27216d6f-a712-48da-bcb2-613e4bc945ac" providerId="ADAL" clId="{16FF8E01-DE24-0F4F-A559-943D670B7764}" dt="2024-08-14T15:59:35.416" v="1316" actId="11"/>
          <ac:spMkLst>
            <pc:docMk/>
            <pc:sldMk cId="2217730064" sldId="272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716507679" sldId="273"/>
        </pc:sldMkLst>
      </pc:sldChg>
      <pc:sldChg chg="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73650369" sldId="273"/>
        </pc:sldMkLst>
        <pc:spChg chg="mod">
          <ac:chgData name="Ronnel D. Palenzuela" userId="27216d6f-a712-48da-bcb2-613e4bc945ac" providerId="ADAL" clId="{16FF8E01-DE24-0F4F-A559-943D670B7764}" dt="2024-08-14T15:59:48.974" v="1318" actId="11"/>
          <ac:spMkLst>
            <pc:docMk/>
            <pc:sldMk cId="1773650369" sldId="273"/>
            <ac:spMk id="3" creationId="{F9E9654B-D8E5-22CA-371A-57FADD13842B}"/>
          </ac:spMkLst>
        </pc:spChg>
      </pc:sldChg>
      <pc:sldChg chg="add del ord">
        <pc:chgData name="Ronnel D. Palenzuela" userId="27216d6f-a712-48da-bcb2-613e4bc945ac" providerId="ADAL" clId="{16FF8E01-DE24-0F4F-A559-943D670B7764}" dt="2024-08-14T16:09:44.931" v="1436" actId="2696"/>
        <pc:sldMkLst>
          <pc:docMk/>
          <pc:sldMk cId="415108391" sldId="274"/>
        </pc:sldMkLst>
      </pc:sldChg>
      <pc:sldChg chg="addSp modSp add mod modNotesTx">
        <pc:chgData name="Ronnel D. Palenzuela" userId="27216d6f-a712-48da-bcb2-613e4bc945ac" providerId="ADAL" clId="{16FF8E01-DE24-0F4F-A559-943D670B7764}" dt="2024-08-14T17:35:56.996" v="2348" actId="207"/>
        <pc:sldMkLst>
          <pc:docMk/>
          <pc:sldMk cId="3520817057" sldId="274"/>
        </pc:sldMkLst>
        <pc:spChg chg="mod">
          <ac:chgData name="Ronnel D. Palenzuela" userId="27216d6f-a712-48da-bcb2-613e4bc945ac" providerId="ADAL" clId="{16FF8E01-DE24-0F4F-A559-943D670B7764}" dt="2024-08-14T16:34:48.838" v="1740" actId="1076"/>
          <ac:spMkLst>
            <pc:docMk/>
            <pc:sldMk cId="3520817057" sldId="274"/>
            <ac:spMk id="2" creationId="{4B9DC0FD-E73C-26A6-891F-61B461076958}"/>
          </ac:spMkLst>
        </pc:spChg>
        <pc:spChg chg="add mod">
          <ac:chgData name="Ronnel D. Palenzuela" userId="27216d6f-a712-48da-bcb2-613e4bc945ac" providerId="ADAL" clId="{16FF8E01-DE24-0F4F-A559-943D670B7764}" dt="2024-08-14T17:35:56.996" v="2348" actId="207"/>
          <ac:spMkLst>
            <pc:docMk/>
            <pc:sldMk cId="3520817057" sldId="274"/>
            <ac:spMk id="4" creationId="{02334A40-A4A9-25FE-DC7A-9B1C1C6A0886}"/>
          </ac:spMkLst>
        </pc:spChg>
      </pc:sldChg>
      <pc:sldChg chg="addSp delSp modSp add del mod">
        <pc:chgData name="Ronnel D. Palenzuela" userId="27216d6f-a712-48da-bcb2-613e4bc945ac" providerId="ADAL" clId="{16FF8E01-DE24-0F4F-A559-943D670B7764}" dt="2024-08-14T16:15:45.956" v="1532" actId="2696"/>
        <pc:sldMkLst>
          <pc:docMk/>
          <pc:sldMk cId="2172138736" sldId="275"/>
        </pc:sldMkLst>
        <pc:spChg chg="mod">
          <ac:chgData name="Ronnel D. Palenzuela" userId="27216d6f-a712-48da-bcb2-613e4bc945ac" providerId="ADAL" clId="{16FF8E01-DE24-0F4F-A559-943D670B7764}" dt="2024-08-14T16:15:14.648" v="1524" actId="20577"/>
          <ac:spMkLst>
            <pc:docMk/>
            <pc:sldMk cId="2172138736" sldId="27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40.915" v="1531"/>
          <ac:spMkLst>
            <pc:docMk/>
            <pc:sldMk cId="2172138736" sldId="275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6:15:16.283" v="1525" actId="478"/>
          <ac:picMkLst>
            <pc:docMk/>
            <pc:sldMk cId="2172138736" sldId="275"/>
            <ac:picMk id="4" creationId="{3DD2775A-1217-7607-D818-9986C2B95701}"/>
          </ac:picMkLst>
        </pc:picChg>
        <pc:picChg chg="del">
          <ac:chgData name="Ronnel D. Palenzuela" userId="27216d6f-a712-48da-bcb2-613e4bc945ac" providerId="ADAL" clId="{16FF8E01-DE24-0F4F-A559-943D670B7764}" dt="2024-08-14T16:10:15.858" v="1472" actId="478"/>
          <ac:picMkLst>
            <pc:docMk/>
            <pc:sldMk cId="2172138736" sldId="275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6:10:15.605" v="1471" actId="478"/>
          <ac:picMkLst>
            <pc:docMk/>
            <pc:sldMk cId="2172138736" sldId="275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6:10:16.066" v="1473" actId="478"/>
          <ac:picMkLst>
            <pc:docMk/>
            <pc:sldMk cId="2172138736" sldId="275"/>
            <ac:picMk id="10" creationId="{667804E6-901E-3F8A-8E71-F3840CE7371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70147815" sldId="275"/>
        </pc:sldMkLst>
      </pc:sldChg>
      <pc:sldChg chg="modSp add mod ord modNotesTx">
        <pc:chgData name="Ronnel D. Palenzuela" userId="27216d6f-a712-48da-bcb2-613e4bc945ac" providerId="ADAL" clId="{16FF8E01-DE24-0F4F-A559-943D670B7764}" dt="2024-08-14T16:34:54.089" v="1743" actId="20577"/>
        <pc:sldMkLst>
          <pc:docMk/>
          <pc:sldMk cId="2154677164" sldId="276"/>
        </pc:sldMkLst>
        <pc:spChg chg="mod">
          <ac:chgData name="Ronnel D. Palenzuela" userId="27216d6f-a712-48da-bcb2-613e4bc945ac" providerId="ADAL" clId="{16FF8E01-DE24-0F4F-A559-943D670B7764}" dt="2024-08-14T16:34:54.089" v="1743" actId="20577"/>
          <ac:spMkLst>
            <pc:docMk/>
            <pc:sldMk cId="2154677164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04.817" v="1513" actId="207"/>
          <ac:spMkLst>
            <pc:docMk/>
            <pc:sldMk cId="2154677164" sldId="276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621742425" sldId="276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08275361" sldId="277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4:40.231" v="1652"/>
        <pc:sldMkLst>
          <pc:docMk/>
          <pc:sldMk cId="1655093992" sldId="277"/>
        </pc:sldMkLst>
        <pc:spChg chg="mod">
          <ac:chgData name="Ronnel D. Palenzuela" userId="27216d6f-a712-48da-bcb2-613e4bc945ac" providerId="ADAL" clId="{16FF8E01-DE24-0F4F-A559-943D670B7764}" dt="2024-08-14T16:15:53.933" v="1548" actId="20577"/>
          <ac:spMkLst>
            <pc:docMk/>
            <pc:sldMk cId="1655093992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6:03.761" v="1554" actId="207"/>
          <ac:spMkLst>
            <pc:docMk/>
            <pc:sldMk cId="1655093992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15:49.738" v="1534" actId="478"/>
          <ac:picMkLst>
            <pc:docMk/>
            <pc:sldMk cId="1655093992" sldId="277"/>
            <ac:picMk id="4" creationId="{3DD2775A-1217-7607-D818-9986C2B95701}"/>
          </ac:picMkLst>
        </pc:picChg>
        <pc:picChg chg="add mod">
          <ac:chgData name="Ronnel D. Palenzuela" userId="27216d6f-a712-48da-bcb2-613e4bc945ac" providerId="ADAL" clId="{16FF8E01-DE24-0F4F-A559-943D670B7764}" dt="2024-08-14T16:22:20.410" v="1645" actId="1076"/>
          <ac:picMkLst>
            <pc:docMk/>
            <pc:sldMk cId="1655093992" sldId="277"/>
            <ac:picMk id="5" creationId="{21F98874-7EDA-6F8F-7A52-E913F2501EF4}"/>
          </ac:picMkLst>
        </pc:picChg>
        <pc:picChg chg="add mod">
          <ac:chgData name="Ronnel D. Palenzuela" userId="27216d6f-a712-48da-bcb2-613e4bc945ac" providerId="ADAL" clId="{16FF8E01-DE24-0F4F-A559-943D670B7764}" dt="2024-08-14T16:22:19.327" v="1644" actId="1076"/>
          <ac:picMkLst>
            <pc:docMk/>
            <pc:sldMk cId="1655093992" sldId="277"/>
            <ac:picMk id="6" creationId="{AB87846A-7FEB-769F-7BA7-C9DDDB12476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28633288" sldId="278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5:33.500" v="1670"/>
        <pc:sldMkLst>
          <pc:docMk/>
          <pc:sldMk cId="1084106175" sldId="278"/>
        </pc:sldMkLst>
        <pc:spChg chg="mod">
          <ac:chgData name="Ronnel D. Palenzuela" userId="27216d6f-a712-48da-bcb2-613e4bc945ac" providerId="ADAL" clId="{16FF8E01-DE24-0F4F-A559-943D670B7764}" dt="2024-08-14T16:16:15.683" v="1568" actId="20577"/>
          <ac:spMkLst>
            <pc:docMk/>
            <pc:sldMk cId="1084106175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13.356" v="1628" actId="207"/>
          <ac:spMkLst>
            <pc:docMk/>
            <pc:sldMk cId="1084106175" sldId="27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6:17:30.269" v="1608" actId="22"/>
          <ac:spMkLst>
            <pc:docMk/>
            <pc:sldMk cId="1084106175" sldId="278"/>
            <ac:spMk id="5" creationId="{161974CA-D17A-C7C9-D387-4B786DACE39F}"/>
          </ac:spMkLst>
        </pc:spChg>
        <pc:picChg chg="add mod">
          <ac:chgData name="Ronnel D. Palenzuela" userId="27216d6f-a712-48da-bcb2-613e4bc945ac" providerId="ADAL" clId="{16FF8E01-DE24-0F4F-A559-943D670B7764}" dt="2024-08-14T16:24:18.313" v="1650" actId="1076"/>
          <ac:picMkLst>
            <pc:docMk/>
            <pc:sldMk cId="1084106175" sldId="278"/>
            <ac:picMk id="6" creationId="{1DBAEE34-611C-C72E-D674-1D598742FCFC}"/>
          </ac:picMkLst>
        </pc:picChg>
      </pc:sldChg>
      <pc:sldChg chg="addSp delSp modSp add mod modNotesTx">
        <pc:chgData name="Ronnel D. Palenzuela" userId="27216d6f-a712-48da-bcb2-613e4bc945ac" providerId="ADAL" clId="{16FF8E01-DE24-0F4F-A559-943D670B7764}" dt="2024-08-14T16:28:49.228" v="1688" actId="1076"/>
        <pc:sldMkLst>
          <pc:docMk/>
          <pc:sldMk cId="562485659" sldId="279"/>
        </pc:sldMkLst>
        <pc:spChg chg="mod">
          <ac:chgData name="Ronnel D. Palenzuela" userId="27216d6f-a712-48da-bcb2-613e4bc945ac" providerId="ADAL" clId="{16FF8E01-DE24-0F4F-A559-943D670B7764}" dt="2024-08-14T16:16:20.804" v="1575" actId="20577"/>
          <ac:spMkLst>
            <pc:docMk/>
            <pc:sldMk cId="562485659" sldId="279"/>
            <ac:spMk id="2" creationId="{1FD87645-D8E6-23DE-A822-448BF1054783}"/>
          </ac:spMkLst>
        </pc:spChg>
        <pc:spChg chg="add del mod">
          <ac:chgData name="Ronnel D. Palenzuela" userId="27216d6f-a712-48da-bcb2-613e4bc945ac" providerId="ADAL" clId="{16FF8E01-DE24-0F4F-A559-943D670B7764}" dt="2024-08-14T16:18:17.416" v="1630" actId="207"/>
          <ac:spMkLst>
            <pc:docMk/>
            <pc:sldMk cId="562485659" sldId="27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FF8E01-DE24-0F4F-A559-943D670B7764}" dt="2024-08-14T16:17:08.500" v="1600" actId="478"/>
          <ac:spMkLst>
            <pc:docMk/>
            <pc:sldMk cId="562485659" sldId="279"/>
            <ac:spMk id="5" creationId="{C512883A-C3F1-9C1D-1BC0-B118C33FB485}"/>
          </ac:spMkLst>
        </pc:spChg>
        <pc:picChg chg="add mod">
          <ac:chgData name="Ronnel D. Palenzuela" userId="27216d6f-a712-48da-bcb2-613e4bc945ac" providerId="ADAL" clId="{16FF8E01-DE24-0F4F-A559-943D670B7764}" dt="2024-08-14T16:28:47.407" v="1687" actId="1076"/>
          <ac:picMkLst>
            <pc:docMk/>
            <pc:sldMk cId="562485659" sldId="279"/>
            <ac:picMk id="6" creationId="{25F73CC1-53BA-4567-E3BA-1C63F2D9CE93}"/>
          </ac:picMkLst>
        </pc:picChg>
        <pc:picChg chg="add mod">
          <ac:chgData name="Ronnel D. Palenzuela" userId="27216d6f-a712-48da-bcb2-613e4bc945ac" providerId="ADAL" clId="{16FF8E01-DE24-0F4F-A559-943D670B7764}" dt="2024-08-14T16:28:49.228" v="1688" actId="1076"/>
          <ac:picMkLst>
            <pc:docMk/>
            <pc:sldMk cId="562485659" sldId="279"/>
            <ac:picMk id="7" creationId="{3FAF6F31-D00C-5848-28EC-E4192A65B29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220697961" sldId="279"/>
        </pc:sldMkLst>
      </pc:sldChg>
      <pc:sldChg chg="addSp modSp add mod modNotesTx">
        <pc:chgData name="Ronnel D. Palenzuela" userId="27216d6f-a712-48da-bcb2-613e4bc945ac" providerId="ADAL" clId="{16FF8E01-DE24-0F4F-A559-943D670B7764}" dt="2024-08-14T17:09:09.590" v="2182"/>
        <pc:sldMkLst>
          <pc:docMk/>
          <pc:sldMk cId="2101055377" sldId="280"/>
        </pc:sldMkLst>
        <pc:spChg chg="mod">
          <ac:chgData name="Ronnel D. Palenzuela" userId="27216d6f-a712-48da-bcb2-613e4bc945ac" providerId="ADAL" clId="{16FF8E01-DE24-0F4F-A559-943D670B7764}" dt="2024-08-14T16:16:29.753" v="1592" actId="20577"/>
          <ac:spMkLst>
            <pc:docMk/>
            <pc:sldMk cId="2101055377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1.161" v="1632" actId="207"/>
          <ac:spMkLst>
            <pc:docMk/>
            <pc:sldMk cId="2101055377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4" creationId="{B5ABF6ED-2604-A356-F8D2-8A031F072FC1}"/>
          </ac:picMkLst>
        </pc:pic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5" creationId="{EE318E40-1124-8135-1738-B9359FE8125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456681114" sldId="280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57213172" sldId="281"/>
        </pc:sldMkLst>
      </pc:sldChg>
      <pc:sldChg chg="addSp modSp add mod ord modNotesTx">
        <pc:chgData name="Ronnel D. Palenzuela" userId="27216d6f-a712-48da-bcb2-613e4bc945ac" providerId="ADAL" clId="{16FF8E01-DE24-0F4F-A559-943D670B7764}" dt="2024-08-14T17:09:31.130" v="2186"/>
        <pc:sldMkLst>
          <pc:docMk/>
          <pc:sldMk cId="4052999246" sldId="281"/>
        </pc:sldMkLst>
        <pc:spChg chg="mod">
          <ac:chgData name="Ronnel D. Palenzuela" userId="27216d6f-a712-48da-bcb2-613e4bc945ac" providerId="ADAL" clId="{16FF8E01-DE24-0F4F-A559-943D670B7764}" dt="2024-08-14T16:16:42.177" v="1594"/>
          <ac:spMkLst>
            <pc:docMk/>
            <pc:sldMk cId="4052999246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5.511" v="1634" actId="207"/>
          <ac:spMkLst>
            <pc:docMk/>
            <pc:sldMk cId="4052999246" sldId="28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1:29.020" v="1716" actId="1076"/>
          <ac:picMkLst>
            <pc:docMk/>
            <pc:sldMk cId="4052999246" sldId="281"/>
            <ac:picMk id="4" creationId="{5548C54F-301E-DCA9-21D7-E0AD96A9FA43}"/>
          </ac:picMkLst>
        </pc:picChg>
        <pc:picChg chg="add mod">
          <ac:chgData name="Ronnel D. Palenzuela" userId="27216d6f-a712-48da-bcb2-613e4bc945ac" providerId="ADAL" clId="{16FF8E01-DE24-0F4F-A559-943D670B7764}" dt="2024-08-14T16:31:30.328" v="1717" actId="1076"/>
          <ac:picMkLst>
            <pc:docMk/>
            <pc:sldMk cId="4052999246" sldId="281"/>
            <ac:picMk id="5" creationId="{89C006CD-3837-CB39-23CD-A101C01CDA9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6683317" sldId="282"/>
        </pc:sldMkLst>
      </pc:sldChg>
      <pc:sldChg chg="addSp delSp modSp add mod ord">
        <pc:chgData name="Ronnel D. Palenzuela" userId="27216d6f-a712-48da-bcb2-613e4bc945ac" providerId="ADAL" clId="{16FF8E01-DE24-0F4F-A559-943D670B7764}" dt="2024-08-14T16:58:26.475" v="2121" actId="20577"/>
        <pc:sldMkLst>
          <pc:docMk/>
          <pc:sldMk cId="3651396270" sldId="282"/>
        </pc:sldMkLst>
        <pc:spChg chg="mod">
          <ac:chgData name="Ronnel D. Palenzuela" userId="27216d6f-a712-48da-bcb2-613e4bc945ac" providerId="ADAL" clId="{16FF8E01-DE24-0F4F-A559-943D670B7764}" dt="2024-08-14T16:38:16.616" v="1763" actId="20577"/>
          <ac:spMkLst>
            <pc:docMk/>
            <pc:sldMk cId="3651396270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8:26.475" v="2121" actId="20577"/>
          <ac:spMkLst>
            <pc:docMk/>
            <pc:sldMk cId="3651396270" sldId="282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33:50.779" v="1722" actId="478"/>
          <ac:picMkLst>
            <pc:docMk/>
            <pc:sldMk cId="3651396270" sldId="282"/>
            <ac:picMk id="4" creationId="{3DD2775A-1217-7607-D818-9986C2B95701}"/>
          </ac:picMkLst>
        </pc:picChg>
        <pc:picChg chg="add del mod">
          <ac:chgData name="Ronnel D. Palenzuela" userId="27216d6f-a712-48da-bcb2-613e4bc945ac" providerId="ADAL" clId="{16FF8E01-DE24-0F4F-A559-943D670B7764}" dt="2024-08-14T16:33:57.413" v="1726" actId="478"/>
          <ac:picMkLst>
            <pc:docMk/>
            <pc:sldMk cId="3651396270" sldId="282"/>
            <ac:picMk id="5" creationId="{5C4865FA-8A85-CD96-7E00-91EA3C1322EA}"/>
          </ac:picMkLst>
        </pc:picChg>
        <pc:picChg chg="add mod">
          <ac:chgData name="Ronnel D. Palenzuela" userId="27216d6f-a712-48da-bcb2-613e4bc945ac" providerId="ADAL" clId="{16FF8E01-DE24-0F4F-A559-943D670B7764}" dt="2024-08-14T16:37:32.689" v="1754" actId="1076"/>
          <ac:picMkLst>
            <pc:docMk/>
            <pc:sldMk cId="3651396270" sldId="282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93575964" sldId="283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2:26.342" v="2138"/>
        <pc:sldMkLst>
          <pc:docMk/>
          <pc:sldMk cId="3162599194" sldId="283"/>
        </pc:sldMkLst>
        <pc:spChg chg="mod">
          <ac:chgData name="Ronnel D. Palenzuela" userId="27216d6f-a712-48da-bcb2-613e4bc945ac" providerId="ADAL" clId="{16FF8E01-DE24-0F4F-A559-943D670B7764}" dt="2024-08-14T16:47:28.766" v="1822"/>
          <ac:spMkLst>
            <pc:docMk/>
            <pc:sldMk cId="316259919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2:16.070" v="1994" actId="207"/>
          <ac:spMkLst>
            <pc:docMk/>
            <pc:sldMk cId="3162599194" sldId="283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6:57:40.683" v="2117" actId="1076"/>
          <ac:spMkLst>
            <pc:docMk/>
            <pc:sldMk cId="3162599194" sldId="283"/>
            <ac:spMk id="4" creationId="{B086C906-76C1-C80B-2402-3CD150AED030}"/>
          </ac:spMkLst>
        </pc:spChg>
        <pc:spChg chg="add mod">
          <ac:chgData name="Ronnel D. Palenzuela" userId="27216d6f-a712-48da-bcb2-613e4bc945ac" providerId="ADAL" clId="{16FF8E01-DE24-0F4F-A559-943D670B7764}" dt="2024-08-14T16:52:23.273" v="2000" actId="113"/>
          <ac:spMkLst>
            <pc:docMk/>
            <pc:sldMk cId="3162599194" sldId="283"/>
            <ac:spMk id="5" creationId="{374C59D7-230E-26A4-3307-5D188332993A}"/>
          </ac:spMkLst>
        </pc:spChg>
        <pc:picChg chg="del">
          <ac:chgData name="Ronnel D. Palenzuela" userId="27216d6f-a712-48da-bcb2-613e4bc945ac" providerId="ADAL" clId="{16FF8E01-DE24-0F4F-A559-943D670B7764}" dt="2024-08-14T16:39:23.886" v="1788" actId="478"/>
          <ac:picMkLst>
            <pc:docMk/>
            <pc:sldMk cId="3162599194" sldId="283"/>
            <ac:picMk id="6" creationId="{FB4307CA-B2C0-91D7-AC3C-D22C8F2AE28E}"/>
          </ac:picMkLst>
        </pc:picChg>
      </pc:sldChg>
      <pc:sldChg chg="delSp modSp add del mod">
        <pc:chgData name="Ronnel D. Palenzuela" userId="27216d6f-a712-48da-bcb2-613e4bc945ac" providerId="ADAL" clId="{16FF8E01-DE24-0F4F-A559-943D670B7764}" dt="2024-08-14T16:52:56.130" v="2002" actId="2696"/>
        <pc:sldMkLst>
          <pc:docMk/>
          <pc:sldMk cId="476145324" sldId="284"/>
        </pc:sldMkLst>
        <pc:spChg chg="mod">
          <ac:chgData name="Ronnel D. Palenzuela" userId="27216d6f-a712-48da-bcb2-613e4bc945ac" providerId="ADAL" clId="{16FF8E01-DE24-0F4F-A559-943D670B7764}" dt="2024-08-14T16:39:28.295" v="1798" actId="20577"/>
          <ac:spMkLst>
            <pc:docMk/>
            <pc:sldMk cId="476145324" sldId="284"/>
            <ac:spMk id="2" creationId="{1FD87645-D8E6-23DE-A822-448BF1054783}"/>
          </ac:spMkLst>
        </pc:spChg>
        <pc:picChg chg="del">
          <ac:chgData name="Ronnel D. Palenzuela" userId="27216d6f-a712-48da-bcb2-613e4bc945ac" providerId="ADAL" clId="{16FF8E01-DE24-0F4F-A559-943D670B7764}" dt="2024-08-14T16:39:22.241" v="1787" actId="478"/>
          <ac:picMkLst>
            <pc:docMk/>
            <pc:sldMk cId="476145324" sldId="284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253337562" sldId="284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80579114" sldId="285"/>
        </pc:sldMkLst>
      </pc:sldChg>
      <pc:sldChg chg="modSp add del mod">
        <pc:chgData name="Ronnel D. Palenzuela" userId="27216d6f-a712-48da-bcb2-613e4bc945ac" providerId="ADAL" clId="{16FF8E01-DE24-0F4F-A559-943D670B7764}" dt="2024-08-14T16:55:44.538" v="2067" actId="2696"/>
        <pc:sldMkLst>
          <pc:docMk/>
          <pc:sldMk cId="3500652590" sldId="285"/>
        </pc:sldMkLst>
        <pc:spChg chg="mod">
          <ac:chgData name="Ronnel D. Palenzuela" userId="27216d6f-a712-48da-bcb2-613e4bc945ac" providerId="ADAL" clId="{16FF8E01-DE24-0F4F-A559-943D670B7764}" dt="2024-08-14T16:39:32.355" v="1805" actId="20577"/>
          <ac:spMkLst>
            <pc:docMk/>
            <pc:sldMk cId="3500652590" sldId="285"/>
            <ac:spMk id="2" creationId="{1FD87645-D8E6-23DE-A822-448BF1054783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81186720" sldId="286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4:33.737" v="2156" actId="1076"/>
        <pc:sldMkLst>
          <pc:docMk/>
          <pc:sldMk cId="1740139509" sldId="286"/>
        </pc:sldMkLst>
        <pc:spChg chg="mod">
          <ac:chgData name="Ronnel D. Palenzuela" userId="27216d6f-a712-48da-bcb2-613e4bc945ac" providerId="ADAL" clId="{16FF8E01-DE24-0F4F-A559-943D670B7764}" dt="2024-08-14T16:53:39.266" v="2019" actId="20577"/>
          <ac:spMkLst>
            <pc:docMk/>
            <pc:sldMk cId="1740139509" sldId="28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4:54.289" v="2059" actId="27636"/>
          <ac:spMkLst>
            <pc:docMk/>
            <pc:sldMk cId="1740139509" sldId="286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02.572" v="2104" actId="1076"/>
          <ac:spMkLst>
            <pc:docMk/>
            <pc:sldMk cId="1740139509" sldId="286"/>
            <ac:spMk id="4" creationId="{B086C906-76C1-C80B-2402-3CD150AED030}"/>
          </ac:spMkLst>
        </pc:spChg>
        <pc:spChg chg="del mod">
          <ac:chgData name="Ronnel D. Palenzuela" userId="27216d6f-a712-48da-bcb2-613e4bc945ac" providerId="ADAL" clId="{16FF8E01-DE24-0F4F-A559-943D670B7764}" dt="2024-08-14T16:54:29.712" v="2047" actId="478"/>
          <ac:spMkLst>
            <pc:docMk/>
            <pc:sldMk cId="1740139509" sldId="286"/>
            <ac:spMk id="5" creationId="{374C59D7-230E-26A4-3307-5D188332993A}"/>
          </ac:spMkLst>
        </pc:spChg>
        <pc:picChg chg="add mod">
          <ac:chgData name="Ronnel D. Palenzuela" userId="27216d6f-a712-48da-bcb2-613e4bc945ac" providerId="ADAL" clId="{16FF8E01-DE24-0F4F-A559-943D670B7764}" dt="2024-08-14T17:04:33.737" v="2156" actId="1076"/>
          <ac:picMkLst>
            <pc:docMk/>
            <pc:sldMk cId="1740139509" sldId="286"/>
            <ac:picMk id="6" creationId="{7355D678-29E7-A4B1-013E-B622157A0CE9}"/>
          </ac:picMkLst>
        </pc:picChg>
      </pc:sldChg>
      <pc:sldChg chg="addSp delSp modSp add mod ord modNotesTx">
        <pc:chgData name="Ronnel D. Palenzuela" userId="27216d6f-a712-48da-bcb2-613e4bc945ac" providerId="ADAL" clId="{16FF8E01-DE24-0F4F-A559-943D670B7764}" dt="2024-08-14T17:09:41.649" v="2189" actId="20578"/>
        <pc:sldMkLst>
          <pc:docMk/>
          <pc:sldMk cId="2244338286" sldId="287"/>
        </pc:sldMkLst>
        <pc:spChg chg="mod">
          <ac:chgData name="Ronnel D. Palenzuela" userId="27216d6f-a712-48da-bcb2-613e4bc945ac" providerId="ADAL" clId="{16FF8E01-DE24-0F4F-A559-943D670B7764}" dt="2024-08-14T16:55:51.174" v="2074" actId="20577"/>
          <ac:spMkLst>
            <pc:docMk/>
            <pc:sldMk cId="2244338286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6:49.755" v="2102" actId="27636"/>
          <ac:spMkLst>
            <pc:docMk/>
            <pc:sldMk cId="2244338286" sldId="287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17.574" v="2108" actId="1076"/>
          <ac:spMkLst>
            <pc:docMk/>
            <pc:sldMk cId="2244338286" sldId="287"/>
            <ac:spMk id="4" creationId="{B086C906-76C1-C80B-2402-3CD150AED030}"/>
          </ac:spMkLst>
        </pc:spChg>
        <pc:picChg chg="add del mod">
          <ac:chgData name="Ronnel D. Palenzuela" userId="27216d6f-a712-48da-bcb2-613e4bc945ac" providerId="ADAL" clId="{16FF8E01-DE24-0F4F-A559-943D670B7764}" dt="2024-08-14T17:06:20.306" v="2162" actId="478"/>
          <ac:picMkLst>
            <pc:docMk/>
            <pc:sldMk cId="2244338286" sldId="287"/>
            <ac:picMk id="5" creationId="{C84F9925-8BF0-7942-2733-4A5D508AEA7C}"/>
          </ac:picMkLst>
        </pc:picChg>
        <pc:picChg chg="add mod">
          <ac:chgData name="Ronnel D. Palenzuela" userId="27216d6f-a712-48da-bcb2-613e4bc945ac" providerId="ADAL" clId="{16FF8E01-DE24-0F4F-A559-943D670B7764}" dt="2024-08-14T17:07:53.726" v="2172" actId="1076"/>
          <ac:picMkLst>
            <pc:docMk/>
            <pc:sldMk cId="2244338286" sldId="287"/>
            <ac:picMk id="6" creationId="{FABA4C1D-2D18-55BC-C0A4-FFF3AFC35C03}"/>
          </ac:picMkLst>
        </pc:picChg>
        <pc:picChg chg="add mod">
          <ac:chgData name="Ronnel D. Palenzuela" userId="27216d6f-a712-48da-bcb2-613e4bc945ac" providerId="ADAL" clId="{16FF8E01-DE24-0F4F-A559-943D670B7764}" dt="2024-08-14T17:07:55.489" v="2173" actId="1076"/>
          <ac:picMkLst>
            <pc:docMk/>
            <pc:sldMk cId="2244338286" sldId="287"/>
            <ac:picMk id="7" creationId="{C43B6C84-21DD-D63D-908A-759A84CA71F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278137860" sldId="287"/>
        </pc:sldMkLst>
      </pc:sldChg>
      <pc:sldChg chg="addSp delSp modSp add mod ord modNotesTx">
        <pc:chgData name="Ronnel D. Palenzuela" userId="27216d6f-a712-48da-bcb2-613e4bc945ac" providerId="ADAL" clId="{16FF8E01-DE24-0F4F-A559-943D670B7764}" dt="2024-08-15T02:15:44.096" v="2527" actId="20577"/>
        <pc:sldMkLst>
          <pc:docMk/>
          <pc:sldMk cId="2479479881" sldId="288"/>
        </pc:sldMkLst>
        <pc:spChg chg="mod">
          <ac:chgData name="Ronnel D. Palenzuela" userId="27216d6f-a712-48da-bcb2-613e4bc945ac" providerId="ADAL" clId="{16FF8E01-DE24-0F4F-A559-943D670B7764}" dt="2024-08-14T17:10:09.427" v="2193"/>
          <ac:spMkLst>
            <pc:docMk/>
            <pc:sldMk cId="2479479881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2:15:44.096" v="2527" actId="20577"/>
          <ac:spMkLst>
            <pc:docMk/>
            <pc:sldMk cId="2479479881" sldId="28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4:50.208" v="2303" actId="1076"/>
          <ac:picMkLst>
            <pc:docMk/>
            <pc:sldMk cId="2479479881" sldId="288"/>
            <ac:picMk id="4" creationId="{AF7B02EF-789B-13F1-37A8-FD2A27B92C39}"/>
          </ac:picMkLst>
        </pc:picChg>
        <pc:picChg chg="add mod">
          <ac:chgData name="Ronnel D. Palenzuela" userId="27216d6f-a712-48da-bcb2-613e4bc945ac" providerId="ADAL" clId="{16FF8E01-DE24-0F4F-A559-943D670B7764}" dt="2024-08-14T17:24:49.104" v="2302" actId="1076"/>
          <ac:picMkLst>
            <pc:docMk/>
            <pc:sldMk cId="2479479881" sldId="288"/>
            <ac:picMk id="5" creationId="{D6307E59-5ABC-0E69-DD46-32B7DC644359}"/>
          </ac:picMkLst>
        </pc:picChg>
        <pc:picChg chg="del">
          <ac:chgData name="Ronnel D. Palenzuela" userId="27216d6f-a712-48da-bcb2-613e4bc945ac" providerId="ADAL" clId="{16FF8E01-DE24-0F4F-A559-943D670B7764}" dt="2024-08-14T17:10:50.216" v="2201" actId="478"/>
          <ac:picMkLst>
            <pc:docMk/>
            <pc:sldMk cId="2479479881" sldId="288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972629357" sldId="288"/>
        </pc:sldMkLst>
      </pc:sldChg>
      <pc:sldChg chg="addSp delSp modSp add mod modNotesTx">
        <pc:chgData name="Ronnel D. Palenzuela" userId="27216d6f-a712-48da-bcb2-613e4bc945ac" providerId="ADAL" clId="{16FF8E01-DE24-0F4F-A559-943D670B7764}" dt="2024-08-15T03:52:08.349" v="2531" actId="20577"/>
        <pc:sldMkLst>
          <pc:docMk/>
          <pc:sldMk cId="1306085031" sldId="289"/>
        </pc:sldMkLst>
        <pc:spChg chg="mod">
          <ac:chgData name="Ronnel D. Palenzuela" userId="27216d6f-a712-48da-bcb2-613e4bc945ac" providerId="ADAL" clId="{16FF8E01-DE24-0F4F-A559-943D670B7764}" dt="2024-08-14T17:10:29.110" v="2196" actId="20577"/>
          <ac:spMkLst>
            <pc:docMk/>
            <pc:sldMk cId="1306085031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3:52:08.349" v="2531" actId="20577"/>
          <ac:spMkLst>
            <pc:docMk/>
            <pc:sldMk cId="1306085031" sldId="28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8:52.052" v="2320" actId="1076"/>
          <ac:picMkLst>
            <pc:docMk/>
            <pc:sldMk cId="1306085031" sldId="289"/>
            <ac:picMk id="4" creationId="{348B68C4-CC0D-0D98-D64F-7F073EC0550F}"/>
          </ac:picMkLst>
        </pc:picChg>
        <pc:picChg chg="add del mod">
          <ac:chgData name="Ronnel D. Palenzuela" userId="27216d6f-a712-48da-bcb2-613e4bc945ac" providerId="ADAL" clId="{16FF8E01-DE24-0F4F-A559-943D670B7764}" dt="2024-08-14T17:34:52.342" v="2323" actId="478"/>
          <ac:picMkLst>
            <pc:docMk/>
            <pc:sldMk cId="1306085031" sldId="289"/>
            <ac:picMk id="5" creationId="{514E46FE-484E-F430-4A44-43DE9197FE51}"/>
          </ac:picMkLst>
        </pc:picChg>
        <pc:picChg chg="del">
          <ac:chgData name="Ronnel D. Palenzuela" userId="27216d6f-a712-48da-bcb2-613e4bc945ac" providerId="ADAL" clId="{16FF8E01-DE24-0F4F-A559-943D670B7764}" dt="2024-08-14T17:10:48.048" v="2199" actId="478"/>
          <ac:picMkLst>
            <pc:docMk/>
            <pc:sldMk cId="1306085031" sldId="289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34:57.159" v="2326" actId="1076"/>
          <ac:picMkLst>
            <pc:docMk/>
            <pc:sldMk cId="1306085031" sldId="289"/>
            <ac:picMk id="7" creationId="{EA60A796-7362-0FE0-7118-D1172B57B748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90164252" sldId="289"/>
        </pc:sldMkLst>
      </pc:sldChg>
      <pc:sldChg chg="addSp delSp modSp add mod">
        <pc:chgData name="Ronnel D. Palenzuela" userId="27216d6f-a712-48da-bcb2-613e4bc945ac" providerId="ADAL" clId="{16FF8E01-DE24-0F4F-A559-943D670B7764}" dt="2024-08-14T17:50:12.782" v="2526" actId="207"/>
        <pc:sldMkLst>
          <pc:docMk/>
          <pc:sldMk cId="926710605" sldId="290"/>
        </pc:sldMkLst>
        <pc:spChg chg="mod">
          <ac:chgData name="Ronnel D. Palenzuela" userId="27216d6f-a712-48da-bcb2-613e4bc945ac" providerId="ADAL" clId="{16FF8E01-DE24-0F4F-A559-943D670B7764}" dt="2024-08-14T17:13:25.130" v="2214" actId="20577"/>
          <ac:spMkLst>
            <pc:docMk/>
            <pc:sldMk cId="926710605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50:12.782" v="2526" actId="207"/>
          <ac:spMkLst>
            <pc:docMk/>
            <pc:sldMk cId="926710605" sldId="29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7:16:19.870" v="2228" actId="478"/>
          <ac:picMkLst>
            <pc:docMk/>
            <pc:sldMk cId="926710605" sldId="290"/>
            <ac:picMk id="4" creationId="{EDC21406-25B3-5E1C-5A7A-A71E21C74D60}"/>
          </ac:picMkLst>
        </pc:picChg>
        <pc:picChg chg="add del mod">
          <ac:chgData name="Ronnel D. Palenzuela" userId="27216d6f-a712-48da-bcb2-613e4bc945ac" providerId="ADAL" clId="{16FF8E01-DE24-0F4F-A559-943D670B7764}" dt="2024-08-14T17:41:36.468" v="2400" actId="1076"/>
          <ac:picMkLst>
            <pc:docMk/>
            <pc:sldMk cId="926710605" sldId="290"/>
            <ac:picMk id="5" creationId="{6F24035F-763D-2A44-9E4D-3B3AB777BA78}"/>
          </ac:picMkLst>
        </pc:picChg>
        <pc:picChg chg="del">
          <ac:chgData name="Ronnel D. Palenzuela" userId="27216d6f-a712-48da-bcb2-613e4bc945ac" providerId="ADAL" clId="{16FF8E01-DE24-0F4F-A559-943D670B7764}" dt="2024-08-14T17:10:49.106" v="2200" actId="478"/>
          <ac:picMkLst>
            <pc:docMk/>
            <pc:sldMk cId="926710605" sldId="290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41:43.973" v="2401" actId="1076"/>
          <ac:picMkLst>
            <pc:docMk/>
            <pc:sldMk cId="926710605" sldId="290"/>
            <ac:picMk id="7" creationId="{5A1661AD-4B34-6DA1-9F77-CE678239C894}"/>
          </ac:picMkLst>
        </pc:picChg>
        <pc:picChg chg="add mod">
          <ac:chgData name="Ronnel D. Palenzuela" userId="27216d6f-a712-48da-bcb2-613e4bc945ac" providerId="ADAL" clId="{16FF8E01-DE24-0F4F-A559-943D670B7764}" dt="2024-08-14T17:41:32.404" v="2398" actId="1076"/>
          <ac:picMkLst>
            <pc:docMk/>
            <pc:sldMk cId="926710605" sldId="290"/>
            <ac:picMk id="8" creationId="{E4E637F6-DB44-DC58-477A-29220CC8DA0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11498698" sldId="290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48:56.991" v="2524" actId="1076"/>
        <pc:sldMkLst>
          <pc:docMk/>
          <pc:sldMk cId="234676306" sldId="291"/>
        </pc:sldMkLst>
        <pc:spChg chg="mod">
          <ac:chgData name="Ronnel D. Palenzuela" userId="27216d6f-a712-48da-bcb2-613e4bc945ac" providerId="ADAL" clId="{16FF8E01-DE24-0F4F-A559-943D670B7764}" dt="2024-08-14T17:18:52.390" v="2243" actId="20577"/>
          <ac:spMkLst>
            <pc:docMk/>
            <pc:sldMk cId="234676306" sldId="29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44:12.036" v="2474" actId="20577"/>
          <ac:spMkLst>
            <pc:docMk/>
            <pc:sldMk cId="234676306" sldId="29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48:56.991" v="2524" actId="1076"/>
          <ac:picMkLst>
            <pc:docMk/>
            <pc:sldMk cId="234676306" sldId="291"/>
            <ac:picMk id="4" creationId="{77B54F2E-F3FD-7965-C9AC-7AD3C16CC21A}"/>
          </ac:picMkLst>
        </pc:picChg>
        <pc:picChg chg="del">
          <ac:chgData name="Ronnel D. Palenzuela" userId="27216d6f-a712-48da-bcb2-613e4bc945ac" providerId="ADAL" clId="{16FF8E01-DE24-0F4F-A559-943D670B7764}" dt="2024-08-14T17:43:01.527" v="2455" actId="478"/>
          <ac:picMkLst>
            <pc:docMk/>
            <pc:sldMk cId="234676306" sldId="291"/>
            <ac:picMk id="5" creationId="{6F24035F-763D-2A44-9E4D-3B3AB777BA78}"/>
          </ac:picMkLst>
        </pc:picChg>
        <pc:picChg chg="add del mod">
          <ac:chgData name="Ronnel D. Palenzuela" userId="27216d6f-a712-48da-bcb2-613e4bc945ac" providerId="ADAL" clId="{16FF8E01-DE24-0F4F-A559-943D670B7764}" dt="2024-08-14T17:47:51.981" v="2508" actId="478"/>
          <ac:picMkLst>
            <pc:docMk/>
            <pc:sldMk cId="234676306" sldId="291"/>
            <ac:picMk id="6" creationId="{50F79B71-AA73-A4EC-42FF-95E9F8E1747A}"/>
          </ac:picMkLst>
        </pc:picChg>
        <pc:picChg chg="add mod">
          <ac:chgData name="Ronnel D. Palenzuela" userId="27216d6f-a712-48da-bcb2-613e4bc945ac" providerId="ADAL" clId="{16FF8E01-DE24-0F4F-A559-943D670B7764}" dt="2024-08-14T17:48:51.118" v="2520" actId="1076"/>
          <ac:picMkLst>
            <pc:docMk/>
            <pc:sldMk cId="234676306" sldId="291"/>
            <ac:picMk id="7" creationId="{BFFCD08C-39CF-85D4-AFAB-20D06151775B}"/>
          </ac:picMkLst>
        </pc:picChg>
        <pc:picChg chg="add mod">
          <ac:chgData name="Ronnel D. Palenzuela" userId="27216d6f-a712-48da-bcb2-613e4bc945ac" providerId="ADAL" clId="{16FF8E01-DE24-0F4F-A559-943D670B7764}" dt="2024-08-14T17:48:55.627" v="2522" actId="1076"/>
          <ac:picMkLst>
            <pc:docMk/>
            <pc:sldMk cId="234676306" sldId="291"/>
            <ac:picMk id="8" creationId="{94650D83-6F61-D6E5-506A-5BEBD5E1B8C5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815011119" sldId="291"/>
        </pc:sldMkLst>
      </pc:sldChg>
      <pc:sldMasterChg chg="modSldLayout">
        <pc:chgData name="Ronnel D. Palenzuela" userId="27216d6f-a712-48da-bcb2-613e4bc945ac" providerId="ADAL" clId="{16FF8E01-DE24-0F4F-A559-943D670B7764}" dt="2024-08-14T16:14:03.102" v="1502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FF8E01-DE24-0F4F-A559-943D670B7764}" dt="2024-08-14T16:13:56.324" v="1498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FF8E01-DE24-0F4F-A559-943D670B7764}" dt="2024-08-14T16:13:56.324" v="1498" actId="20577"/>
            <ac:spMkLst>
              <pc:docMk/>
              <pc:sldMasterMk cId="651270159" sldId="2147483648"/>
              <pc:sldLayoutMk cId="2921653432" sldId="2147483649"/>
              <ac:spMk id="14" creationId="{D0B6F2F1-CE07-6C53-35DD-423B006969A2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3:59.827" v="1500" actId="20577"/>
          <pc:sldLayoutMkLst>
            <pc:docMk/>
            <pc:sldMasterMk cId="651270159" sldId="2147483648"/>
            <pc:sldLayoutMk cId="414239045" sldId="2147483650"/>
          </pc:sldLayoutMkLst>
          <pc:spChg chg="mod">
            <ac:chgData name="Ronnel D. Palenzuela" userId="27216d6f-a712-48da-bcb2-613e4bc945ac" providerId="ADAL" clId="{16FF8E01-DE24-0F4F-A559-943D670B7764}" dt="2024-08-14T16:13:59.827" v="1500" actId="20577"/>
            <ac:spMkLst>
              <pc:docMk/>
              <pc:sldMasterMk cId="651270159" sldId="2147483648"/>
              <pc:sldLayoutMk cId="414239045" sldId="2147483650"/>
              <ac:spMk id="8" creationId="{A20CEFFD-1670-10A5-7ED4-7F9703262EA1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4:03.102" v="1502" actId="20577"/>
          <pc:sldLayoutMkLst>
            <pc:docMk/>
            <pc:sldMasterMk cId="651270159" sldId="2147483648"/>
            <pc:sldLayoutMk cId="2618641526" sldId="2147483653"/>
          </pc:sldLayoutMkLst>
          <pc:spChg chg="mod">
            <ac:chgData name="Ronnel D. Palenzuela" userId="27216d6f-a712-48da-bcb2-613e4bc945ac" providerId="ADAL" clId="{16FF8E01-DE24-0F4F-A559-943D670B7764}" dt="2024-08-14T16:14:03.102" v="1502" actId="20577"/>
            <ac:spMkLst>
              <pc:docMk/>
              <pc:sldMasterMk cId="651270159" sldId="2147483648"/>
              <pc:sldLayoutMk cId="2618641526" sldId="2147483653"/>
              <ac:spMk id="11" creationId="{3E084DDE-82D5-F74F-6486-DED2612274CD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2571296296296295E-2"/>
          <c:y val="1.7747810601511396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127000">
                <a:solidFill>
                  <a:schemeClr val="tx1"/>
                </a:solidFill>
              </a:ln>
              <a:effectLst/>
            </c:spPr>
          </c:marker>
          <c:dPt>
            <c:idx val="6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chemeClr val="tx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8EF4-42B3-A0EA-FC079067CC25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chemeClr val="tx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8EF4-42B3-A0EA-FC079067CC25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chemeClr val="tx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8EF4-42B3-A0EA-FC079067CC25}"/>
              </c:ext>
            </c:extLst>
          </c:dPt>
          <c:dPt>
            <c:idx val="9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chemeClr val="tx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8EF4-42B3-A0EA-FC079067CC25}"/>
              </c:ext>
            </c:extLst>
          </c:dPt>
          <c:dPt>
            <c:idx val="13"/>
            <c:marker>
              <c:symbol val="x"/>
              <c:size val="17"/>
              <c:spPr>
                <a:noFill/>
                <a:ln w="47625">
                  <a:solidFill>
                    <a:schemeClr val="tx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8EF4-42B3-A0EA-FC079067CC25}"/>
              </c:ext>
            </c:extLst>
          </c:dPt>
          <c:xVal>
            <c:numRef>
              <c:f>Sheet1!$A$2:$A$18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5</c:v>
                </c:pt>
                <c:pt idx="6">
                  <c:v>4.5</c:v>
                </c:pt>
                <c:pt idx="7">
                  <c:v>9</c:v>
                </c:pt>
                <c:pt idx="8">
                  <c:v>6</c:v>
                </c:pt>
                <c:pt idx="9">
                  <c:v>5.5</c:v>
                </c:pt>
                <c:pt idx="10">
                  <c:v>6.5</c:v>
                </c:pt>
                <c:pt idx="11">
                  <c:v>7.5</c:v>
                </c:pt>
                <c:pt idx="12">
                  <c:v>8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  <c:pt idx="5">
                  <c:v>5</c:v>
                </c:pt>
                <c:pt idx="6">
                  <c:v>8</c:v>
                </c:pt>
                <c:pt idx="7">
                  <c:v>10</c:v>
                </c:pt>
                <c:pt idx="8">
                  <c:v>5.5</c:v>
                </c:pt>
                <c:pt idx="9">
                  <c:v>7.5</c:v>
                </c:pt>
                <c:pt idx="10">
                  <c:v>8.5</c:v>
                </c:pt>
                <c:pt idx="11">
                  <c:v>7</c:v>
                </c:pt>
                <c:pt idx="12">
                  <c:v>7.5</c:v>
                </c:pt>
                <c:pt idx="13">
                  <c:v>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8EF4-42B3-A0EA-FC079067CC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5</c:v>
                </c:pt>
                <c:pt idx="6">
                  <c:v>4.5</c:v>
                </c:pt>
                <c:pt idx="7">
                  <c:v>9</c:v>
                </c:pt>
                <c:pt idx="8">
                  <c:v>6</c:v>
                </c:pt>
                <c:pt idx="9">
                  <c:v>5.5</c:v>
                </c:pt>
                <c:pt idx="10">
                  <c:v>6.5</c:v>
                </c:pt>
                <c:pt idx="11">
                  <c:v>7.5</c:v>
                </c:pt>
                <c:pt idx="12">
                  <c:v>8</c:v>
                </c:pt>
              </c:numCache>
            </c:numRef>
          </c:xVal>
          <c:yVal>
            <c:numRef>
              <c:f>Sheet1!$C$2:$C$18</c:f>
              <c:numCache>
                <c:formatCode>General</c:formatCode>
                <c:ptCount val="17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8EF4-42B3-A0EA-FC079067CC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11"/>
          <c:min val="0"/>
        </c:scaling>
        <c:delete val="0"/>
        <c:axPos val="b"/>
        <c:majorGridlines>
          <c:spPr>
            <a:ln w="222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noFill/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11"/>
        </c:scaling>
        <c:delete val="0"/>
        <c:axPos val="l"/>
        <c:majorGridlines>
          <c:spPr>
            <a:ln w="25400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noFill/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2571296296296295E-2"/>
          <c:y val="1.7747810601511396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127000">
                <a:solidFill>
                  <a:schemeClr val="tx1"/>
                </a:solidFill>
              </a:ln>
              <a:effectLst/>
            </c:spPr>
          </c:marker>
          <c:dPt>
            <c:idx val="6"/>
            <c:marker>
              <c:symbol val="circle"/>
              <c:size val="5"/>
              <c:spPr>
                <a:solidFill>
                  <a:schemeClr val="tx1"/>
                </a:solidFill>
                <a:ln w="127000">
                  <a:solidFill>
                    <a:schemeClr val="tx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8EF4-42B3-A0EA-FC079067CC25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chemeClr val="tx1"/>
                </a:solidFill>
                <a:ln w="127000">
                  <a:solidFill>
                    <a:schemeClr val="tx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8EF4-42B3-A0EA-FC079067CC25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chemeClr val="tx1"/>
                </a:solidFill>
                <a:ln w="127000">
                  <a:solidFill>
                    <a:schemeClr val="tx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8EF4-42B3-A0EA-FC079067CC25}"/>
              </c:ext>
            </c:extLst>
          </c:dPt>
          <c:dPt>
            <c:idx val="9"/>
            <c:marker>
              <c:symbol val="circle"/>
              <c:size val="5"/>
              <c:spPr>
                <a:solidFill>
                  <a:schemeClr val="tx1"/>
                </a:solidFill>
                <a:ln w="127000">
                  <a:solidFill>
                    <a:schemeClr val="tx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8EF4-42B3-A0EA-FC079067CC25}"/>
              </c:ext>
            </c:extLst>
          </c:dPt>
          <c:dPt>
            <c:idx val="13"/>
            <c:marker>
              <c:symbol val="x"/>
              <c:size val="17"/>
              <c:spPr>
                <a:solidFill>
                  <a:schemeClr val="bg1"/>
                </a:solidFill>
                <a:ln w="47625">
                  <a:solidFill>
                    <a:srgbClr val="FF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8EF4-42B3-A0EA-FC079067CC25}"/>
              </c:ext>
            </c:extLst>
          </c:dPt>
          <c:xVal>
            <c:numRef>
              <c:f>Sheet1!$A$2:$A$18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5</c:v>
                </c:pt>
                <c:pt idx="6">
                  <c:v>4.5</c:v>
                </c:pt>
                <c:pt idx="7">
                  <c:v>9</c:v>
                </c:pt>
                <c:pt idx="8">
                  <c:v>6</c:v>
                </c:pt>
                <c:pt idx="9">
                  <c:v>5.5</c:v>
                </c:pt>
                <c:pt idx="10">
                  <c:v>6.5</c:v>
                </c:pt>
                <c:pt idx="11">
                  <c:v>7.5</c:v>
                </c:pt>
                <c:pt idx="12">
                  <c:v>8</c:v>
                </c:pt>
                <c:pt idx="13">
                  <c:v>5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  <c:pt idx="5">
                  <c:v>5</c:v>
                </c:pt>
                <c:pt idx="6">
                  <c:v>8</c:v>
                </c:pt>
                <c:pt idx="7">
                  <c:v>10</c:v>
                </c:pt>
                <c:pt idx="8">
                  <c:v>5.5</c:v>
                </c:pt>
                <c:pt idx="9">
                  <c:v>7.5</c:v>
                </c:pt>
                <c:pt idx="10">
                  <c:v>8.5</c:v>
                </c:pt>
                <c:pt idx="11">
                  <c:v>7</c:v>
                </c:pt>
                <c:pt idx="12">
                  <c:v>7.5</c:v>
                </c:pt>
                <c:pt idx="13">
                  <c:v>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8EF4-42B3-A0EA-FC079067CC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5</c:v>
                </c:pt>
                <c:pt idx="6">
                  <c:v>4.5</c:v>
                </c:pt>
                <c:pt idx="7">
                  <c:v>9</c:v>
                </c:pt>
                <c:pt idx="8">
                  <c:v>6</c:v>
                </c:pt>
                <c:pt idx="9">
                  <c:v>5.5</c:v>
                </c:pt>
                <c:pt idx="10">
                  <c:v>6.5</c:v>
                </c:pt>
                <c:pt idx="11">
                  <c:v>7.5</c:v>
                </c:pt>
                <c:pt idx="12">
                  <c:v>8</c:v>
                </c:pt>
                <c:pt idx="13">
                  <c:v>5</c:v>
                </c:pt>
              </c:numCache>
            </c:numRef>
          </c:xVal>
          <c:yVal>
            <c:numRef>
              <c:f>Sheet1!$C$2:$C$18</c:f>
              <c:numCache>
                <c:formatCode>General</c:formatCode>
                <c:ptCount val="17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8EF4-42B3-A0EA-FC079067CC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11"/>
          <c:min val="0"/>
        </c:scaling>
        <c:delete val="0"/>
        <c:axPos val="b"/>
        <c:majorGridlines>
          <c:spPr>
            <a:ln w="222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noFill/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11"/>
        </c:scaling>
        <c:delete val="0"/>
        <c:axPos val="l"/>
        <c:majorGridlines>
          <c:spPr>
            <a:ln w="25400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noFill/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2571296296296295E-2"/>
          <c:y val="1.7747810601511396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127000">
                <a:solidFill>
                  <a:schemeClr val="tx1"/>
                </a:solidFill>
              </a:ln>
              <a:effectLst/>
            </c:spPr>
          </c:marker>
          <c:dPt>
            <c:idx val="6"/>
            <c:marker>
              <c:symbol val="circle"/>
              <c:size val="5"/>
              <c:spPr>
                <a:solidFill>
                  <a:schemeClr val="tx1"/>
                </a:solidFill>
                <a:ln w="127000">
                  <a:solidFill>
                    <a:schemeClr val="tx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8EF4-42B3-A0EA-FC079067CC25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chemeClr val="tx1"/>
                </a:solidFill>
                <a:ln w="127000">
                  <a:solidFill>
                    <a:schemeClr val="tx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8EF4-42B3-A0EA-FC079067CC25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chemeClr val="tx1"/>
                </a:solidFill>
                <a:ln w="127000">
                  <a:solidFill>
                    <a:schemeClr val="tx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8EF4-42B3-A0EA-FC079067CC25}"/>
              </c:ext>
            </c:extLst>
          </c:dPt>
          <c:dPt>
            <c:idx val="9"/>
            <c:marker>
              <c:symbol val="circle"/>
              <c:size val="5"/>
              <c:spPr>
                <a:solidFill>
                  <a:schemeClr val="tx1"/>
                </a:solidFill>
                <a:ln w="127000">
                  <a:solidFill>
                    <a:schemeClr val="tx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8EF4-42B3-A0EA-FC079067CC25}"/>
              </c:ext>
            </c:extLst>
          </c:dPt>
          <c:dPt>
            <c:idx val="13"/>
            <c:marker>
              <c:symbol val="x"/>
              <c:size val="17"/>
              <c:spPr>
                <a:solidFill>
                  <a:schemeClr val="bg1"/>
                </a:solidFill>
                <a:ln w="47625">
                  <a:solidFill>
                    <a:srgbClr val="FF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8EF4-42B3-A0EA-FC079067CC25}"/>
              </c:ext>
            </c:extLst>
          </c:dPt>
          <c:xVal>
            <c:numRef>
              <c:f>Sheet1!$A$2:$A$18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5</c:v>
                </c:pt>
                <c:pt idx="6">
                  <c:v>4.5</c:v>
                </c:pt>
                <c:pt idx="7">
                  <c:v>9</c:v>
                </c:pt>
                <c:pt idx="8">
                  <c:v>6</c:v>
                </c:pt>
                <c:pt idx="9">
                  <c:v>5.5</c:v>
                </c:pt>
                <c:pt idx="10">
                  <c:v>6.5</c:v>
                </c:pt>
                <c:pt idx="11">
                  <c:v>7.5</c:v>
                </c:pt>
                <c:pt idx="12">
                  <c:v>8</c:v>
                </c:pt>
                <c:pt idx="13">
                  <c:v>5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  <c:pt idx="5">
                  <c:v>5</c:v>
                </c:pt>
                <c:pt idx="6">
                  <c:v>8</c:v>
                </c:pt>
                <c:pt idx="7">
                  <c:v>10</c:v>
                </c:pt>
                <c:pt idx="8">
                  <c:v>5.5</c:v>
                </c:pt>
                <c:pt idx="9">
                  <c:v>7.5</c:v>
                </c:pt>
                <c:pt idx="10">
                  <c:v>8.5</c:v>
                </c:pt>
                <c:pt idx="11">
                  <c:v>7</c:v>
                </c:pt>
                <c:pt idx="12">
                  <c:v>7.5</c:v>
                </c:pt>
                <c:pt idx="13">
                  <c:v>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8EF4-42B3-A0EA-FC079067CC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5</c:v>
                </c:pt>
                <c:pt idx="6">
                  <c:v>4.5</c:v>
                </c:pt>
                <c:pt idx="7">
                  <c:v>9</c:v>
                </c:pt>
                <c:pt idx="8">
                  <c:v>6</c:v>
                </c:pt>
                <c:pt idx="9">
                  <c:v>5.5</c:v>
                </c:pt>
                <c:pt idx="10">
                  <c:v>6.5</c:v>
                </c:pt>
                <c:pt idx="11">
                  <c:v>7.5</c:v>
                </c:pt>
                <c:pt idx="12">
                  <c:v>8</c:v>
                </c:pt>
                <c:pt idx="13">
                  <c:v>5</c:v>
                </c:pt>
              </c:numCache>
            </c:numRef>
          </c:xVal>
          <c:yVal>
            <c:numRef>
              <c:f>Sheet1!$C$2:$C$18</c:f>
              <c:numCache>
                <c:formatCode>General</c:formatCode>
                <c:ptCount val="17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8EF4-42B3-A0EA-FC079067CC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11"/>
          <c:min val="0"/>
        </c:scaling>
        <c:delete val="0"/>
        <c:axPos val="b"/>
        <c:majorGridlines>
          <c:spPr>
            <a:ln w="222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noFill/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11"/>
        </c:scaling>
        <c:delete val="0"/>
        <c:axPos val="l"/>
        <c:majorGridlines>
          <c:spPr>
            <a:ln w="25400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noFill/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2571296296296295E-2"/>
          <c:y val="1.7747810601511396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127000">
                <a:solidFill>
                  <a:schemeClr val="tx1"/>
                </a:solidFill>
              </a:ln>
              <a:effectLst/>
            </c:spPr>
          </c:marker>
          <c:dPt>
            <c:idx val="6"/>
            <c:marker>
              <c:symbol val="circle"/>
              <c:size val="5"/>
              <c:spPr>
                <a:solidFill>
                  <a:schemeClr val="tx1"/>
                </a:solidFill>
                <a:ln w="127000">
                  <a:solidFill>
                    <a:schemeClr val="tx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8EF4-42B3-A0EA-FC079067CC25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chemeClr val="tx1"/>
                </a:solidFill>
                <a:ln w="127000">
                  <a:solidFill>
                    <a:schemeClr val="tx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8EF4-42B3-A0EA-FC079067CC25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chemeClr val="tx1"/>
                </a:solidFill>
                <a:ln w="127000">
                  <a:solidFill>
                    <a:schemeClr val="tx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8EF4-42B3-A0EA-FC079067CC25}"/>
              </c:ext>
            </c:extLst>
          </c:dPt>
          <c:dPt>
            <c:idx val="9"/>
            <c:marker>
              <c:symbol val="circle"/>
              <c:size val="5"/>
              <c:spPr>
                <a:solidFill>
                  <a:schemeClr val="tx1"/>
                </a:solidFill>
                <a:ln w="127000">
                  <a:solidFill>
                    <a:schemeClr val="tx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8EF4-42B3-A0EA-FC079067CC25}"/>
              </c:ext>
            </c:extLst>
          </c:dPt>
          <c:dPt>
            <c:idx val="13"/>
            <c:marker>
              <c:symbol val="x"/>
              <c:size val="17"/>
              <c:spPr>
                <a:solidFill>
                  <a:schemeClr val="bg1"/>
                </a:solidFill>
                <a:ln w="47625">
                  <a:solidFill>
                    <a:srgbClr val="FF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8EF4-42B3-A0EA-FC079067CC25}"/>
              </c:ext>
            </c:extLst>
          </c:dPt>
          <c:xVal>
            <c:numRef>
              <c:f>Sheet1!$A$2:$A$18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5</c:v>
                </c:pt>
                <c:pt idx="6">
                  <c:v>4.5</c:v>
                </c:pt>
                <c:pt idx="7">
                  <c:v>9</c:v>
                </c:pt>
                <c:pt idx="8">
                  <c:v>6</c:v>
                </c:pt>
                <c:pt idx="9">
                  <c:v>5.5</c:v>
                </c:pt>
                <c:pt idx="10">
                  <c:v>6.5</c:v>
                </c:pt>
                <c:pt idx="11">
                  <c:v>7.5</c:v>
                </c:pt>
                <c:pt idx="12">
                  <c:v>8</c:v>
                </c:pt>
                <c:pt idx="13">
                  <c:v>5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  <c:pt idx="5">
                  <c:v>5</c:v>
                </c:pt>
                <c:pt idx="6">
                  <c:v>8</c:v>
                </c:pt>
                <c:pt idx="7">
                  <c:v>10</c:v>
                </c:pt>
                <c:pt idx="8">
                  <c:v>5.5</c:v>
                </c:pt>
                <c:pt idx="9">
                  <c:v>7.5</c:v>
                </c:pt>
                <c:pt idx="10">
                  <c:v>8.5</c:v>
                </c:pt>
                <c:pt idx="11">
                  <c:v>7</c:v>
                </c:pt>
                <c:pt idx="12">
                  <c:v>7.5</c:v>
                </c:pt>
                <c:pt idx="13">
                  <c:v>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8EF4-42B3-A0EA-FC079067CC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5</c:v>
                </c:pt>
                <c:pt idx="6">
                  <c:v>4.5</c:v>
                </c:pt>
                <c:pt idx="7">
                  <c:v>9</c:v>
                </c:pt>
                <c:pt idx="8">
                  <c:v>6</c:v>
                </c:pt>
                <c:pt idx="9">
                  <c:v>5.5</c:v>
                </c:pt>
                <c:pt idx="10">
                  <c:v>6.5</c:v>
                </c:pt>
                <c:pt idx="11">
                  <c:v>7.5</c:v>
                </c:pt>
                <c:pt idx="12">
                  <c:v>8</c:v>
                </c:pt>
                <c:pt idx="13">
                  <c:v>5</c:v>
                </c:pt>
              </c:numCache>
            </c:numRef>
          </c:xVal>
          <c:yVal>
            <c:numRef>
              <c:f>Sheet1!$C$2:$C$18</c:f>
              <c:numCache>
                <c:formatCode>General</c:formatCode>
                <c:ptCount val="17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8EF4-42B3-A0EA-FC079067CC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11"/>
          <c:min val="0"/>
        </c:scaling>
        <c:delete val="0"/>
        <c:axPos val="b"/>
        <c:majorGridlines>
          <c:spPr>
            <a:ln w="222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noFill/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11"/>
        </c:scaling>
        <c:delete val="0"/>
        <c:axPos val="l"/>
        <c:majorGridlines>
          <c:spPr>
            <a:ln w="25400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noFill/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2571296296296295E-2"/>
          <c:y val="1.7747810601511396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127000">
                <a:solidFill>
                  <a:schemeClr val="tx1"/>
                </a:solidFill>
              </a:ln>
              <a:effectLst/>
            </c:spPr>
          </c:marker>
          <c:dPt>
            <c:idx val="6"/>
            <c:marker>
              <c:symbol val="circle"/>
              <c:size val="5"/>
              <c:spPr>
                <a:solidFill>
                  <a:schemeClr val="tx1"/>
                </a:solidFill>
                <a:ln w="127000">
                  <a:solidFill>
                    <a:schemeClr val="tx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8EF4-42B3-A0EA-FC079067CC25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chemeClr val="tx1"/>
                </a:solidFill>
                <a:ln w="127000">
                  <a:solidFill>
                    <a:schemeClr val="tx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8EF4-42B3-A0EA-FC079067CC25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chemeClr val="tx1"/>
                </a:solidFill>
                <a:ln w="127000">
                  <a:solidFill>
                    <a:schemeClr val="tx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8EF4-42B3-A0EA-FC079067CC25}"/>
              </c:ext>
            </c:extLst>
          </c:dPt>
          <c:dPt>
            <c:idx val="9"/>
            <c:marker>
              <c:symbol val="circle"/>
              <c:size val="5"/>
              <c:spPr>
                <a:solidFill>
                  <a:schemeClr val="tx1"/>
                </a:solidFill>
                <a:ln w="127000">
                  <a:solidFill>
                    <a:schemeClr val="tx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8EF4-42B3-A0EA-FC079067CC25}"/>
              </c:ext>
            </c:extLst>
          </c:dPt>
          <c:dPt>
            <c:idx val="13"/>
            <c:marker>
              <c:symbol val="x"/>
              <c:size val="17"/>
              <c:spPr>
                <a:solidFill>
                  <a:schemeClr val="bg1"/>
                </a:solidFill>
                <a:ln w="47625">
                  <a:solidFill>
                    <a:srgbClr val="FF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8EF4-42B3-A0EA-FC079067CC25}"/>
              </c:ext>
            </c:extLst>
          </c:dPt>
          <c:xVal>
            <c:numRef>
              <c:f>Sheet1!$A$2:$A$18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5</c:v>
                </c:pt>
                <c:pt idx="6">
                  <c:v>4.5</c:v>
                </c:pt>
                <c:pt idx="7">
                  <c:v>9</c:v>
                </c:pt>
                <c:pt idx="8">
                  <c:v>6</c:v>
                </c:pt>
                <c:pt idx="9">
                  <c:v>5.5</c:v>
                </c:pt>
                <c:pt idx="10">
                  <c:v>6.5</c:v>
                </c:pt>
                <c:pt idx="11">
                  <c:v>7.5</c:v>
                </c:pt>
                <c:pt idx="12">
                  <c:v>8</c:v>
                </c:pt>
                <c:pt idx="13">
                  <c:v>5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  <c:pt idx="5">
                  <c:v>5</c:v>
                </c:pt>
                <c:pt idx="6">
                  <c:v>8</c:v>
                </c:pt>
                <c:pt idx="7">
                  <c:v>10</c:v>
                </c:pt>
                <c:pt idx="8">
                  <c:v>5.5</c:v>
                </c:pt>
                <c:pt idx="9">
                  <c:v>7.5</c:v>
                </c:pt>
                <c:pt idx="10">
                  <c:v>8.5</c:v>
                </c:pt>
                <c:pt idx="11">
                  <c:v>7</c:v>
                </c:pt>
                <c:pt idx="12">
                  <c:v>7.5</c:v>
                </c:pt>
                <c:pt idx="13">
                  <c:v>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8EF4-42B3-A0EA-FC079067CC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5</c:v>
                </c:pt>
                <c:pt idx="6">
                  <c:v>4.5</c:v>
                </c:pt>
                <c:pt idx="7">
                  <c:v>9</c:v>
                </c:pt>
                <c:pt idx="8">
                  <c:v>6</c:v>
                </c:pt>
                <c:pt idx="9">
                  <c:v>5.5</c:v>
                </c:pt>
                <c:pt idx="10">
                  <c:v>6.5</c:v>
                </c:pt>
                <c:pt idx="11">
                  <c:v>7.5</c:v>
                </c:pt>
                <c:pt idx="12">
                  <c:v>8</c:v>
                </c:pt>
                <c:pt idx="13">
                  <c:v>5</c:v>
                </c:pt>
              </c:numCache>
            </c:numRef>
          </c:xVal>
          <c:yVal>
            <c:numRef>
              <c:f>Sheet1!$C$2:$C$18</c:f>
              <c:numCache>
                <c:formatCode>General</c:formatCode>
                <c:ptCount val="17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8EF4-42B3-A0EA-FC079067CC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11"/>
          <c:min val="0"/>
        </c:scaling>
        <c:delete val="0"/>
        <c:axPos val="b"/>
        <c:majorGridlines>
          <c:spPr>
            <a:ln w="222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noFill/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11"/>
        </c:scaling>
        <c:delete val="0"/>
        <c:axPos val="l"/>
        <c:majorGridlines>
          <c:spPr>
            <a:ln w="25400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noFill/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noFill/>
              <a:ln w="1016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noFill/>
                <a:ln w="1016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C335-4CCC-B913-15A185990E67}"/>
              </c:ext>
            </c:extLst>
          </c:dPt>
          <c:dPt>
            <c:idx val="1"/>
            <c:marker>
              <c:symbol val="circle"/>
              <c:size val="6"/>
              <c:spPr>
                <a:noFill/>
                <a:ln w="1016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C335-4CCC-B913-15A185990E67}"/>
              </c:ext>
            </c:extLst>
          </c:dPt>
          <c:dPt>
            <c:idx val="2"/>
            <c:marker>
              <c:symbol val="circle"/>
              <c:size val="6"/>
              <c:spPr>
                <a:noFill/>
                <a:ln w="1016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C335-4CCC-B913-15A185990E67}"/>
              </c:ext>
            </c:extLst>
          </c:dPt>
          <c:dPt>
            <c:idx val="3"/>
            <c:marker>
              <c:symbol val="circle"/>
              <c:size val="6"/>
              <c:spPr>
                <a:noFill/>
                <a:ln w="1016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C335-4CCC-B913-15A185990E67}"/>
              </c:ext>
            </c:extLst>
          </c:dPt>
          <c:dPt>
            <c:idx val="4"/>
            <c:marker>
              <c:symbol val="circle"/>
              <c:size val="6"/>
              <c:spPr>
                <a:noFill/>
                <a:ln w="1016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C335-4CCC-B913-15A185990E67}"/>
              </c:ext>
            </c:extLst>
          </c:dPt>
          <c:dPt>
            <c:idx val="5"/>
            <c:marker>
              <c:symbol val="circle"/>
              <c:size val="6"/>
              <c:spPr>
                <a:noFill/>
                <a:ln w="1016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C335-4CCC-B913-15A185990E67}"/>
              </c:ext>
            </c:extLst>
          </c:dPt>
          <c:dPt>
            <c:idx val="6"/>
            <c:marker>
              <c:symbol val="circle"/>
              <c:size val="6"/>
              <c:spPr>
                <a:noFill/>
                <a:ln w="1016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C335-4CCC-B913-15A185990E67}"/>
              </c:ext>
            </c:extLst>
          </c:dPt>
          <c:dPt>
            <c:idx val="7"/>
            <c:marker>
              <c:symbol val="circle"/>
              <c:size val="6"/>
              <c:spPr>
                <a:noFill/>
                <a:ln w="1016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C335-4CCC-B913-15A185990E67}"/>
              </c:ext>
            </c:extLst>
          </c:dPt>
          <c:dPt>
            <c:idx val="9"/>
            <c:marker>
              <c:symbol val="circle"/>
              <c:size val="6"/>
              <c:spPr>
                <a:noFill/>
                <a:ln w="1016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C335-4CCC-B913-15A185990E67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-1</c:v>
                </c:pt>
                <c:pt idx="4">
                  <c:v>0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-1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C335-4CCC-B913-15A185990E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10"/>
          <c:min val="-1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headEnd type="triangle"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2"/>
      </c:valAx>
      <c:valAx>
        <c:axId val="198242271"/>
        <c:scaling>
          <c:orientation val="minMax"/>
          <c:max val="10"/>
          <c:min val="-1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headEnd type="triangle"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noFill/>
              <a:ln w="1016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noFill/>
                <a:ln w="1016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E36-4062-BE89-E95F3EE2D289}"/>
              </c:ext>
            </c:extLst>
          </c:dPt>
          <c:dPt>
            <c:idx val="1"/>
            <c:marker>
              <c:symbol val="circle"/>
              <c:size val="6"/>
              <c:spPr>
                <a:noFill/>
                <a:ln w="1016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E36-4062-BE89-E95F3EE2D289}"/>
              </c:ext>
            </c:extLst>
          </c:dPt>
          <c:dPt>
            <c:idx val="2"/>
            <c:marker>
              <c:symbol val="circle"/>
              <c:size val="6"/>
              <c:spPr>
                <a:noFill/>
                <a:ln w="1016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E36-4062-BE89-E95F3EE2D289}"/>
              </c:ext>
            </c:extLst>
          </c:dPt>
          <c:dPt>
            <c:idx val="3"/>
            <c:marker>
              <c:symbol val="circle"/>
              <c:size val="6"/>
              <c:spPr>
                <a:noFill/>
                <a:ln w="1016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E36-4062-BE89-E95F3EE2D289}"/>
              </c:ext>
            </c:extLst>
          </c:dPt>
          <c:dPt>
            <c:idx val="4"/>
            <c:marker>
              <c:symbol val="circle"/>
              <c:size val="6"/>
              <c:spPr>
                <a:noFill/>
                <a:ln w="1016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E36-4062-BE89-E95F3EE2D289}"/>
              </c:ext>
            </c:extLst>
          </c:dPt>
          <c:dPt>
            <c:idx val="5"/>
            <c:marker>
              <c:symbol val="circle"/>
              <c:size val="6"/>
              <c:spPr>
                <a:noFill/>
                <a:ln w="1016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E36-4062-BE89-E95F3EE2D289}"/>
              </c:ext>
            </c:extLst>
          </c:dPt>
          <c:dPt>
            <c:idx val="6"/>
            <c:marker>
              <c:symbol val="circle"/>
              <c:size val="6"/>
              <c:spPr>
                <a:noFill/>
                <a:ln w="1016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E36-4062-BE89-E95F3EE2D289}"/>
              </c:ext>
            </c:extLst>
          </c:dPt>
          <c:dPt>
            <c:idx val="7"/>
            <c:marker>
              <c:symbol val="circle"/>
              <c:size val="6"/>
              <c:spPr>
                <a:noFill/>
                <a:ln w="1016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E36-4062-BE89-E95F3EE2D289}"/>
              </c:ext>
            </c:extLst>
          </c:dPt>
          <c:dPt>
            <c:idx val="9"/>
            <c:marker>
              <c:symbol val="circle"/>
              <c:size val="6"/>
              <c:spPr>
                <a:noFill/>
                <a:ln w="1016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E36-4062-BE89-E95F3EE2D289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0</c:v>
                </c:pt>
                <c:pt idx="1">
                  <c:v>9</c:v>
                </c:pt>
                <c:pt idx="2">
                  <c:v>4</c:v>
                </c:pt>
                <c:pt idx="3">
                  <c:v>-9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1.5</c:v>
                </c:pt>
                <c:pt idx="2">
                  <c:v>3</c:v>
                </c:pt>
                <c:pt idx="3">
                  <c:v>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E36-4062-BE89-E95F3EE2D2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10"/>
          <c:min val="-1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headEnd type="triangle"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10"/>
          <c:min val="-1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headEnd type="triangle"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978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1D946-B0E6-5FE9-7F33-DECF04312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0B6F2F1-CE07-6C53-35DD-423B006969A2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EC7D6A8-C716-40D7-8EA0-CBACE0B8E8B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2B64AD2-0907-0C80-4C6F-E5925CA19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CEFFD-1670-10A5-7ED4-7F9703262EA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0509C1-2A03-2148-8C1A-8FA9E5ACBEC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6EC78-3FBD-4A30-427B-30963D3C6ABF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84689F0-2863-7C4B-17BF-BE5B5D9EC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959288-960D-4A38-60A1-E81A6BCED55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2B048E-A6FE-4CAB-EC85-1198407F2FD8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F180FA-D017-2661-AF92-BFE9BEC5084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0EA0AFE-62F3-0422-AA84-A575E4E80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878491-3BC2-286A-8527-9EC73F050C5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E02060-1062-1563-E549-CD8CEB48D9B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202D2-FCDD-C68E-CAA2-6C1E5DD4685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C68B052-178B-68EB-74D0-1F72A961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084DDE-82D5-F74F-6486-DED2612274C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B202EF5-2A81-8235-70C4-6821549220E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AFFD4-4F3C-D078-8FAB-44BBE50F61A1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5F6499B7-7705-4022-0E3D-6F15DA33E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8DDE5B-2DD9-86EA-2AF6-4C8E51EEF8B4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49FA92-9689-FAB4-2ECB-5B956E92725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69ED5-94B9-9A07-F0FF-9839ED506F3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2B622B8-10FD-A134-458C-E6877FD80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560B87-4053-202F-E17D-9EF3D6733F8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	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E66F80-159E-0E16-E237-CC8F9294070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E5D7F-2C5A-49EE-7A01-6A6A94CCC39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FE831EBC-12E1-F4A6-863D-4B8D84A1A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62C284-A385-C151-F898-C6E0FD35F2E8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9779549-2BAC-513C-0330-0CC70BE106D4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5A169-9043-0478-7765-F692CDA08802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49EBEBA-9410-EC61-6F84-BC52B450D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23FCC6A-2F3F-4971-9EC4-557092FB1A40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36CCB9-8956-84BC-DEF4-5AC27703601C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5EB57-C136-624C-3951-8BA8F4AF0526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B5669AE-17C4-21B8-716E-576EA072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6A99E0-164E-8E07-5CE2-462A5715BED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BC6584-4AE6-A403-9D75-64B3D096197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268FE7-9424-BA2B-6407-5EDFA2D19315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C266F-70C8-954B-9EC8-D842168CE9D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variance#cite_note-1" TargetMode="External"/><Relationship Id="rId2" Type="http://schemas.openxmlformats.org/officeDocument/2006/relationships/hyperlink" Target="https://en.wikipedia.org/wiki/Random_variable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chart" Target="../charts/chart6.xml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40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0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chart" Target="../charts/chart7.xml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/>
          </a:bodyPr>
          <a:lstStyle/>
          <a:p>
            <a:r>
              <a:rPr lang="en-US" sz="7000" dirty="0">
                <a:solidFill>
                  <a:srgbClr val="32418C"/>
                </a:solidFill>
                <a:latin typeface="Aptos" panose="020B0004020202020204" pitchFamily="34" charset="0"/>
              </a:rPr>
              <a:t>Covariance Matrix</a:t>
            </a:r>
            <a:endParaRPr lang="en-US" sz="70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9AB3F01-B55F-9A63-14C3-6FC44C166E39}"/>
              </a:ext>
            </a:extLst>
          </p:cNvPr>
          <p:cNvSpPr txBox="1">
            <a:spLocks/>
          </p:cNvSpPr>
          <p:nvPr/>
        </p:nvSpPr>
        <p:spPr>
          <a:xfrm>
            <a:off x="838200" y="228686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indent="-685800" algn="l">
              <a:buFont typeface="Wingdings" pitchFamily="2" charset="2"/>
              <a:buChar char="Ø"/>
            </a:pPr>
            <a:r>
              <a:rPr lang="en-US" sz="3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Mean/Center of Mass</a:t>
            </a:r>
          </a:p>
          <a:p>
            <a:pPr marL="685800" indent="-685800" algn="l">
              <a:buFont typeface="Wingdings" pitchFamily="2" charset="2"/>
              <a:buChar char="Ø"/>
            </a:pPr>
            <a:r>
              <a:rPr lang="en-US" sz="3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Variance</a:t>
            </a:r>
          </a:p>
          <a:p>
            <a:pPr marL="685800" indent="-685800" algn="l">
              <a:buFont typeface="Wingdings" pitchFamily="2" charset="2"/>
              <a:buChar char="Ø"/>
            </a:pPr>
            <a:r>
              <a:rPr lang="en-US" sz="3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Covariance</a:t>
            </a:r>
          </a:p>
          <a:p>
            <a:pPr marL="685800" indent="-685800" algn="l">
              <a:buFont typeface="Wingdings" pitchFamily="2" charset="2"/>
              <a:buChar char="Ø"/>
            </a:pPr>
            <a:r>
              <a:rPr lang="en-US" sz="3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Covariance Matrix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F040CE-CACD-0DC8-2221-0DE503F00D88}"/>
              </a:ext>
            </a:extLst>
          </p:cNvPr>
          <p:cNvSpPr txBox="1">
            <a:spLocks/>
          </p:cNvSpPr>
          <p:nvPr/>
        </p:nvSpPr>
        <p:spPr>
          <a:xfrm>
            <a:off x="838199" y="826369"/>
            <a:ext cx="10974049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32418C"/>
                </a:solidFill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611571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66F9787-C68D-0872-4CD9-5E6C095F01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4341798"/>
              </p:ext>
            </p:extLst>
          </p:nvPr>
        </p:nvGraphicFramePr>
        <p:xfrm>
          <a:off x="2316000" y="989889"/>
          <a:ext cx="7560000" cy="5227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92348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39AFA88-8644-01F5-8A73-E59348178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49B1B07-ED54-1288-DEE8-FA4FF3C438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3686116"/>
              </p:ext>
            </p:extLst>
          </p:nvPr>
        </p:nvGraphicFramePr>
        <p:xfrm>
          <a:off x="2316000" y="989889"/>
          <a:ext cx="7560000" cy="5227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7B773BC-64E2-2A55-6B32-FCB22F0D7C21}"/>
              </a:ext>
            </a:extLst>
          </p:cNvPr>
          <p:cNvSpPr txBox="1"/>
          <p:nvPr/>
        </p:nvSpPr>
        <p:spPr>
          <a:xfrm>
            <a:off x="1459654" y="1404287"/>
            <a:ext cx="3782907" cy="477054"/>
          </a:xfrm>
          <a:custGeom>
            <a:avLst/>
            <a:gdLst>
              <a:gd name="connsiteX0" fmla="*/ 0 w 3782907"/>
              <a:gd name="connsiteY0" fmla="*/ 0 h 477054"/>
              <a:gd name="connsiteX1" fmla="*/ 616073 w 3782907"/>
              <a:gd name="connsiteY1" fmla="*/ 0 h 477054"/>
              <a:gd name="connsiteX2" fmla="*/ 1232147 w 3782907"/>
              <a:gd name="connsiteY2" fmla="*/ 0 h 477054"/>
              <a:gd name="connsiteX3" fmla="*/ 1810391 w 3782907"/>
              <a:gd name="connsiteY3" fmla="*/ 0 h 477054"/>
              <a:gd name="connsiteX4" fmla="*/ 2350806 w 3782907"/>
              <a:gd name="connsiteY4" fmla="*/ 0 h 477054"/>
              <a:gd name="connsiteX5" fmla="*/ 2815564 w 3782907"/>
              <a:gd name="connsiteY5" fmla="*/ 0 h 477054"/>
              <a:gd name="connsiteX6" fmla="*/ 3280321 w 3782907"/>
              <a:gd name="connsiteY6" fmla="*/ 0 h 477054"/>
              <a:gd name="connsiteX7" fmla="*/ 3782907 w 3782907"/>
              <a:gd name="connsiteY7" fmla="*/ 0 h 477054"/>
              <a:gd name="connsiteX8" fmla="*/ 3782907 w 3782907"/>
              <a:gd name="connsiteY8" fmla="*/ 477054 h 477054"/>
              <a:gd name="connsiteX9" fmla="*/ 3204663 w 3782907"/>
              <a:gd name="connsiteY9" fmla="*/ 477054 h 477054"/>
              <a:gd name="connsiteX10" fmla="*/ 2739905 w 3782907"/>
              <a:gd name="connsiteY10" fmla="*/ 477054 h 477054"/>
              <a:gd name="connsiteX11" fmla="*/ 2123832 w 3782907"/>
              <a:gd name="connsiteY11" fmla="*/ 477054 h 477054"/>
              <a:gd name="connsiteX12" fmla="*/ 1659075 w 3782907"/>
              <a:gd name="connsiteY12" fmla="*/ 477054 h 477054"/>
              <a:gd name="connsiteX13" fmla="*/ 1043002 w 3782907"/>
              <a:gd name="connsiteY13" fmla="*/ 477054 h 477054"/>
              <a:gd name="connsiteX14" fmla="*/ 0 w 3782907"/>
              <a:gd name="connsiteY14" fmla="*/ 477054 h 477054"/>
              <a:gd name="connsiteX15" fmla="*/ 0 w 3782907"/>
              <a:gd name="connsiteY15" fmla="*/ 0 h 477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782907" h="477054" extrusionOk="0">
                <a:moveTo>
                  <a:pt x="0" y="0"/>
                </a:moveTo>
                <a:cubicBezTo>
                  <a:pt x="229475" y="-41986"/>
                  <a:pt x="321971" y="20982"/>
                  <a:pt x="616073" y="0"/>
                </a:cubicBezTo>
                <a:cubicBezTo>
                  <a:pt x="910175" y="-20982"/>
                  <a:pt x="991541" y="18347"/>
                  <a:pt x="1232147" y="0"/>
                </a:cubicBezTo>
                <a:cubicBezTo>
                  <a:pt x="1472753" y="-18347"/>
                  <a:pt x="1627412" y="35226"/>
                  <a:pt x="1810391" y="0"/>
                </a:cubicBezTo>
                <a:cubicBezTo>
                  <a:pt x="1993370" y="-35226"/>
                  <a:pt x="2090411" y="53800"/>
                  <a:pt x="2350806" y="0"/>
                </a:cubicBezTo>
                <a:cubicBezTo>
                  <a:pt x="2611201" y="-53800"/>
                  <a:pt x="2609442" y="14629"/>
                  <a:pt x="2815564" y="0"/>
                </a:cubicBezTo>
                <a:cubicBezTo>
                  <a:pt x="3021686" y="-14629"/>
                  <a:pt x="3050244" y="54665"/>
                  <a:pt x="3280321" y="0"/>
                </a:cubicBezTo>
                <a:cubicBezTo>
                  <a:pt x="3510398" y="-54665"/>
                  <a:pt x="3613101" y="9539"/>
                  <a:pt x="3782907" y="0"/>
                </a:cubicBezTo>
                <a:cubicBezTo>
                  <a:pt x="3801593" y="178763"/>
                  <a:pt x="3741233" y="238531"/>
                  <a:pt x="3782907" y="477054"/>
                </a:cubicBezTo>
                <a:cubicBezTo>
                  <a:pt x="3631998" y="492207"/>
                  <a:pt x="3358146" y="422741"/>
                  <a:pt x="3204663" y="477054"/>
                </a:cubicBezTo>
                <a:cubicBezTo>
                  <a:pt x="3051180" y="531367"/>
                  <a:pt x="2910435" y="433210"/>
                  <a:pt x="2739905" y="477054"/>
                </a:cubicBezTo>
                <a:cubicBezTo>
                  <a:pt x="2569375" y="520898"/>
                  <a:pt x="2348250" y="447426"/>
                  <a:pt x="2123832" y="477054"/>
                </a:cubicBezTo>
                <a:cubicBezTo>
                  <a:pt x="1899414" y="506682"/>
                  <a:pt x="1809455" y="436840"/>
                  <a:pt x="1659075" y="477054"/>
                </a:cubicBezTo>
                <a:cubicBezTo>
                  <a:pt x="1508695" y="517268"/>
                  <a:pt x="1172222" y="404728"/>
                  <a:pt x="1043002" y="477054"/>
                </a:cubicBezTo>
                <a:cubicBezTo>
                  <a:pt x="913782" y="549380"/>
                  <a:pt x="290175" y="462843"/>
                  <a:pt x="0" y="477054"/>
                </a:cubicBezTo>
                <a:cubicBezTo>
                  <a:pt x="-40419" y="354984"/>
                  <a:pt x="31905" y="118858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37069269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PH" sz="2500" b="1" dirty="0">
                <a:solidFill>
                  <a:srgbClr val="C00000"/>
                </a:solidFill>
              </a:rPr>
              <a:t>Center of mass/Mean</a:t>
            </a: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3C1B7809-B37D-6057-E1F5-8BE52A41FF12}"/>
              </a:ext>
            </a:extLst>
          </p:cNvPr>
          <p:cNvCxnSpPr>
            <a:cxnSpLocks/>
            <a:stCxn id="3" idx="2"/>
          </p:cNvCxnSpPr>
          <p:nvPr/>
        </p:nvCxnSpPr>
        <p:spPr>
          <a:xfrm rot="16200000" flipH="1">
            <a:off x="3828651" y="1403798"/>
            <a:ext cx="1295352" cy="2250438"/>
          </a:xfrm>
          <a:prstGeom prst="curved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144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131ECE-7901-C9B6-F551-99A009E71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51F67F1-9444-9152-6A96-0CBA9B396007}"/>
              </a:ext>
            </a:extLst>
          </p:cNvPr>
          <p:cNvGraphicFramePr/>
          <p:nvPr/>
        </p:nvGraphicFramePr>
        <p:xfrm>
          <a:off x="2316000" y="989889"/>
          <a:ext cx="7560000" cy="5227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8ABF92C-1FCB-42A5-3C8F-4AC96BA68AC7}"/>
              </a:ext>
            </a:extLst>
          </p:cNvPr>
          <p:cNvSpPr txBox="1"/>
          <p:nvPr/>
        </p:nvSpPr>
        <p:spPr>
          <a:xfrm>
            <a:off x="1459654" y="1404287"/>
            <a:ext cx="3782907" cy="477054"/>
          </a:xfrm>
          <a:custGeom>
            <a:avLst/>
            <a:gdLst>
              <a:gd name="connsiteX0" fmla="*/ 0 w 3782907"/>
              <a:gd name="connsiteY0" fmla="*/ 0 h 477054"/>
              <a:gd name="connsiteX1" fmla="*/ 616073 w 3782907"/>
              <a:gd name="connsiteY1" fmla="*/ 0 h 477054"/>
              <a:gd name="connsiteX2" fmla="*/ 1232147 w 3782907"/>
              <a:gd name="connsiteY2" fmla="*/ 0 h 477054"/>
              <a:gd name="connsiteX3" fmla="*/ 1810391 w 3782907"/>
              <a:gd name="connsiteY3" fmla="*/ 0 h 477054"/>
              <a:gd name="connsiteX4" fmla="*/ 2350806 w 3782907"/>
              <a:gd name="connsiteY4" fmla="*/ 0 h 477054"/>
              <a:gd name="connsiteX5" fmla="*/ 2815564 w 3782907"/>
              <a:gd name="connsiteY5" fmla="*/ 0 h 477054"/>
              <a:gd name="connsiteX6" fmla="*/ 3280321 w 3782907"/>
              <a:gd name="connsiteY6" fmla="*/ 0 h 477054"/>
              <a:gd name="connsiteX7" fmla="*/ 3782907 w 3782907"/>
              <a:gd name="connsiteY7" fmla="*/ 0 h 477054"/>
              <a:gd name="connsiteX8" fmla="*/ 3782907 w 3782907"/>
              <a:gd name="connsiteY8" fmla="*/ 477054 h 477054"/>
              <a:gd name="connsiteX9" fmla="*/ 3204663 w 3782907"/>
              <a:gd name="connsiteY9" fmla="*/ 477054 h 477054"/>
              <a:gd name="connsiteX10" fmla="*/ 2739905 w 3782907"/>
              <a:gd name="connsiteY10" fmla="*/ 477054 h 477054"/>
              <a:gd name="connsiteX11" fmla="*/ 2123832 w 3782907"/>
              <a:gd name="connsiteY11" fmla="*/ 477054 h 477054"/>
              <a:gd name="connsiteX12" fmla="*/ 1659075 w 3782907"/>
              <a:gd name="connsiteY12" fmla="*/ 477054 h 477054"/>
              <a:gd name="connsiteX13" fmla="*/ 1043002 w 3782907"/>
              <a:gd name="connsiteY13" fmla="*/ 477054 h 477054"/>
              <a:gd name="connsiteX14" fmla="*/ 0 w 3782907"/>
              <a:gd name="connsiteY14" fmla="*/ 477054 h 477054"/>
              <a:gd name="connsiteX15" fmla="*/ 0 w 3782907"/>
              <a:gd name="connsiteY15" fmla="*/ 0 h 477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782907" h="477054" extrusionOk="0">
                <a:moveTo>
                  <a:pt x="0" y="0"/>
                </a:moveTo>
                <a:cubicBezTo>
                  <a:pt x="229475" y="-41986"/>
                  <a:pt x="321971" y="20982"/>
                  <a:pt x="616073" y="0"/>
                </a:cubicBezTo>
                <a:cubicBezTo>
                  <a:pt x="910175" y="-20982"/>
                  <a:pt x="991541" y="18347"/>
                  <a:pt x="1232147" y="0"/>
                </a:cubicBezTo>
                <a:cubicBezTo>
                  <a:pt x="1472753" y="-18347"/>
                  <a:pt x="1627412" y="35226"/>
                  <a:pt x="1810391" y="0"/>
                </a:cubicBezTo>
                <a:cubicBezTo>
                  <a:pt x="1993370" y="-35226"/>
                  <a:pt x="2090411" y="53800"/>
                  <a:pt x="2350806" y="0"/>
                </a:cubicBezTo>
                <a:cubicBezTo>
                  <a:pt x="2611201" y="-53800"/>
                  <a:pt x="2609442" y="14629"/>
                  <a:pt x="2815564" y="0"/>
                </a:cubicBezTo>
                <a:cubicBezTo>
                  <a:pt x="3021686" y="-14629"/>
                  <a:pt x="3050244" y="54665"/>
                  <a:pt x="3280321" y="0"/>
                </a:cubicBezTo>
                <a:cubicBezTo>
                  <a:pt x="3510398" y="-54665"/>
                  <a:pt x="3613101" y="9539"/>
                  <a:pt x="3782907" y="0"/>
                </a:cubicBezTo>
                <a:cubicBezTo>
                  <a:pt x="3801593" y="178763"/>
                  <a:pt x="3741233" y="238531"/>
                  <a:pt x="3782907" y="477054"/>
                </a:cubicBezTo>
                <a:cubicBezTo>
                  <a:pt x="3631998" y="492207"/>
                  <a:pt x="3358146" y="422741"/>
                  <a:pt x="3204663" y="477054"/>
                </a:cubicBezTo>
                <a:cubicBezTo>
                  <a:pt x="3051180" y="531367"/>
                  <a:pt x="2910435" y="433210"/>
                  <a:pt x="2739905" y="477054"/>
                </a:cubicBezTo>
                <a:cubicBezTo>
                  <a:pt x="2569375" y="520898"/>
                  <a:pt x="2348250" y="447426"/>
                  <a:pt x="2123832" y="477054"/>
                </a:cubicBezTo>
                <a:cubicBezTo>
                  <a:pt x="1899414" y="506682"/>
                  <a:pt x="1809455" y="436840"/>
                  <a:pt x="1659075" y="477054"/>
                </a:cubicBezTo>
                <a:cubicBezTo>
                  <a:pt x="1508695" y="517268"/>
                  <a:pt x="1172222" y="404728"/>
                  <a:pt x="1043002" y="477054"/>
                </a:cubicBezTo>
                <a:cubicBezTo>
                  <a:pt x="913782" y="549380"/>
                  <a:pt x="290175" y="462843"/>
                  <a:pt x="0" y="477054"/>
                </a:cubicBezTo>
                <a:cubicBezTo>
                  <a:pt x="-40419" y="354984"/>
                  <a:pt x="31905" y="118858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37069269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PH" sz="2500" b="1" dirty="0">
                <a:solidFill>
                  <a:srgbClr val="C00000"/>
                </a:solidFill>
              </a:rPr>
              <a:t>Center of mass/Mean</a:t>
            </a: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07582566-BAF2-8FB7-256B-E4C706E2F4AF}"/>
              </a:ext>
            </a:extLst>
          </p:cNvPr>
          <p:cNvCxnSpPr>
            <a:cxnSpLocks/>
            <a:stCxn id="3" idx="2"/>
          </p:cNvCxnSpPr>
          <p:nvPr/>
        </p:nvCxnSpPr>
        <p:spPr>
          <a:xfrm rot="16200000" flipH="1">
            <a:off x="3828651" y="1403798"/>
            <a:ext cx="1295352" cy="2250438"/>
          </a:xfrm>
          <a:prstGeom prst="curved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ECF755F6-0C36-E1E6-7C45-A2F043B75417}"/>
              </a:ext>
            </a:extLst>
          </p:cNvPr>
          <p:cNvGrpSpPr/>
          <p:nvPr/>
        </p:nvGrpSpPr>
        <p:grpSpPr>
          <a:xfrm>
            <a:off x="2064907" y="5666097"/>
            <a:ext cx="7560000" cy="258022"/>
            <a:chOff x="3894666" y="2424536"/>
            <a:chExt cx="1316448" cy="25802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EB859B3-8B93-75E5-3DB8-83B6B23F190B}"/>
                </a:ext>
              </a:extLst>
            </p:cNvPr>
            <p:cNvCxnSpPr>
              <a:cxnSpLocks/>
            </p:cNvCxnSpPr>
            <p:nvPr/>
          </p:nvCxnSpPr>
          <p:spPr>
            <a:xfrm>
              <a:off x="3894666" y="2553547"/>
              <a:ext cx="1316448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73E0893-A159-13DD-3D03-48E9A498910B}"/>
                </a:ext>
              </a:extLst>
            </p:cNvPr>
            <p:cNvCxnSpPr>
              <a:cxnSpLocks/>
            </p:cNvCxnSpPr>
            <p:nvPr/>
          </p:nvCxnSpPr>
          <p:spPr>
            <a:xfrm>
              <a:off x="3895040" y="2424536"/>
              <a:ext cx="0" cy="258022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C5328F7-2F97-C49C-792E-A08632A8F3E7}"/>
                </a:ext>
              </a:extLst>
            </p:cNvPr>
            <p:cNvCxnSpPr>
              <a:cxnSpLocks/>
            </p:cNvCxnSpPr>
            <p:nvPr/>
          </p:nvCxnSpPr>
          <p:spPr>
            <a:xfrm>
              <a:off x="5211114" y="2424536"/>
              <a:ext cx="0" cy="258022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EA54948-F5B9-6291-5F24-976B8EE628F9}"/>
              </a:ext>
            </a:extLst>
          </p:cNvPr>
          <p:cNvSpPr txBox="1"/>
          <p:nvPr/>
        </p:nvSpPr>
        <p:spPr>
          <a:xfrm>
            <a:off x="5458965" y="5847906"/>
            <a:ext cx="1274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rgbClr val="0070C0"/>
                </a:solidFill>
              </a:rPr>
              <a:t>x-variance</a:t>
            </a:r>
          </a:p>
        </p:txBody>
      </p:sp>
    </p:spTree>
    <p:extLst>
      <p:ext uri="{BB962C8B-B14F-4D97-AF65-F5344CB8AC3E}">
        <p14:creationId xmlns:p14="http://schemas.microsoft.com/office/powerpoint/2010/main" val="163189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34D7F47-5B5A-E5EF-DFFF-A65BE6E22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417ED7A-952C-3CD6-F42D-CCD9DAAD9003}"/>
              </a:ext>
            </a:extLst>
          </p:cNvPr>
          <p:cNvGraphicFramePr/>
          <p:nvPr/>
        </p:nvGraphicFramePr>
        <p:xfrm>
          <a:off x="2316000" y="989889"/>
          <a:ext cx="7560000" cy="5227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69F6A6D-ABF8-BE40-281C-90D037E9CA60}"/>
              </a:ext>
            </a:extLst>
          </p:cNvPr>
          <p:cNvSpPr txBox="1"/>
          <p:nvPr/>
        </p:nvSpPr>
        <p:spPr>
          <a:xfrm>
            <a:off x="1459654" y="1404287"/>
            <a:ext cx="3782907" cy="477054"/>
          </a:xfrm>
          <a:custGeom>
            <a:avLst/>
            <a:gdLst>
              <a:gd name="connsiteX0" fmla="*/ 0 w 3782907"/>
              <a:gd name="connsiteY0" fmla="*/ 0 h 477054"/>
              <a:gd name="connsiteX1" fmla="*/ 616073 w 3782907"/>
              <a:gd name="connsiteY1" fmla="*/ 0 h 477054"/>
              <a:gd name="connsiteX2" fmla="*/ 1232147 w 3782907"/>
              <a:gd name="connsiteY2" fmla="*/ 0 h 477054"/>
              <a:gd name="connsiteX3" fmla="*/ 1810391 w 3782907"/>
              <a:gd name="connsiteY3" fmla="*/ 0 h 477054"/>
              <a:gd name="connsiteX4" fmla="*/ 2350806 w 3782907"/>
              <a:gd name="connsiteY4" fmla="*/ 0 h 477054"/>
              <a:gd name="connsiteX5" fmla="*/ 2815564 w 3782907"/>
              <a:gd name="connsiteY5" fmla="*/ 0 h 477054"/>
              <a:gd name="connsiteX6" fmla="*/ 3280321 w 3782907"/>
              <a:gd name="connsiteY6" fmla="*/ 0 h 477054"/>
              <a:gd name="connsiteX7" fmla="*/ 3782907 w 3782907"/>
              <a:gd name="connsiteY7" fmla="*/ 0 h 477054"/>
              <a:gd name="connsiteX8" fmla="*/ 3782907 w 3782907"/>
              <a:gd name="connsiteY8" fmla="*/ 477054 h 477054"/>
              <a:gd name="connsiteX9" fmla="*/ 3204663 w 3782907"/>
              <a:gd name="connsiteY9" fmla="*/ 477054 h 477054"/>
              <a:gd name="connsiteX10" fmla="*/ 2739905 w 3782907"/>
              <a:gd name="connsiteY10" fmla="*/ 477054 h 477054"/>
              <a:gd name="connsiteX11" fmla="*/ 2123832 w 3782907"/>
              <a:gd name="connsiteY11" fmla="*/ 477054 h 477054"/>
              <a:gd name="connsiteX12" fmla="*/ 1659075 w 3782907"/>
              <a:gd name="connsiteY12" fmla="*/ 477054 h 477054"/>
              <a:gd name="connsiteX13" fmla="*/ 1043002 w 3782907"/>
              <a:gd name="connsiteY13" fmla="*/ 477054 h 477054"/>
              <a:gd name="connsiteX14" fmla="*/ 0 w 3782907"/>
              <a:gd name="connsiteY14" fmla="*/ 477054 h 477054"/>
              <a:gd name="connsiteX15" fmla="*/ 0 w 3782907"/>
              <a:gd name="connsiteY15" fmla="*/ 0 h 477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782907" h="477054" extrusionOk="0">
                <a:moveTo>
                  <a:pt x="0" y="0"/>
                </a:moveTo>
                <a:cubicBezTo>
                  <a:pt x="229475" y="-41986"/>
                  <a:pt x="321971" y="20982"/>
                  <a:pt x="616073" y="0"/>
                </a:cubicBezTo>
                <a:cubicBezTo>
                  <a:pt x="910175" y="-20982"/>
                  <a:pt x="991541" y="18347"/>
                  <a:pt x="1232147" y="0"/>
                </a:cubicBezTo>
                <a:cubicBezTo>
                  <a:pt x="1472753" y="-18347"/>
                  <a:pt x="1627412" y="35226"/>
                  <a:pt x="1810391" y="0"/>
                </a:cubicBezTo>
                <a:cubicBezTo>
                  <a:pt x="1993370" y="-35226"/>
                  <a:pt x="2090411" y="53800"/>
                  <a:pt x="2350806" y="0"/>
                </a:cubicBezTo>
                <a:cubicBezTo>
                  <a:pt x="2611201" y="-53800"/>
                  <a:pt x="2609442" y="14629"/>
                  <a:pt x="2815564" y="0"/>
                </a:cubicBezTo>
                <a:cubicBezTo>
                  <a:pt x="3021686" y="-14629"/>
                  <a:pt x="3050244" y="54665"/>
                  <a:pt x="3280321" y="0"/>
                </a:cubicBezTo>
                <a:cubicBezTo>
                  <a:pt x="3510398" y="-54665"/>
                  <a:pt x="3613101" y="9539"/>
                  <a:pt x="3782907" y="0"/>
                </a:cubicBezTo>
                <a:cubicBezTo>
                  <a:pt x="3801593" y="178763"/>
                  <a:pt x="3741233" y="238531"/>
                  <a:pt x="3782907" y="477054"/>
                </a:cubicBezTo>
                <a:cubicBezTo>
                  <a:pt x="3631998" y="492207"/>
                  <a:pt x="3358146" y="422741"/>
                  <a:pt x="3204663" y="477054"/>
                </a:cubicBezTo>
                <a:cubicBezTo>
                  <a:pt x="3051180" y="531367"/>
                  <a:pt x="2910435" y="433210"/>
                  <a:pt x="2739905" y="477054"/>
                </a:cubicBezTo>
                <a:cubicBezTo>
                  <a:pt x="2569375" y="520898"/>
                  <a:pt x="2348250" y="447426"/>
                  <a:pt x="2123832" y="477054"/>
                </a:cubicBezTo>
                <a:cubicBezTo>
                  <a:pt x="1899414" y="506682"/>
                  <a:pt x="1809455" y="436840"/>
                  <a:pt x="1659075" y="477054"/>
                </a:cubicBezTo>
                <a:cubicBezTo>
                  <a:pt x="1508695" y="517268"/>
                  <a:pt x="1172222" y="404728"/>
                  <a:pt x="1043002" y="477054"/>
                </a:cubicBezTo>
                <a:cubicBezTo>
                  <a:pt x="913782" y="549380"/>
                  <a:pt x="290175" y="462843"/>
                  <a:pt x="0" y="477054"/>
                </a:cubicBezTo>
                <a:cubicBezTo>
                  <a:pt x="-40419" y="354984"/>
                  <a:pt x="31905" y="118858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37069269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PH" sz="2500" b="1" dirty="0">
                <a:solidFill>
                  <a:srgbClr val="C00000"/>
                </a:solidFill>
              </a:rPr>
              <a:t>Center of mass/Mean</a:t>
            </a: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17C7AAC7-A2FB-5D5C-4DA2-51AF20D76920}"/>
              </a:ext>
            </a:extLst>
          </p:cNvPr>
          <p:cNvCxnSpPr>
            <a:cxnSpLocks/>
            <a:stCxn id="3" idx="2"/>
          </p:cNvCxnSpPr>
          <p:nvPr/>
        </p:nvCxnSpPr>
        <p:spPr>
          <a:xfrm rot="16200000" flipH="1">
            <a:off x="3828651" y="1403798"/>
            <a:ext cx="1295352" cy="2250438"/>
          </a:xfrm>
          <a:prstGeom prst="curved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6A32F43-27F6-BD30-8D4F-BCBFE68EED3B}"/>
              </a:ext>
            </a:extLst>
          </p:cNvPr>
          <p:cNvGrpSpPr/>
          <p:nvPr/>
        </p:nvGrpSpPr>
        <p:grpSpPr>
          <a:xfrm>
            <a:off x="2064907" y="5666097"/>
            <a:ext cx="7560000" cy="258022"/>
            <a:chOff x="3894666" y="2424536"/>
            <a:chExt cx="1316448" cy="25802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5B23D0A-739C-14D1-1995-D7686564D3B9}"/>
                </a:ext>
              </a:extLst>
            </p:cNvPr>
            <p:cNvCxnSpPr>
              <a:cxnSpLocks/>
            </p:cNvCxnSpPr>
            <p:nvPr/>
          </p:nvCxnSpPr>
          <p:spPr>
            <a:xfrm>
              <a:off x="3894666" y="2553547"/>
              <a:ext cx="1316448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B63DA02-2242-EC72-5EFE-8EA2657B4117}"/>
                </a:ext>
              </a:extLst>
            </p:cNvPr>
            <p:cNvCxnSpPr>
              <a:cxnSpLocks/>
            </p:cNvCxnSpPr>
            <p:nvPr/>
          </p:nvCxnSpPr>
          <p:spPr>
            <a:xfrm>
              <a:off x="3895040" y="2424536"/>
              <a:ext cx="0" cy="258022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5FF4B5E-346A-A63C-B951-C2CF186F850C}"/>
                </a:ext>
              </a:extLst>
            </p:cNvPr>
            <p:cNvCxnSpPr>
              <a:cxnSpLocks/>
            </p:cNvCxnSpPr>
            <p:nvPr/>
          </p:nvCxnSpPr>
          <p:spPr>
            <a:xfrm>
              <a:off x="5211114" y="2424536"/>
              <a:ext cx="0" cy="258022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43D8412-F879-E0F3-BBF3-4D7E2A07F7E1}"/>
              </a:ext>
            </a:extLst>
          </p:cNvPr>
          <p:cNvSpPr txBox="1"/>
          <p:nvPr/>
        </p:nvSpPr>
        <p:spPr>
          <a:xfrm>
            <a:off x="5458965" y="5847906"/>
            <a:ext cx="1274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rgbClr val="0070C0"/>
                </a:solidFill>
              </a:rPr>
              <a:t>x-variance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A0A484-F6F1-6717-B3A9-1C598CACDA75}"/>
              </a:ext>
            </a:extLst>
          </p:cNvPr>
          <p:cNvGrpSpPr/>
          <p:nvPr/>
        </p:nvGrpSpPr>
        <p:grpSpPr>
          <a:xfrm rot="5400000">
            <a:off x="-391447" y="3119482"/>
            <a:ext cx="3688413" cy="258022"/>
            <a:chOff x="3894666" y="2424536"/>
            <a:chExt cx="1316448" cy="258022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C27B3D0-8E8B-501D-3DA2-6B7370F303AA}"/>
                </a:ext>
              </a:extLst>
            </p:cNvPr>
            <p:cNvCxnSpPr>
              <a:cxnSpLocks/>
            </p:cNvCxnSpPr>
            <p:nvPr/>
          </p:nvCxnSpPr>
          <p:spPr>
            <a:xfrm>
              <a:off x="3894666" y="2553547"/>
              <a:ext cx="1316448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998A841-A445-67F9-9945-3F9B01AD8DDE}"/>
                </a:ext>
              </a:extLst>
            </p:cNvPr>
            <p:cNvCxnSpPr>
              <a:cxnSpLocks/>
            </p:cNvCxnSpPr>
            <p:nvPr/>
          </p:nvCxnSpPr>
          <p:spPr>
            <a:xfrm>
              <a:off x="3900367" y="2424536"/>
              <a:ext cx="0" cy="258022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0F16405-5D10-92F4-90A2-EE3403D485EC}"/>
                </a:ext>
              </a:extLst>
            </p:cNvPr>
            <p:cNvCxnSpPr>
              <a:cxnSpLocks/>
            </p:cNvCxnSpPr>
            <p:nvPr/>
          </p:nvCxnSpPr>
          <p:spPr>
            <a:xfrm>
              <a:off x="5211114" y="2424536"/>
              <a:ext cx="0" cy="258022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7A927AE-ACDE-784C-CC40-015B7A5CC6B7}"/>
              </a:ext>
            </a:extLst>
          </p:cNvPr>
          <p:cNvSpPr txBox="1"/>
          <p:nvPr/>
        </p:nvSpPr>
        <p:spPr>
          <a:xfrm>
            <a:off x="111238" y="3071814"/>
            <a:ext cx="1277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chemeClr val="accent6">
                    <a:lumMod val="75000"/>
                  </a:schemeClr>
                </a:solidFill>
              </a:rPr>
              <a:t>y-variance</a:t>
            </a:r>
          </a:p>
        </p:txBody>
      </p:sp>
    </p:spTree>
    <p:extLst>
      <p:ext uri="{BB962C8B-B14F-4D97-AF65-F5344CB8AC3E}">
        <p14:creationId xmlns:p14="http://schemas.microsoft.com/office/powerpoint/2010/main" val="1460742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9DAA460-800A-F268-D501-8776F2F30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0702605-37B6-CA6F-C1C5-F50F2B4A2281}"/>
              </a:ext>
            </a:extLst>
          </p:cNvPr>
          <p:cNvGraphicFramePr/>
          <p:nvPr/>
        </p:nvGraphicFramePr>
        <p:xfrm>
          <a:off x="2316000" y="989889"/>
          <a:ext cx="7560000" cy="5227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B85BFB7-65D4-BC74-8A5C-52524FE5A007}"/>
              </a:ext>
            </a:extLst>
          </p:cNvPr>
          <p:cNvSpPr txBox="1"/>
          <p:nvPr/>
        </p:nvSpPr>
        <p:spPr>
          <a:xfrm>
            <a:off x="1459654" y="1404287"/>
            <a:ext cx="3782907" cy="477054"/>
          </a:xfrm>
          <a:custGeom>
            <a:avLst/>
            <a:gdLst>
              <a:gd name="connsiteX0" fmla="*/ 0 w 3782907"/>
              <a:gd name="connsiteY0" fmla="*/ 0 h 477054"/>
              <a:gd name="connsiteX1" fmla="*/ 616073 w 3782907"/>
              <a:gd name="connsiteY1" fmla="*/ 0 h 477054"/>
              <a:gd name="connsiteX2" fmla="*/ 1232147 w 3782907"/>
              <a:gd name="connsiteY2" fmla="*/ 0 h 477054"/>
              <a:gd name="connsiteX3" fmla="*/ 1810391 w 3782907"/>
              <a:gd name="connsiteY3" fmla="*/ 0 h 477054"/>
              <a:gd name="connsiteX4" fmla="*/ 2350806 w 3782907"/>
              <a:gd name="connsiteY4" fmla="*/ 0 h 477054"/>
              <a:gd name="connsiteX5" fmla="*/ 2815564 w 3782907"/>
              <a:gd name="connsiteY5" fmla="*/ 0 h 477054"/>
              <a:gd name="connsiteX6" fmla="*/ 3280321 w 3782907"/>
              <a:gd name="connsiteY6" fmla="*/ 0 h 477054"/>
              <a:gd name="connsiteX7" fmla="*/ 3782907 w 3782907"/>
              <a:gd name="connsiteY7" fmla="*/ 0 h 477054"/>
              <a:gd name="connsiteX8" fmla="*/ 3782907 w 3782907"/>
              <a:gd name="connsiteY8" fmla="*/ 477054 h 477054"/>
              <a:gd name="connsiteX9" fmla="*/ 3204663 w 3782907"/>
              <a:gd name="connsiteY9" fmla="*/ 477054 h 477054"/>
              <a:gd name="connsiteX10" fmla="*/ 2739905 w 3782907"/>
              <a:gd name="connsiteY10" fmla="*/ 477054 h 477054"/>
              <a:gd name="connsiteX11" fmla="*/ 2123832 w 3782907"/>
              <a:gd name="connsiteY11" fmla="*/ 477054 h 477054"/>
              <a:gd name="connsiteX12" fmla="*/ 1659075 w 3782907"/>
              <a:gd name="connsiteY12" fmla="*/ 477054 h 477054"/>
              <a:gd name="connsiteX13" fmla="*/ 1043002 w 3782907"/>
              <a:gd name="connsiteY13" fmla="*/ 477054 h 477054"/>
              <a:gd name="connsiteX14" fmla="*/ 0 w 3782907"/>
              <a:gd name="connsiteY14" fmla="*/ 477054 h 477054"/>
              <a:gd name="connsiteX15" fmla="*/ 0 w 3782907"/>
              <a:gd name="connsiteY15" fmla="*/ 0 h 477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782907" h="477054" extrusionOk="0">
                <a:moveTo>
                  <a:pt x="0" y="0"/>
                </a:moveTo>
                <a:cubicBezTo>
                  <a:pt x="229475" y="-41986"/>
                  <a:pt x="321971" y="20982"/>
                  <a:pt x="616073" y="0"/>
                </a:cubicBezTo>
                <a:cubicBezTo>
                  <a:pt x="910175" y="-20982"/>
                  <a:pt x="991541" y="18347"/>
                  <a:pt x="1232147" y="0"/>
                </a:cubicBezTo>
                <a:cubicBezTo>
                  <a:pt x="1472753" y="-18347"/>
                  <a:pt x="1627412" y="35226"/>
                  <a:pt x="1810391" y="0"/>
                </a:cubicBezTo>
                <a:cubicBezTo>
                  <a:pt x="1993370" y="-35226"/>
                  <a:pt x="2090411" y="53800"/>
                  <a:pt x="2350806" y="0"/>
                </a:cubicBezTo>
                <a:cubicBezTo>
                  <a:pt x="2611201" y="-53800"/>
                  <a:pt x="2609442" y="14629"/>
                  <a:pt x="2815564" y="0"/>
                </a:cubicBezTo>
                <a:cubicBezTo>
                  <a:pt x="3021686" y="-14629"/>
                  <a:pt x="3050244" y="54665"/>
                  <a:pt x="3280321" y="0"/>
                </a:cubicBezTo>
                <a:cubicBezTo>
                  <a:pt x="3510398" y="-54665"/>
                  <a:pt x="3613101" y="9539"/>
                  <a:pt x="3782907" y="0"/>
                </a:cubicBezTo>
                <a:cubicBezTo>
                  <a:pt x="3801593" y="178763"/>
                  <a:pt x="3741233" y="238531"/>
                  <a:pt x="3782907" y="477054"/>
                </a:cubicBezTo>
                <a:cubicBezTo>
                  <a:pt x="3631998" y="492207"/>
                  <a:pt x="3358146" y="422741"/>
                  <a:pt x="3204663" y="477054"/>
                </a:cubicBezTo>
                <a:cubicBezTo>
                  <a:pt x="3051180" y="531367"/>
                  <a:pt x="2910435" y="433210"/>
                  <a:pt x="2739905" y="477054"/>
                </a:cubicBezTo>
                <a:cubicBezTo>
                  <a:pt x="2569375" y="520898"/>
                  <a:pt x="2348250" y="447426"/>
                  <a:pt x="2123832" y="477054"/>
                </a:cubicBezTo>
                <a:cubicBezTo>
                  <a:pt x="1899414" y="506682"/>
                  <a:pt x="1809455" y="436840"/>
                  <a:pt x="1659075" y="477054"/>
                </a:cubicBezTo>
                <a:cubicBezTo>
                  <a:pt x="1508695" y="517268"/>
                  <a:pt x="1172222" y="404728"/>
                  <a:pt x="1043002" y="477054"/>
                </a:cubicBezTo>
                <a:cubicBezTo>
                  <a:pt x="913782" y="549380"/>
                  <a:pt x="290175" y="462843"/>
                  <a:pt x="0" y="477054"/>
                </a:cubicBezTo>
                <a:cubicBezTo>
                  <a:pt x="-40419" y="354984"/>
                  <a:pt x="31905" y="118858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37069269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PH" sz="2500" b="1" dirty="0">
                <a:solidFill>
                  <a:srgbClr val="C00000"/>
                </a:solidFill>
              </a:rPr>
              <a:t>Center of mass/Mean</a:t>
            </a: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15ED845B-D00D-89AA-D0D1-5D7DEF7AEABF}"/>
              </a:ext>
            </a:extLst>
          </p:cNvPr>
          <p:cNvCxnSpPr>
            <a:cxnSpLocks/>
            <a:stCxn id="3" idx="2"/>
          </p:cNvCxnSpPr>
          <p:nvPr/>
        </p:nvCxnSpPr>
        <p:spPr>
          <a:xfrm rot="16200000" flipH="1">
            <a:off x="3828651" y="1403798"/>
            <a:ext cx="1295352" cy="2250438"/>
          </a:xfrm>
          <a:prstGeom prst="curved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6D93563F-8A1E-C814-3A7D-74ED5C799089}"/>
              </a:ext>
            </a:extLst>
          </p:cNvPr>
          <p:cNvGrpSpPr/>
          <p:nvPr/>
        </p:nvGrpSpPr>
        <p:grpSpPr>
          <a:xfrm>
            <a:off x="2064907" y="5666097"/>
            <a:ext cx="7560000" cy="258022"/>
            <a:chOff x="3894666" y="2424536"/>
            <a:chExt cx="1316448" cy="25802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A3E61AA-117F-512F-4342-C5CABE6843D1}"/>
                </a:ext>
              </a:extLst>
            </p:cNvPr>
            <p:cNvCxnSpPr>
              <a:cxnSpLocks/>
            </p:cNvCxnSpPr>
            <p:nvPr/>
          </p:nvCxnSpPr>
          <p:spPr>
            <a:xfrm>
              <a:off x="3894666" y="2553547"/>
              <a:ext cx="1316448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1F61E2F-D4BC-D64D-CD61-0241012C2601}"/>
                </a:ext>
              </a:extLst>
            </p:cNvPr>
            <p:cNvCxnSpPr>
              <a:cxnSpLocks/>
            </p:cNvCxnSpPr>
            <p:nvPr/>
          </p:nvCxnSpPr>
          <p:spPr>
            <a:xfrm>
              <a:off x="3895040" y="2424536"/>
              <a:ext cx="0" cy="258022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BA73170-3E74-F856-22E0-0C9907E1B64A}"/>
                </a:ext>
              </a:extLst>
            </p:cNvPr>
            <p:cNvCxnSpPr>
              <a:cxnSpLocks/>
            </p:cNvCxnSpPr>
            <p:nvPr/>
          </p:nvCxnSpPr>
          <p:spPr>
            <a:xfrm>
              <a:off x="5211114" y="2424536"/>
              <a:ext cx="0" cy="258022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A299844-9231-557E-ACD0-6DA6E4767B75}"/>
              </a:ext>
            </a:extLst>
          </p:cNvPr>
          <p:cNvSpPr txBox="1"/>
          <p:nvPr/>
        </p:nvSpPr>
        <p:spPr>
          <a:xfrm>
            <a:off x="5458965" y="5847906"/>
            <a:ext cx="1274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rgbClr val="0070C0"/>
                </a:solidFill>
              </a:rPr>
              <a:t>x-variance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8522512-C5CA-837D-07D2-BEC6705EE99E}"/>
              </a:ext>
            </a:extLst>
          </p:cNvPr>
          <p:cNvGrpSpPr/>
          <p:nvPr/>
        </p:nvGrpSpPr>
        <p:grpSpPr>
          <a:xfrm rot="5400000">
            <a:off x="-391447" y="3119482"/>
            <a:ext cx="3688413" cy="258022"/>
            <a:chOff x="3894666" y="2424536"/>
            <a:chExt cx="1316448" cy="258022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D59DDA9-32BA-F3B1-26A7-E2C5D7C5E028}"/>
                </a:ext>
              </a:extLst>
            </p:cNvPr>
            <p:cNvCxnSpPr>
              <a:cxnSpLocks/>
            </p:cNvCxnSpPr>
            <p:nvPr/>
          </p:nvCxnSpPr>
          <p:spPr>
            <a:xfrm>
              <a:off x="3894666" y="2553547"/>
              <a:ext cx="1316448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A02401E-CA94-5DB8-DC99-9D3C7BA9477B}"/>
                </a:ext>
              </a:extLst>
            </p:cNvPr>
            <p:cNvCxnSpPr>
              <a:cxnSpLocks/>
            </p:cNvCxnSpPr>
            <p:nvPr/>
          </p:nvCxnSpPr>
          <p:spPr>
            <a:xfrm>
              <a:off x="3900367" y="2424536"/>
              <a:ext cx="0" cy="258022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B680FE4-B656-D5A3-C2FA-3D05EC4948A8}"/>
                </a:ext>
              </a:extLst>
            </p:cNvPr>
            <p:cNvCxnSpPr>
              <a:cxnSpLocks/>
            </p:cNvCxnSpPr>
            <p:nvPr/>
          </p:nvCxnSpPr>
          <p:spPr>
            <a:xfrm>
              <a:off x="5211114" y="2424536"/>
              <a:ext cx="0" cy="258022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0E26CAB-F13C-2349-0CAF-ECC300D91E91}"/>
              </a:ext>
            </a:extLst>
          </p:cNvPr>
          <p:cNvSpPr txBox="1"/>
          <p:nvPr/>
        </p:nvSpPr>
        <p:spPr>
          <a:xfrm>
            <a:off x="111238" y="3071814"/>
            <a:ext cx="1277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chemeClr val="accent6">
                    <a:lumMod val="75000"/>
                  </a:schemeClr>
                </a:solidFill>
              </a:rPr>
              <a:t>y-variance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D7B908-B93B-ECFA-3182-435AB78957E2}"/>
              </a:ext>
            </a:extLst>
          </p:cNvPr>
          <p:cNvCxnSpPr>
            <a:cxnSpLocks/>
          </p:cNvCxnSpPr>
          <p:nvPr/>
        </p:nvCxnSpPr>
        <p:spPr>
          <a:xfrm flipV="1">
            <a:off x="3441700" y="1642814"/>
            <a:ext cx="4787900" cy="3170486"/>
          </a:xfrm>
          <a:prstGeom prst="straightConnector1">
            <a:avLst/>
          </a:prstGeom>
          <a:ln w="76200">
            <a:solidFill>
              <a:srgbClr val="FFC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A2F03EA-9C34-71E4-BC2B-2F787BD2B6B3}"/>
              </a:ext>
            </a:extLst>
          </p:cNvPr>
          <p:cNvSpPr txBox="1"/>
          <p:nvPr/>
        </p:nvSpPr>
        <p:spPr>
          <a:xfrm>
            <a:off x="7502638" y="2043114"/>
            <a:ext cx="1342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rgbClr val="FFC000"/>
                </a:solidFill>
              </a:rPr>
              <a:t>covariance</a:t>
            </a:r>
          </a:p>
        </p:txBody>
      </p:sp>
    </p:spTree>
    <p:extLst>
      <p:ext uri="{BB962C8B-B14F-4D97-AF65-F5344CB8AC3E}">
        <p14:creationId xmlns:p14="http://schemas.microsoft.com/office/powerpoint/2010/main" val="65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D6A0E6-016E-09A9-0F2C-1BDD79977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04B750F-96BF-546F-E944-B2629BF8F12E}"/>
              </a:ext>
            </a:extLst>
          </p:cNvPr>
          <p:cNvCxnSpPr>
            <a:cxnSpLocks/>
          </p:cNvCxnSpPr>
          <p:nvPr/>
        </p:nvCxnSpPr>
        <p:spPr>
          <a:xfrm>
            <a:off x="2084762" y="5772150"/>
            <a:ext cx="9131300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3F6EA9B-9CAA-3A11-4FCB-C96B26C00A29}"/>
              </a:ext>
            </a:extLst>
          </p:cNvPr>
          <p:cNvCxnSpPr>
            <a:cxnSpLocks/>
          </p:cNvCxnSpPr>
          <p:nvPr/>
        </p:nvCxnSpPr>
        <p:spPr>
          <a:xfrm flipV="1">
            <a:off x="2084762" y="492482"/>
            <a:ext cx="0" cy="531776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4EC084B-FD8D-E966-D2AA-B7483FF4E6E3}"/>
              </a:ext>
            </a:extLst>
          </p:cNvPr>
          <p:cNvSpPr txBox="1"/>
          <p:nvPr/>
        </p:nvSpPr>
        <p:spPr>
          <a:xfrm>
            <a:off x="6077948" y="6249204"/>
            <a:ext cx="28554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Number of Rooms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E4D745-1CD2-FC38-262B-4342E95D6F20}"/>
              </a:ext>
            </a:extLst>
          </p:cNvPr>
          <p:cNvSpPr txBox="1"/>
          <p:nvPr/>
        </p:nvSpPr>
        <p:spPr>
          <a:xfrm rot="16200000">
            <a:off x="477037" y="2912839"/>
            <a:ext cx="86355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Size</a:t>
            </a:r>
          </a:p>
        </p:txBody>
      </p:sp>
      <p:pic>
        <p:nvPicPr>
          <p:cNvPr id="39" name="Picture 38" descr="A cartoon of a house&#10;&#10;Description automatically generated">
            <a:extLst>
              <a:ext uri="{FF2B5EF4-FFF2-40B4-BE49-F238E27FC236}">
                <a16:creationId xmlns:a16="http://schemas.microsoft.com/office/drawing/2014/main" id="{410A022E-B165-020C-0AD2-DE2567DDC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179" y="4244387"/>
            <a:ext cx="720000" cy="720000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3995C059-498F-3C44-15EB-F62C8DDE2CFC}"/>
              </a:ext>
            </a:extLst>
          </p:cNvPr>
          <p:cNvSpPr txBox="1"/>
          <p:nvPr/>
        </p:nvSpPr>
        <p:spPr>
          <a:xfrm>
            <a:off x="3603631" y="5772150"/>
            <a:ext cx="43842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81E2C0F-F732-C71C-A486-8DA53EBD8196}"/>
              </a:ext>
            </a:extLst>
          </p:cNvPr>
          <p:cNvSpPr txBox="1"/>
          <p:nvPr/>
        </p:nvSpPr>
        <p:spPr>
          <a:xfrm>
            <a:off x="5560922" y="5772150"/>
            <a:ext cx="43842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DAEFEC5-D80D-BF5C-0972-5EA09CE607BD}"/>
              </a:ext>
            </a:extLst>
          </p:cNvPr>
          <p:cNvSpPr txBox="1"/>
          <p:nvPr/>
        </p:nvSpPr>
        <p:spPr>
          <a:xfrm>
            <a:off x="7190162" y="5772150"/>
            <a:ext cx="43842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7C7C4B0-C03D-810B-FD7F-4A2383E477DD}"/>
              </a:ext>
            </a:extLst>
          </p:cNvPr>
          <p:cNvSpPr txBox="1"/>
          <p:nvPr/>
        </p:nvSpPr>
        <p:spPr>
          <a:xfrm>
            <a:off x="8573572" y="5772150"/>
            <a:ext cx="43842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49397F4-935D-D3BA-0219-DA266314F68F}"/>
              </a:ext>
            </a:extLst>
          </p:cNvPr>
          <p:cNvSpPr txBox="1"/>
          <p:nvPr/>
        </p:nvSpPr>
        <p:spPr>
          <a:xfrm>
            <a:off x="10079897" y="5772150"/>
            <a:ext cx="43842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9E3E938-CA24-3E77-0489-5D4B4D02273E}"/>
              </a:ext>
            </a:extLst>
          </p:cNvPr>
          <p:cNvSpPr txBox="1"/>
          <p:nvPr/>
        </p:nvSpPr>
        <p:spPr>
          <a:xfrm>
            <a:off x="1302055" y="4248806"/>
            <a:ext cx="7864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100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C32BDC8-59CE-5FF4-6BF9-69E27E428ABA}"/>
              </a:ext>
            </a:extLst>
          </p:cNvPr>
          <p:cNvSpPr txBox="1"/>
          <p:nvPr/>
        </p:nvSpPr>
        <p:spPr>
          <a:xfrm>
            <a:off x="1294490" y="3288827"/>
            <a:ext cx="7864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200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9EE6E9F-73B5-9123-66FF-0A2809A1FE4C}"/>
              </a:ext>
            </a:extLst>
          </p:cNvPr>
          <p:cNvSpPr txBox="1"/>
          <p:nvPr/>
        </p:nvSpPr>
        <p:spPr>
          <a:xfrm>
            <a:off x="1302055" y="2323485"/>
            <a:ext cx="7864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300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984BEDD-BEC5-9CAF-8C24-CEEF2DF98A20}"/>
              </a:ext>
            </a:extLst>
          </p:cNvPr>
          <p:cNvSpPr txBox="1"/>
          <p:nvPr/>
        </p:nvSpPr>
        <p:spPr>
          <a:xfrm>
            <a:off x="1302055" y="1366442"/>
            <a:ext cx="7864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400</a:t>
            </a:r>
          </a:p>
        </p:txBody>
      </p:sp>
      <p:pic>
        <p:nvPicPr>
          <p:cNvPr id="80" name="Picture 79" descr="A cartoon of a house&#10;&#10;Description automatically generated">
            <a:extLst>
              <a:ext uri="{FF2B5EF4-FFF2-40B4-BE49-F238E27FC236}">
                <a16:creationId xmlns:a16="http://schemas.microsoft.com/office/drawing/2014/main" id="{D8370CDA-273C-BD2C-9338-08186A1D8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988" y="2709000"/>
            <a:ext cx="828000" cy="828000"/>
          </a:xfrm>
          <a:prstGeom prst="rect">
            <a:avLst/>
          </a:prstGeom>
        </p:spPr>
      </p:pic>
      <p:pic>
        <p:nvPicPr>
          <p:cNvPr id="81" name="Picture 80" descr="A cartoon of a house&#10;&#10;Description automatically generated">
            <a:extLst>
              <a:ext uri="{FF2B5EF4-FFF2-40B4-BE49-F238E27FC236}">
                <a16:creationId xmlns:a16="http://schemas.microsoft.com/office/drawing/2014/main" id="{2DD9E989-6A91-56D8-2C49-5298C4735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373" y="2202012"/>
            <a:ext cx="1008000" cy="1008000"/>
          </a:xfrm>
          <a:prstGeom prst="rect">
            <a:avLst/>
          </a:prstGeom>
        </p:spPr>
      </p:pic>
      <p:pic>
        <p:nvPicPr>
          <p:cNvPr id="82" name="Picture 81" descr="A cartoon of a house&#10;&#10;Description automatically generated">
            <a:extLst>
              <a:ext uri="{FF2B5EF4-FFF2-40B4-BE49-F238E27FC236}">
                <a16:creationId xmlns:a16="http://schemas.microsoft.com/office/drawing/2014/main" id="{572604F0-287C-6EF1-1456-1393C8B69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846" y="2800539"/>
            <a:ext cx="1188000" cy="1188000"/>
          </a:xfrm>
          <a:prstGeom prst="rect">
            <a:avLst/>
          </a:prstGeom>
        </p:spPr>
      </p:pic>
      <p:pic>
        <p:nvPicPr>
          <p:cNvPr id="83" name="Picture 82" descr="A cartoon of a house&#10;&#10;Description automatically generated">
            <a:extLst>
              <a:ext uri="{FF2B5EF4-FFF2-40B4-BE49-F238E27FC236}">
                <a16:creationId xmlns:a16="http://schemas.microsoft.com/office/drawing/2014/main" id="{F301A0B7-3275-AF26-5352-BD841EBED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8319" y="600865"/>
            <a:ext cx="1620000" cy="1620000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D7E3B07-2508-6C92-1112-C0A460A2C41A}"/>
              </a:ext>
            </a:extLst>
          </p:cNvPr>
          <p:cNvCxnSpPr>
            <a:cxnSpLocks/>
          </p:cNvCxnSpPr>
          <p:nvPr/>
        </p:nvCxnSpPr>
        <p:spPr>
          <a:xfrm flipV="1">
            <a:off x="2088544" y="1788316"/>
            <a:ext cx="9433172" cy="394573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695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E7D227A-21C4-7E2C-66ED-23E6DD0CA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71A3D1-2D97-14A5-F47C-CEB47020A330}"/>
              </a:ext>
            </a:extLst>
          </p:cNvPr>
          <p:cNvCxnSpPr>
            <a:cxnSpLocks/>
          </p:cNvCxnSpPr>
          <p:nvPr/>
        </p:nvCxnSpPr>
        <p:spPr>
          <a:xfrm>
            <a:off x="2084762" y="5772150"/>
            <a:ext cx="9131300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FF771D-0166-B3ED-458E-68A8852FEBAE}"/>
              </a:ext>
            </a:extLst>
          </p:cNvPr>
          <p:cNvCxnSpPr>
            <a:cxnSpLocks/>
          </p:cNvCxnSpPr>
          <p:nvPr/>
        </p:nvCxnSpPr>
        <p:spPr>
          <a:xfrm flipV="1">
            <a:off x="2084762" y="492482"/>
            <a:ext cx="0" cy="531776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84A28E6-21B2-209F-96B9-3BDD7AE4310B}"/>
              </a:ext>
            </a:extLst>
          </p:cNvPr>
          <p:cNvSpPr txBox="1"/>
          <p:nvPr/>
        </p:nvSpPr>
        <p:spPr>
          <a:xfrm>
            <a:off x="6077948" y="6249204"/>
            <a:ext cx="28554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Number of Rooms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ABCFD1-EE21-6A1B-31DB-6E53E4186ECD}"/>
              </a:ext>
            </a:extLst>
          </p:cNvPr>
          <p:cNvSpPr txBox="1"/>
          <p:nvPr/>
        </p:nvSpPr>
        <p:spPr>
          <a:xfrm rot="16200000">
            <a:off x="477037" y="2912839"/>
            <a:ext cx="86355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Size</a:t>
            </a:r>
          </a:p>
        </p:txBody>
      </p:sp>
      <p:pic>
        <p:nvPicPr>
          <p:cNvPr id="39" name="Picture 38" descr="A cartoon of a house&#10;&#10;Description automatically generated">
            <a:extLst>
              <a:ext uri="{FF2B5EF4-FFF2-40B4-BE49-F238E27FC236}">
                <a16:creationId xmlns:a16="http://schemas.microsoft.com/office/drawing/2014/main" id="{C4782217-E2F9-AEB0-D31E-D11BAB36D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179" y="4244387"/>
            <a:ext cx="720000" cy="720000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FD55BCFB-5931-EE06-C8C5-5F2B2D447008}"/>
              </a:ext>
            </a:extLst>
          </p:cNvPr>
          <p:cNvSpPr txBox="1"/>
          <p:nvPr/>
        </p:nvSpPr>
        <p:spPr>
          <a:xfrm>
            <a:off x="3603631" y="5772150"/>
            <a:ext cx="43842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FF3DF72-1BE7-4362-5F65-543DFF3904DC}"/>
              </a:ext>
            </a:extLst>
          </p:cNvPr>
          <p:cNvSpPr txBox="1"/>
          <p:nvPr/>
        </p:nvSpPr>
        <p:spPr>
          <a:xfrm>
            <a:off x="5560922" y="5772150"/>
            <a:ext cx="43842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BF2D831-0859-B66A-E68C-983CC1B195F8}"/>
              </a:ext>
            </a:extLst>
          </p:cNvPr>
          <p:cNvSpPr txBox="1"/>
          <p:nvPr/>
        </p:nvSpPr>
        <p:spPr>
          <a:xfrm>
            <a:off x="7190162" y="5772150"/>
            <a:ext cx="43842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CE6490A-727E-E314-2E4C-FC88B8BCB7E4}"/>
              </a:ext>
            </a:extLst>
          </p:cNvPr>
          <p:cNvSpPr txBox="1"/>
          <p:nvPr/>
        </p:nvSpPr>
        <p:spPr>
          <a:xfrm>
            <a:off x="8573572" y="5772150"/>
            <a:ext cx="43842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3EE582F-AB44-9F1E-FE2F-17757464DD34}"/>
              </a:ext>
            </a:extLst>
          </p:cNvPr>
          <p:cNvSpPr txBox="1"/>
          <p:nvPr/>
        </p:nvSpPr>
        <p:spPr>
          <a:xfrm>
            <a:off x="10079897" y="5772150"/>
            <a:ext cx="43842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C94B8F-A29A-20F1-3D96-85012C63456E}"/>
              </a:ext>
            </a:extLst>
          </p:cNvPr>
          <p:cNvSpPr txBox="1"/>
          <p:nvPr/>
        </p:nvSpPr>
        <p:spPr>
          <a:xfrm>
            <a:off x="1302055" y="4248806"/>
            <a:ext cx="7864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100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8E9DA6F-AF16-28DE-5284-4C825EA3B61F}"/>
              </a:ext>
            </a:extLst>
          </p:cNvPr>
          <p:cNvSpPr txBox="1"/>
          <p:nvPr/>
        </p:nvSpPr>
        <p:spPr>
          <a:xfrm>
            <a:off x="1294490" y="3288827"/>
            <a:ext cx="7864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200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BCFE8D6-4F59-7D33-02A9-22E379D1973D}"/>
              </a:ext>
            </a:extLst>
          </p:cNvPr>
          <p:cNvSpPr txBox="1"/>
          <p:nvPr/>
        </p:nvSpPr>
        <p:spPr>
          <a:xfrm>
            <a:off x="1302055" y="2323485"/>
            <a:ext cx="7864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300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4DAA710-81DD-8E42-0839-8B4F30B9BA23}"/>
              </a:ext>
            </a:extLst>
          </p:cNvPr>
          <p:cNvSpPr txBox="1"/>
          <p:nvPr/>
        </p:nvSpPr>
        <p:spPr>
          <a:xfrm>
            <a:off x="1302055" y="1366442"/>
            <a:ext cx="7864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400</a:t>
            </a:r>
          </a:p>
        </p:txBody>
      </p:sp>
      <p:pic>
        <p:nvPicPr>
          <p:cNvPr id="80" name="Picture 79" descr="A cartoon of a house&#10;&#10;Description automatically generated">
            <a:extLst>
              <a:ext uri="{FF2B5EF4-FFF2-40B4-BE49-F238E27FC236}">
                <a16:creationId xmlns:a16="http://schemas.microsoft.com/office/drawing/2014/main" id="{AF1165AF-471C-8584-0337-6300E5F94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988" y="2709000"/>
            <a:ext cx="828000" cy="828000"/>
          </a:xfrm>
          <a:prstGeom prst="rect">
            <a:avLst/>
          </a:prstGeom>
        </p:spPr>
      </p:pic>
      <p:pic>
        <p:nvPicPr>
          <p:cNvPr id="81" name="Picture 80" descr="A cartoon of a house&#10;&#10;Description automatically generated">
            <a:extLst>
              <a:ext uri="{FF2B5EF4-FFF2-40B4-BE49-F238E27FC236}">
                <a16:creationId xmlns:a16="http://schemas.microsoft.com/office/drawing/2014/main" id="{912ECC80-C30D-EF3E-C005-FFD3C0608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373" y="2202012"/>
            <a:ext cx="1008000" cy="1008000"/>
          </a:xfrm>
          <a:prstGeom prst="rect">
            <a:avLst/>
          </a:prstGeom>
        </p:spPr>
      </p:pic>
      <p:pic>
        <p:nvPicPr>
          <p:cNvPr id="82" name="Picture 81" descr="A cartoon of a house&#10;&#10;Description automatically generated">
            <a:extLst>
              <a:ext uri="{FF2B5EF4-FFF2-40B4-BE49-F238E27FC236}">
                <a16:creationId xmlns:a16="http://schemas.microsoft.com/office/drawing/2014/main" id="{8B47F8D4-57D2-DD49-E368-C0533CC46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846" y="2800539"/>
            <a:ext cx="1188000" cy="1188000"/>
          </a:xfrm>
          <a:prstGeom prst="rect">
            <a:avLst/>
          </a:prstGeom>
        </p:spPr>
      </p:pic>
      <p:pic>
        <p:nvPicPr>
          <p:cNvPr id="83" name="Picture 82" descr="A cartoon of a house&#10;&#10;Description automatically generated">
            <a:extLst>
              <a:ext uri="{FF2B5EF4-FFF2-40B4-BE49-F238E27FC236}">
                <a16:creationId xmlns:a16="http://schemas.microsoft.com/office/drawing/2014/main" id="{EE2F1A0B-F8F6-113E-EB1A-4C4FB9BA2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8319" y="600865"/>
            <a:ext cx="1620000" cy="1620000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CE7310D-1F5F-B5C5-1991-E41028458059}"/>
              </a:ext>
            </a:extLst>
          </p:cNvPr>
          <p:cNvCxnSpPr>
            <a:cxnSpLocks/>
          </p:cNvCxnSpPr>
          <p:nvPr/>
        </p:nvCxnSpPr>
        <p:spPr>
          <a:xfrm flipV="1">
            <a:off x="2088544" y="1788316"/>
            <a:ext cx="9433172" cy="394573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769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7037E-6 L 0.00066 0.058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289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07407E-6 L -0.00013 0.1474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736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4.44444E-6 L -0.00026 0.1055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527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2.59259E-6 L -0.00039 -0.08658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432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44444E-6 L 0.00013 0.0981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E2CF4EE-0FDE-5B93-82FA-30352332A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C12880-1CE4-17AC-A60F-0DBED4606939}"/>
              </a:ext>
            </a:extLst>
          </p:cNvPr>
          <p:cNvCxnSpPr>
            <a:cxnSpLocks/>
          </p:cNvCxnSpPr>
          <p:nvPr/>
        </p:nvCxnSpPr>
        <p:spPr>
          <a:xfrm>
            <a:off x="2084762" y="5772150"/>
            <a:ext cx="9131300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BC56B10-707B-70B3-7116-3C4FE6B2A192}"/>
              </a:ext>
            </a:extLst>
          </p:cNvPr>
          <p:cNvCxnSpPr>
            <a:cxnSpLocks/>
          </p:cNvCxnSpPr>
          <p:nvPr/>
        </p:nvCxnSpPr>
        <p:spPr>
          <a:xfrm flipV="1">
            <a:off x="2084762" y="492482"/>
            <a:ext cx="0" cy="531776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B7BCD3A-1EF9-3951-6E33-FC25CEDF449A}"/>
              </a:ext>
            </a:extLst>
          </p:cNvPr>
          <p:cNvSpPr txBox="1"/>
          <p:nvPr/>
        </p:nvSpPr>
        <p:spPr>
          <a:xfrm>
            <a:off x="6077948" y="6249204"/>
            <a:ext cx="28554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Number of Rooms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F35D0F-0DCC-A68B-0B46-CB5D759F1221}"/>
              </a:ext>
            </a:extLst>
          </p:cNvPr>
          <p:cNvSpPr txBox="1"/>
          <p:nvPr/>
        </p:nvSpPr>
        <p:spPr>
          <a:xfrm rot="16200000">
            <a:off x="477037" y="2912839"/>
            <a:ext cx="86355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Size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C4C00A3-6F4A-8F1D-8A45-2462ACF0EE05}"/>
              </a:ext>
            </a:extLst>
          </p:cNvPr>
          <p:cNvSpPr txBox="1"/>
          <p:nvPr/>
        </p:nvSpPr>
        <p:spPr>
          <a:xfrm>
            <a:off x="3603631" y="5772150"/>
            <a:ext cx="43842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5B393F2-2E63-0C93-B148-F50DC7909F15}"/>
              </a:ext>
            </a:extLst>
          </p:cNvPr>
          <p:cNvSpPr txBox="1"/>
          <p:nvPr/>
        </p:nvSpPr>
        <p:spPr>
          <a:xfrm>
            <a:off x="5560922" y="5772150"/>
            <a:ext cx="43842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1690831-920A-2D20-831F-49A04255833A}"/>
              </a:ext>
            </a:extLst>
          </p:cNvPr>
          <p:cNvSpPr txBox="1"/>
          <p:nvPr/>
        </p:nvSpPr>
        <p:spPr>
          <a:xfrm>
            <a:off x="7190162" y="5772150"/>
            <a:ext cx="43842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5DD634B-4507-A8DB-A2F0-7F9E64B340FC}"/>
              </a:ext>
            </a:extLst>
          </p:cNvPr>
          <p:cNvSpPr txBox="1"/>
          <p:nvPr/>
        </p:nvSpPr>
        <p:spPr>
          <a:xfrm>
            <a:off x="8573572" y="5772150"/>
            <a:ext cx="43842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7658019-1DB1-76C4-7AF1-F9995CB505B9}"/>
              </a:ext>
            </a:extLst>
          </p:cNvPr>
          <p:cNvSpPr txBox="1"/>
          <p:nvPr/>
        </p:nvSpPr>
        <p:spPr>
          <a:xfrm>
            <a:off x="10079897" y="5772150"/>
            <a:ext cx="43842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9DF415D-D976-BB5D-12AB-45CA8810C3DB}"/>
              </a:ext>
            </a:extLst>
          </p:cNvPr>
          <p:cNvSpPr txBox="1"/>
          <p:nvPr/>
        </p:nvSpPr>
        <p:spPr>
          <a:xfrm>
            <a:off x="1302055" y="4248806"/>
            <a:ext cx="7864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100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551D9A2-4AE0-1E4F-DDD0-F9EBC97A462E}"/>
              </a:ext>
            </a:extLst>
          </p:cNvPr>
          <p:cNvSpPr txBox="1"/>
          <p:nvPr/>
        </p:nvSpPr>
        <p:spPr>
          <a:xfrm>
            <a:off x="1294490" y="3288827"/>
            <a:ext cx="7864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200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D299103-9DC7-8804-77AE-5219C723541A}"/>
              </a:ext>
            </a:extLst>
          </p:cNvPr>
          <p:cNvSpPr txBox="1"/>
          <p:nvPr/>
        </p:nvSpPr>
        <p:spPr>
          <a:xfrm>
            <a:off x="1302055" y="2323485"/>
            <a:ext cx="7864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300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DC138E8-4167-5660-77C9-4A0D368BBF95}"/>
              </a:ext>
            </a:extLst>
          </p:cNvPr>
          <p:cNvSpPr txBox="1"/>
          <p:nvPr/>
        </p:nvSpPr>
        <p:spPr>
          <a:xfrm>
            <a:off x="1302055" y="1366442"/>
            <a:ext cx="7864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400</a:t>
            </a:r>
          </a:p>
        </p:txBody>
      </p:sp>
      <p:pic>
        <p:nvPicPr>
          <p:cNvPr id="2" name="Picture 1" descr="A cartoon of a house&#10;&#10;Description automatically generated">
            <a:extLst>
              <a:ext uri="{FF2B5EF4-FFF2-40B4-BE49-F238E27FC236}">
                <a16:creationId xmlns:a16="http://schemas.microsoft.com/office/drawing/2014/main" id="{11B90CC2-0A5C-E25F-F3ED-2A4D7DC4F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179" y="4642486"/>
            <a:ext cx="720000" cy="720000"/>
          </a:xfrm>
          <a:prstGeom prst="rect">
            <a:avLst/>
          </a:prstGeom>
          <a:ln>
            <a:noFill/>
          </a:ln>
        </p:spPr>
      </p:pic>
      <p:pic>
        <p:nvPicPr>
          <p:cNvPr id="4" name="Picture 3" descr="A cartoon of a house&#10;&#10;Description automatically generated">
            <a:extLst>
              <a:ext uri="{FF2B5EF4-FFF2-40B4-BE49-F238E27FC236}">
                <a16:creationId xmlns:a16="http://schemas.microsoft.com/office/drawing/2014/main" id="{BB17934B-B562-D4E0-354F-B42AD30A8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988" y="3719571"/>
            <a:ext cx="828000" cy="828000"/>
          </a:xfrm>
          <a:prstGeom prst="rect">
            <a:avLst/>
          </a:prstGeom>
          <a:ln>
            <a:noFill/>
          </a:ln>
        </p:spPr>
      </p:pic>
      <p:pic>
        <p:nvPicPr>
          <p:cNvPr id="3" name="Picture 2" descr="A cartoon of a house&#10;&#10;Description automatically generated">
            <a:extLst>
              <a:ext uri="{FF2B5EF4-FFF2-40B4-BE49-F238E27FC236}">
                <a16:creationId xmlns:a16="http://schemas.microsoft.com/office/drawing/2014/main" id="{5FD68536-D729-1D2A-CB7E-BF15AF49B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373" y="2925000"/>
            <a:ext cx="1008000" cy="1008000"/>
          </a:xfrm>
          <a:prstGeom prst="rect">
            <a:avLst/>
          </a:prstGeom>
          <a:ln>
            <a:noFill/>
          </a:ln>
        </p:spPr>
      </p:pic>
      <p:pic>
        <p:nvPicPr>
          <p:cNvPr id="7" name="Picture 6" descr="A cartoon of a house&#10;&#10;Description automatically generated">
            <a:extLst>
              <a:ext uri="{FF2B5EF4-FFF2-40B4-BE49-F238E27FC236}">
                <a16:creationId xmlns:a16="http://schemas.microsoft.com/office/drawing/2014/main" id="{CC7C3901-6BEE-462F-E363-82EA20857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846" y="2202012"/>
            <a:ext cx="1188000" cy="1188000"/>
          </a:xfrm>
          <a:prstGeom prst="rect">
            <a:avLst/>
          </a:prstGeom>
          <a:ln>
            <a:noFill/>
          </a:ln>
        </p:spPr>
      </p:pic>
      <p:pic>
        <p:nvPicPr>
          <p:cNvPr id="8" name="Picture 7" descr="A cartoon of a house&#10;&#10;Description automatically generated">
            <a:extLst>
              <a:ext uri="{FF2B5EF4-FFF2-40B4-BE49-F238E27FC236}">
                <a16:creationId xmlns:a16="http://schemas.microsoft.com/office/drawing/2014/main" id="{D383A71C-D253-5AB2-F314-3657F15DD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8319" y="1285950"/>
            <a:ext cx="1620000" cy="1620000"/>
          </a:xfrm>
          <a:prstGeom prst="rect">
            <a:avLst/>
          </a:prstGeom>
          <a:ln>
            <a:noFill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28C341-05F1-0C18-23C9-7CBCEB4260CA}"/>
              </a:ext>
            </a:extLst>
          </p:cNvPr>
          <p:cNvCxnSpPr>
            <a:cxnSpLocks/>
          </p:cNvCxnSpPr>
          <p:nvPr/>
        </p:nvCxnSpPr>
        <p:spPr>
          <a:xfrm flipV="1">
            <a:off x="2088544" y="1788316"/>
            <a:ext cx="9433172" cy="394573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316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E023416-D6B9-1E51-4915-3CD185016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D5D26BF-E7AC-4C03-727C-9D87E9AE7494}"/>
              </a:ext>
            </a:extLst>
          </p:cNvPr>
          <p:cNvCxnSpPr>
            <a:cxnSpLocks/>
          </p:cNvCxnSpPr>
          <p:nvPr/>
        </p:nvCxnSpPr>
        <p:spPr>
          <a:xfrm>
            <a:off x="2084762" y="5772150"/>
            <a:ext cx="9131300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C133114-39A0-01EA-36F4-B08C543D2E67}"/>
              </a:ext>
            </a:extLst>
          </p:cNvPr>
          <p:cNvCxnSpPr>
            <a:cxnSpLocks/>
          </p:cNvCxnSpPr>
          <p:nvPr/>
        </p:nvCxnSpPr>
        <p:spPr>
          <a:xfrm flipV="1">
            <a:off x="2084762" y="492482"/>
            <a:ext cx="0" cy="531776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0F3B2AB-FDBF-4BB8-1239-2C05BCA0DFA1}"/>
              </a:ext>
            </a:extLst>
          </p:cNvPr>
          <p:cNvSpPr txBox="1"/>
          <p:nvPr/>
        </p:nvSpPr>
        <p:spPr>
          <a:xfrm>
            <a:off x="6077948" y="6249204"/>
            <a:ext cx="28554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Number of Rooms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29E478-C47B-B92F-2C0B-32342840DCD6}"/>
              </a:ext>
            </a:extLst>
          </p:cNvPr>
          <p:cNvSpPr txBox="1"/>
          <p:nvPr/>
        </p:nvSpPr>
        <p:spPr>
          <a:xfrm rot="16200000">
            <a:off x="477037" y="2912839"/>
            <a:ext cx="86355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Size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3917F1B-51B2-116D-9492-064D948D472F}"/>
              </a:ext>
            </a:extLst>
          </p:cNvPr>
          <p:cNvSpPr txBox="1"/>
          <p:nvPr/>
        </p:nvSpPr>
        <p:spPr>
          <a:xfrm>
            <a:off x="3603631" y="5772150"/>
            <a:ext cx="43842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62ABFAA-0021-6590-2DE6-76405A16599C}"/>
              </a:ext>
            </a:extLst>
          </p:cNvPr>
          <p:cNvSpPr txBox="1"/>
          <p:nvPr/>
        </p:nvSpPr>
        <p:spPr>
          <a:xfrm>
            <a:off x="5560922" y="5772150"/>
            <a:ext cx="43842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1DFA62E-FC3E-3D74-2C14-0B871F26D6F6}"/>
              </a:ext>
            </a:extLst>
          </p:cNvPr>
          <p:cNvSpPr txBox="1"/>
          <p:nvPr/>
        </p:nvSpPr>
        <p:spPr>
          <a:xfrm>
            <a:off x="7190162" y="5772150"/>
            <a:ext cx="43842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9CCF180-27AA-F559-CB07-8E764CF06AA0}"/>
              </a:ext>
            </a:extLst>
          </p:cNvPr>
          <p:cNvSpPr txBox="1"/>
          <p:nvPr/>
        </p:nvSpPr>
        <p:spPr>
          <a:xfrm>
            <a:off x="8573572" y="5772150"/>
            <a:ext cx="43842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B66515F-EDF5-1D56-E9AB-E1E1C06D5F94}"/>
              </a:ext>
            </a:extLst>
          </p:cNvPr>
          <p:cNvSpPr txBox="1"/>
          <p:nvPr/>
        </p:nvSpPr>
        <p:spPr>
          <a:xfrm>
            <a:off x="10079897" y="5772150"/>
            <a:ext cx="43842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9187225-8D25-61CF-8D0C-65A3606C1348}"/>
              </a:ext>
            </a:extLst>
          </p:cNvPr>
          <p:cNvSpPr txBox="1"/>
          <p:nvPr/>
        </p:nvSpPr>
        <p:spPr>
          <a:xfrm>
            <a:off x="1302055" y="4248806"/>
            <a:ext cx="7864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100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7D939A6-F236-8F75-6A8A-0EDAF1019C71}"/>
              </a:ext>
            </a:extLst>
          </p:cNvPr>
          <p:cNvSpPr txBox="1"/>
          <p:nvPr/>
        </p:nvSpPr>
        <p:spPr>
          <a:xfrm>
            <a:off x="1294490" y="3288827"/>
            <a:ext cx="7864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200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5342128-C8D0-0960-A5F9-D446A453C736}"/>
              </a:ext>
            </a:extLst>
          </p:cNvPr>
          <p:cNvSpPr txBox="1"/>
          <p:nvPr/>
        </p:nvSpPr>
        <p:spPr>
          <a:xfrm>
            <a:off x="1302055" y="2323485"/>
            <a:ext cx="7864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300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AD062AC-8972-8755-311A-4BB667C3EEA1}"/>
              </a:ext>
            </a:extLst>
          </p:cNvPr>
          <p:cNvSpPr txBox="1"/>
          <p:nvPr/>
        </p:nvSpPr>
        <p:spPr>
          <a:xfrm>
            <a:off x="1302055" y="1366442"/>
            <a:ext cx="7864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400</a:t>
            </a:r>
          </a:p>
        </p:txBody>
      </p:sp>
      <p:pic>
        <p:nvPicPr>
          <p:cNvPr id="2" name="Picture 1" descr="A cartoon of a house&#10;&#10;Description automatically generated">
            <a:extLst>
              <a:ext uri="{FF2B5EF4-FFF2-40B4-BE49-F238E27FC236}">
                <a16:creationId xmlns:a16="http://schemas.microsoft.com/office/drawing/2014/main" id="{C380A2D6-48DF-3951-4CDA-F13051DCB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179" y="4642486"/>
            <a:ext cx="720000" cy="720000"/>
          </a:xfrm>
          <a:prstGeom prst="rect">
            <a:avLst/>
          </a:prstGeom>
          <a:ln>
            <a:noFill/>
          </a:ln>
        </p:spPr>
      </p:pic>
      <p:pic>
        <p:nvPicPr>
          <p:cNvPr id="4" name="Picture 3" descr="A cartoon of a house&#10;&#10;Description automatically generated">
            <a:extLst>
              <a:ext uri="{FF2B5EF4-FFF2-40B4-BE49-F238E27FC236}">
                <a16:creationId xmlns:a16="http://schemas.microsoft.com/office/drawing/2014/main" id="{BF4A6D72-37A7-35C1-1165-4E090F4F7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988" y="3719571"/>
            <a:ext cx="828000" cy="828000"/>
          </a:xfrm>
          <a:prstGeom prst="rect">
            <a:avLst/>
          </a:prstGeom>
          <a:ln>
            <a:noFill/>
          </a:ln>
        </p:spPr>
      </p:pic>
      <p:pic>
        <p:nvPicPr>
          <p:cNvPr id="3" name="Picture 2" descr="A cartoon of a house&#10;&#10;Description automatically generated">
            <a:extLst>
              <a:ext uri="{FF2B5EF4-FFF2-40B4-BE49-F238E27FC236}">
                <a16:creationId xmlns:a16="http://schemas.microsoft.com/office/drawing/2014/main" id="{EEF04F19-F124-E80A-0B09-5FE882C49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373" y="2925000"/>
            <a:ext cx="1008000" cy="1008000"/>
          </a:xfrm>
          <a:prstGeom prst="rect">
            <a:avLst/>
          </a:prstGeom>
          <a:ln>
            <a:noFill/>
          </a:ln>
        </p:spPr>
      </p:pic>
      <p:pic>
        <p:nvPicPr>
          <p:cNvPr id="7" name="Picture 6" descr="A cartoon of a house&#10;&#10;Description automatically generated">
            <a:extLst>
              <a:ext uri="{FF2B5EF4-FFF2-40B4-BE49-F238E27FC236}">
                <a16:creationId xmlns:a16="http://schemas.microsoft.com/office/drawing/2014/main" id="{808B9FB6-0FB8-5AB4-E3F8-B56E463AC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846" y="2202012"/>
            <a:ext cx="1188000" cy="1188000"/>
          </a:xfrm>
          <a:prstGeom prst="rect">
            <a:avLst/>
          </a:prstGeom>
          <a:ln>
            <a:noFill/>
          </a:ln>
        </p:spPr>
      </p:pic>
      <p:pic>
        <p:nvPicPr>
          <p:cNvPr id="8" name="Picture 7" descr="A cartoon of a house&#10;&#10;Description automatically generated">
            <a:extLst>
              <a:ext uri="{FF2B5EF4-FFF2-40B4-BE49-F238E27FC236}">
                <a16:creationId xmlns:a16="http://schemas.microsoft.com/office/drawing/2014/main" id="{93C3FEC7-6543-ECDD-48F5-55CAE6A7A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8319" y="1285950"/>
            <a:ext cx="1620000" cy="1620000"/>
          </a:xfrm>
          <a:prstGeom prst="rect">
            <a:avLst/>
          </a:prstGeom>
          <a:ln>
            <a:noFill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81CBF3-CAF7-6051-888F-89D268E49561}"/>
              </a:ext>
            </a:extLst>
          </p:cNvPr>
          <p:cNvCxnSpPr>
            <a:cxnSpLocks/>
          </p:cNvCxnSpPr>
          <p:nvPr/>
        </p:nvCxnSpPr>
        <p:spPr>
          <a:xfrm flipV="1">
            <a:off x="2088544" y="1788316"/>
            <a:ext cx="9433172" cy="394573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476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69" grpId="0"/>
      <p:bldP spid="70" grpId="0"/>
      <p:bldP spid="71" grpId="0"/>
      <p:bldP spid="72" grpId="0"/>
      <p:bldP spid="73" grpId="0"/>
      <p:bldP spid="75" grpId="0"/>
      <p:bldP spid="76" grpId="0"/>
      <p:bldP spid="77" grpId="0"/>
      <p:bldP spid="7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E1AB97B-ADD6-EBD4-CD4E-30891B621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29288B8-B841-7E7E-D0E1-CBC9DEF6102D}"/>
              </a:ext>
            </a:extLst>
          </p:cNvPr>
          <p:cNvGrpSpPr/>
          <p:nvPr/>
        </p:nvGrpSpPr>
        <p:grpSpPr>
          <a:xfrm>
            <a:off x="2088544" y="1285950"/>
            <a:ext cx="9433172" cy="4448101"/>
            <a:chOff x="2088544" y="1285950"/>
            <a:chExt cx="9433172" cy="4448101"/>
          </a:xfrm>
        </p:grpSpPr>
        <p:pic>
          <p:nvPicPr>
            <p:cNvPr id="2" name="Picture 1" descr="A cartoon of a house&#10;&#10;Description automatically generated">
              <a:extLst>
                <a:ext uri="{FF2B5EF4-FFF2-40B4-BE49-F238E27FC236}">
                  <a16:creationId xmlns:a16="http://schemas.microsoft.com/office/drawing/2014/main" id="{42BA81B2-AA71-50BA-5B80-00A4DA87E9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11179" y="4642486"/>
              <a:ext cx="720000" cy="720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" name="Picture 3" descr="A cartoon of a house&#10;&#10;Description automatically generated">
              <a:extLst>
                <a:ext uri="{FF2B5EF4-FFF2-40B4-BE49-F238E27FC236}">
                  <a16:creationId xmlns:a16="http://schemas.microsoft.com/office/drawing/2014/main" id="{5897CADD-FB49-273F-EFE5-DF3404223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52988" y="3719571"/>
              <a:ext cx="828000" cy="828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" name="Picture 2" descr="A cartoon of a house&#10;&#10;Description automatically generated">
              <a:extLst>
                <a:ext uri="{FF2B5EF4-FFF2-40B4-BE49-F238E27FC236}">
                  <a16:creationId xmlns:a16="http://schemas.microsoft.com/office/drawing/2014/main" id="{CBF264BA-39B8-015C-95AF-6303E95DE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9373" y="2925000"/>
              <a:ext cx="1008000" cy="1008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" name="Picture 6" descr="A cartoon of a house&#10;&#10;Description automatically generated">
              <a:extLst>
                <a:ext uri="{FF2B5EF4-FFF2-40B4-BE49-F238E27FC236}">
                  <a16:creationId xmlns:a16="http://schemas.microsoft.com/office/drawing/2014/main" id="{E1E8997D-92EA-6F35-4CF2-E4DC1F38F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88846" y="2202012"/>
              <a:ext cx="1188000" cy="1188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Picture 7" descr="A cartoon of a house&#10;&#10;Description automatically generated">
              <a:extLst>
                <a:ext uri="{FF2B5EF4-FFF2-40B4-BE49-F238E27FC236}">
                  <a16:creationId xmlns:a16="http://schemas.microsoft.com/office/drawing/2014/main" id="{63023B68-BB8D-7C07-FF47-DC180BD9E0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08319" y="1285950"/>
              <a:ext cx="1620000" cy="162000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07ED627-6B2F-7C32-7039-310505FD1B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8544" y="1788316"/>
              <a:ext cx="9433172" cy="394573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17655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584CA2-4E54-81E2-8FAC-71A133D8F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4D6AF52-95B9-9015-0758-C1360C7EC186}"/>
              </a:ext>
            </a:extLst>
          </p:cNvPr>
          <p:cNvGrpSpPr/>
          <p:nvPr/>
        </p:nvGrpSpPr>
        <p:grpSpPr>
          <a:xfrm>
            <a:off x="2088544" y="1285950"/>
            <a:ext cx="9433172" cy="4448101"/>
            <a:chOff x="2088544" y="1285950"/>
            <a:chExt cx="9433172" cy="4448101"/>
          </a:xfrm>
        </p:grpSpPr>
        <p:pic>
          <p:nvPicPr>
            <p:cNvPr id="2" name="Picture 1" descr="A cartoon of a house&#10;&#10;Description automatically generated">
              <a:extLst>
                <a:ext uri="{FF2B5EF4-FFF2-40B4-BE49-F238E27FC236}">
                  <a16:creationId xmlns:a16="http://schemas.microsoft.com/office/drawing/2014/main" id="{185FE15F-8211-5A87-FFBB-F4C6B402DB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11179" y="4642486"/>
              <a:ext cx="720000" cy="720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" name="Picture 3" descr="A cartoon of a house&#10;&#10;Description automatically generated">
              <a:extLst>
                <a:ext uri="{FF2B5EF4-FFF2-40B4-BE49-F238E27FC236}">
                  <a16:creationId xmlns:a16="http://schemas.microsoft.com/office/drawing/2014/main" id="{21A85269-72C8-115D-A6CD-1EBF508575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52988" y="3719571"/>
              <a:ext cx="828000" cy="828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" name="Picture 2" descr="A cartoon of a house&#10;&#10;Description automatically generated">
              <a:extLst>
                <a:ext uri="{FF2B5EF4-FFF2-40B4-BE49-F238E27FC236}">
                  <a16:creationId xmlns:a16="http://schemas.microsoft.com/office/drawing/2014/main" id="{BCB15CF6-FD8C-584A-B72D-470D24028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9373" y="2925000"/>
              <a:ext cx="1008000" cy="1008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" name="Picture 6" descr="A cartoon of a house&#10;&#10;Description automatically generated">
              <a:extLst>
                <a:ext uri="{FF2B5EF4-FFF2-40B4-BE49-F238E27FC236}">
                  <a16:creationId xmlns:a16="http://schemas.microsoft.com/office/drawing/2014/main" id="{4A1E4B15-0573-F6CB-58E6-51686EDB9D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88846" y="2202012"/>
              <a:ext cx="1188000" cy="1188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Picture 7" descr="A cartoon of a house&#10;&#10;Description automatically generated">
              <a:extLst>
                <a:ext uri="{FF2B5EF4-FFF2-40B4-BE49-F238E27FC236}">
                  <a16:creationId xmlns:a16="http://schemas.microsoft.com/office/drawing/2014/main" id="{03673ED5-CB18-940C-87DE-8F4CB2986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08319" y="1285950"/>
              <a:ext cx="1620000" cy="162000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A828B4F-3DB2-D40A-9507-19F8CCAFFE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8544" y="1788316"/>
              <a:ext cx="9433172" cy="394573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BF018E8-C91C-5F90-FA83-0B496771E97C}"/>
              </a:ext>
            </a:extLst>
          </p:cNvPr>
          <p:cNvSpPr txBox="1"/>
          <p:nvPr/>
        </p:nvSpPr>
        <p:spPr>
          <a:xfrm>
            <a:off x="5766988" y="4663757"/>
            <a:ext cx="197281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1 dimension</a:t>
            </a:r>
          </a:p>
        </p:txBody>
      </p:sp>
    </p:spTree>
    <p:extLst>
      <p:ext uri="{BB962C8B-B14F-4D97-AF65-F5344CB8AC3E}">
        <p14:creationId xmlns:p14="http://schemas.microsoft.com/office/powerpoint/2010/main" val="304603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380000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7D17D-1933-D240-48DC-1D3FE2655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artoon of a house&#10;&#10;Description automatically generated">
            <a:extLst>
              <a:ext uri="{FF2B5EF4-FFF2-40B4-BE49-F238E27FC236}">
                <a16:creationId xmlns:a16="http://schemas.microsoft.com/office/drawing/2014/main" id="{A2B7BCA8-2992-4474-A9DF-E19230F5E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46419">
            <a:off x="1138000" y="3202015"/>
            <a:ext cx="720000" cy="720000"/>
          </a:xfrm>
          <a:prstGeom prst="rect">
            <a:avLst/>
          </a:prstGeom>
          <a:ln>
            <a:noFill/>
          </a:ln>
        </p:spPr>
      </p:pic>
      <p:pic>
        <p:nvPicPr>
          <p:cNvPr id="10" name="Picture 9" descr="A cartoon of a house&#10;&#10;Description automatically generated">
            <a:extLst>
              <a:ext uri="{FF2B5EF4-FFF2-40B4-BE49-F238E27FC236}">
                <a16:creationId xmlns:a16="http://schemas.microsoft.com/office/drawing/2014/main" id="{EC3D0AC2-041F-9061-8D06-7EA8B11B0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46419">
            <a:off x="2996000" y="3106738"/>
            <a:ext cx="828000" cy="828000"/>
          </a:xfrm>
          <a:prstGeom prst="rect">
            <a:avLst/>
          </a:prstGeom>
          <a:ln>
            <a:noFill/>
          </a:ln>
        </p:spPr>
      </p:pic>
      <p:pic>
        <p:nvPicPr>
          <p:cNvPr id="11" name="Picture 10" descr="A cartoon of a house&#10;&#10;Description automatically generated">
            <a:extLst>
              <a:ext uri="{FF2B5EF4-FFF2-40B4-BE49-F238E27FC236}">
                <a16:creationId xmlns:a16="http://schemas.microsoft.com/office/drawing/2014/main" id="{9251AD8F-E526-F2D3-5E3F-8B944B251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46419">
            <a:off x="4962000" y="3047419"/>
            <a:ext cx="1008000" cy="1008000"/>
          </a:xfrm>
          <a:prstGeom prst="rect">
            <a:avLst/>
          </a:prstGeom>
          <a:ln>
            <a:noFill/>
          </a:ln>
        </p:spPr>
      </p:pic>
      <p:pic>
        <p:nvPicPr>
          <p:cNvPr id="12" name="Picture 11" descr="A cartoon of a house&#10;&#10;Description automatically generated">
            <a:extLst>
              <a:ext uri="{FF2B5EF4-FFF2-40B4-BE49-F238E27FC236}">
                <a16:creationId xmlns:a16="http://schemas.microsoft.com/office/drawing/2014/main" id="{A8A17D4C-DB9A-8D2B-5DF0-68CC2E628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46419">
            <a:off x="7108000" y="2879850"/>
            <a:ext cx="1188000" cy="1188000"/>
          </a:xfrm>
          <a:prstGeom prst="rect">
            <a:avLst/>
          </a:prstGeom>
          <a:ln>
            <a:noFill/>
          </a:ln>
        </p:spPr>
      </p:pic>
      <p:pic>
        <p:nvPicPr>
          <p:cNvPr id="13" name="Picture 12" descr="A cartoon of a house&#10;&#10;Description automatically generated">
            <a:extLst>
              <a:ext uri="{FF2B5EF4-FFF2-40B4-BE49-F238E27FC236}">
                <a16:creationId xmlns:a16="http://schemas.microsoft.com/office/drawing/2014/main" id="{F3A4B73B-77F5-CCBB-42AD-9BC4723F3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46419">
            <a:off x="9434000" y="2641093"/>
            <a:ext cx="1620000" cy="1620000"/>
          </a:xfrm>
          <a:prstGeom prst="rect">
            <a:avLst/>
          </a:prstGeom>
          <a:ln>
            <a:noFill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95B2F6-6F0E-D71A-64EF-74ADF27F730F}"/>
              </a:ext>
            </a:extLst>
          </p:cNvPr>
          <p:cNvCxnSpPr>
            <a:cxnSpLocks/>
          </p:cNvCxnSpPr>
          <p:nvPr/>
        </p:nvCxnSpPr>
        <p:spPr>
          <a:xfrm flipV="1">
            <a:off x="948267" y="3549771"/>
            <a:ext cx="10393594" cy="671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B0968DDE-8CF4-8F6F-D260-FBB3979ABC97}"/>
              </a:ext>
            </a:extLst>
          </p:cNvPr>
          <p:cNvSpPr txBox="1">
            <a:spLocks/>
          </p:cNvSpPr>
          <p:nvPr/>
        </p:nvSpPr>
        <p:spPr>
          <a:xfrm>
            <a:off x="838199" y="826369"/>
            <a:ext cx="10974049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32418C"/>
                </a:solidFill>
              </a:rPr>
              <a:t>Mean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782A14-B0E7-E2D6-CE3F-E83269095CAF}"/>
              </a:ext>
            </a:extLst>
          </p:cNvPr>
          <p:cNvSpPr txBox="1"/>
          <p:nvPr/>
        </p:nvSpPr>
        <p:spPr>
          <a:xfrm>
            <a:off x="1343951" y="404251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FC0914-5017-B5D1-3DF5-22497014DAEE}"/>
              </a:ext>
            </a:extLst>
          </p:cNvPr>
          <p:cNvSpPr txBox="1"/>
          <p:nvPr/>
        </p:nvSpPr>
        <p:spPr>
          <a:xfrm>
            <a:off x="3237925" y="404251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1649EB-4D1A-209E-1AFE-85DEFDF06AA7}"/>
              </a:ext>
            </a:extLst>
          </p:cNvPr>
          <p:cNvSpPr txBox="1"/>
          <p:nvPr/>
        </p:nvSpPr>
        <p:spPr>
          <a:xfrm>
            <a:off x="5265765" y="404724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B4C30E-181A-2FF7-0E95-2F813AA6798E}"/>
              </a:ext>
            </a:extLst>
          </p:cNvPr>
          <p:cNvSpPr txBox="1"/>
          <p:nvPr/>
        </p:nvSpPr>
        <p:spPr>
          <a:xfrm>
            <a:off x="7476597" y="404251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D13B89-EFD6-E77C-43B2-A244EE29D6D9}"/>
              </a:ext>
            </a:extLst>
          </p:cNvPr>
          <p:cNvSpPr txBox="1"/>
          <p:nvPr/>
        </p:nvSpPr>
        <p:spPr>
          <a:xfrm>
            <a:off x="9945395" y="404251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E885505-C220-EE75-9109-02F5B1013753}"/>
                  </a:ext>
                </a:extLst>
              </p:cNvPr>
              <p:cNvSpPr txBox="1"/>
              <p:nvPr/>
            </p:nvSpPr>
            <p:spPr>
              <a:xfrm>
                <a:off x="4403511" y="5012570"/>
                <a:ext cx="4438331" cy="7305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𝑴𝒆𝒂𝒏</m:t>
                      </m:r>
                      <m:r>
                        <a:rPr lang="en-PH" sz="25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1+2+3+4+5</m:t>
                          </m:r>
                        </m:num>
                        <m:den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PH" sz="25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E885505-C220-EE75-9109-02F5B1013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3511" y="5012570"/>
                <a:ext cx="4438331" cy="7305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2C253AAE-46ED-FCA3-4A85-E894D92083C8}"/>
              </a:ext>
            </a:extLst>
          </p:cNvPr>
          <p:cNvSpPr txBox="1"/>
          <p:nvPr/>
        </p:nvSpPr>
        <p:spPr>
          <a:xfrm>
            <a:off x="961156" y="2609848"/>
            <a:ext cx="9406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500" b="1" dirty="0">
                <a:solidFill>
                  <a:srgbClr val="C00000"/>
                </a:solidFill>
              </a:rPr>
              <a:t>House 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7403AC-65F7-65B0-D7E5-12F86590A24D}"/>
              </a:ext>
            </a:extLst>
          </p:cNvPr>
          <p:cNvSpPr txBox="1"/>
          <p:nvPr/>
        </p:nvSpPr>
        <p:spPr>
          <a:xfrm>
            <a:off x="2938480" y="2591723"/>
            <a:ext cx="9406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500" b="1" dirty="0">
                <a:solidFill>
                  <a:srgbClr val="FF0000"/>
                </a:solidFill>
              </a:rPr>
              <a:t>House 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DF0AD3-7357-A024-0D35-A8F79393B94F}"/>
              </a:ext>
            </a:extLst>
          </p:cNvPr>
          <p:cNvSpPr txBox="1"/>
          <p:nvPr/>
        </p:nvSpPr>
        <p:spPr>
          <a:xfrm>
            <a:off x="5025625" y="2591723"/>
            <a:ext cx="9406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500" b="1" dirty="0">
                <a:solidFill>
                  <a:srgbClr val="FFC000"/>
                </a:solidFill>
              </a:rPr>
              <a:t>House 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6AB6DE-74D3-59DB-3FCB-1EB94501DBFA}"/>
              </a:ext>
            </a:extLst>
          </p:cNvPr>
          <p:cNvSpPr txBox="1"/>
          <p:nvPr/>
        </p:nvSpPr>
        <p:spPr>
          <a:xfrm>
            <a:off x="7288692" y="2591723"/>
            <a:ext cx="9406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500" b="1" dirty="0">
                <a:solidFill>
                  <a:srgbClr val="92D050"/>
                </a:solidFill>
              </a:rPr>
              <a:t>House 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0A5A22-CBDB-E004-92D0-BF44A72A05BD}"/>
              </a:ext>
            </a:extLst>
          </p:cNvPr>
          <p:cNvSpPr txBox="1"/>
          <p:nvPr/>
        </p:nvSpPr>
        <p:spPr>
          <a:xfrm>
            <a:off x="9736502" y="2594059"/>
            <a:ext cx="9406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500" b="1" dirty="0">
                <a:solidFill>
                  <a:srgbClr val="00B050"/>
                </a:solidFill>
              </a:rPr>
              <a:t>House 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F12E76-C86F-0D76-EA2C-BAE53CB454C7}"/>
              </a:ext>
            </a:extLst>
          </p:cNvPr>
          <p:cNvSpPr txBox="1"/>
          <p:nvPr/>
        </p:nvSpPr>
        <p:spPr>
          <a:xfrm>
            <a:off x="4403511" y="5890428"/>
            <a:ext cx="3729559" cy="553998"/>
          </a:xfrm>
          <a:custGeom>
            <a:avLst/>
            <a:gdLst>
              <a:gd name="connsiteX0" fmla="*/ 0 w 3729559"/>
              <a:gd name="connsiteY0" fmla="*/ 0 h 553998"/>
              <a:gd name="connsiteX1" fmla="*/ 696184 w 3729559"/>
              <a:gd name="connsiteY1" fmla="*/ 0 h 553998"/>
              <a:gd name="connsiteX2" fmla="*/ 1317778 w 3729559"/>
              <a:gd name="connsiteY2" fmla="*/ 0 h 553998"/>
              <a:gd name="connsiteX3" fmla="*/ 1976666 w 3729559"/>
              <a:gd name="connsiteY3" fmla="*/ 0 h 553998"/>
              <a:gd name="connsiteX4" fmla="*/ 2486373 w 3729559"/>
              <a:gd name="connsiteY4" fmla="*/ 0 h 553998"/>
              <a:gd name="connsiteX5" fmla="*/ 3033375 w 3729559"/>
              <a:gd name="connsiteY5" fmla="*/ 0 h 553998"/>
              <a:gd name="connsiteX6" fmla="*/ 3729559 w 3729559"/>
              <a:gd name="connsiteY6" fmla="*/ 0 h 553998"/>
              <a:gd name="connsiteX7" fmla="*/ 3729559 w 3729559"/>
              <a:gd name="connsiteY7" fmla="*/ 553998 h 553998"/>
              <a:gd name="connsiteX8" fmla="*/ 3145261 w 3729559"/>
              <a:gd name="connsiteY8" fmla="*/ 553998 h 553998"/>
              <a:gd name="connsiteX9" fmla="*/ 2523668 w 3729559"/>
              <a:gd name="connsiteY9" fmla="*/ 553998 h 553998"/>
              <a:gd name="connsiteX10" fmla="*/ 1976666 w 3729559"/>
              <a:gd name="connsiteY10" fmla="*/ 553998 h 553998"/>
              <a:gd name="connsiteX11" fmla="*/ 1355073 w 3729559"/>
              <a:gd name="connsiteY11" fmla="*/ 553998 h 553998"/>
              <a:gd name="connsiteX12" fmla="*/ 770776 w 3729559"/>
              <a:gd name="connsiteY12" fmla="*/ 553998 h 553998"/>
              <a:gd name="connsiteX13" fmla="*/ 0 w 3729559"/>
              <a:gd name="connsiteY13" fmla="*/ 553998 h 553998"/>
              <a:gd name="connsiteX14" fmla="*/ 0 w 3729559"/>
              <a:gd name="connsiteY14" fmla="*/ 0 h 553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729559" h="553998" extrusionOk="0">
                <a:moveTo>
                  <a:pt x="0" y="0"/>
                </a:moveTo>
                <a:cubicBezTo>
                  <a:pt x="189150" y="-20076"/>
                  <a:pt x="385722" y="9401"/>
                  <a:pt x="696184" y="0"/>
                </a:cubicBezTo>
                <a:cubicBezTo>
                  <a:pt x="1006646" y="-9401"/>
                  <a:pt x="1012250" y="24333"/>
                  <a:pt x="1317778" y="0"/>
                </a:cubicBezTo>
                <a:cubicBezTo>
                  <a:pt x="1623306" y="-24333"/>
                  <a:pt x="1770324" y="13710"/>
                  <a:pt x="1976666" y="0"/>
                </a:cubicBezTo>
                <a:cubicBezTo>
                  <a:pt x="2183008" y="-13710"/>
                  <a:pt x="2378216" y="-2081"/>
                  <a:pt x="2486373" y="0"/>
                </a:cubicBezTo>
                <a:cubicBezTo>
                  <a:pt x="2594530" y="2081"/>
                  <a:pt x="2824995" y="2562"/>
                  <a:pt x="3033375" y="0"/>
                </a:cubicBezTo>
                <a:cubicBezTo>
                  <a:pt x="3241755" y="-2562"/>
                  <a:pt x="3548609" y="18460"/>
                  <a:pt x="3729559" y="0"/>
                </a:cubicBezTo>
                <a:cubicBezTo>
                  <a:pt x="3714453" y="267575"/>
                  <a:pt x="3708571" y="280489"/>
                  <a:pt x="3729559" y="553998"/>
                </a:cubicBezTo>
                <a:cubicBezTo>
                  <a:pt x="3572033" y="574760"/>
                  <a:pt x="3424007" y="526407"/>
                  <a:pt x="3145261" y="553998"/>
                </a:cubicBezTo>
                <a:cubicBezTo>
                  <a:pt x="2866515" y="581589"/>
                  <a:pt x="2653660" y="562476"/>
                  <a:pt x="2523668" y="553998"/>
                </a:cubicBezTo>
                <a:cubicBezTo>
                  <a:pt x="2393676" y="545520"/>
                  <a:pt x="2116829" y="565693"/>
                  <a:pt x="1976666" y="553998"/>
                </a:cubicBezTo>
                <a:cubicBezTo>
                  <a:pt x="1836503" y="542303"/>
                  <a:pt x="1555731" y="551036"/>
                  <a:pt x="1355073" y="553998"/>
                </a:cubicBezTo>
                <a:cubicBezTo>
                  <a:pt x="1154415" y="556960"/>
                  <a:pt x="921938" y="530117"/>
                  <a:pt x="770776" y="553998"/>
                </a:cubicBezTo>
                <a:cubicBezTo>
                  <a:pt x="619614" y="577879"/>
                  <a:pt x="171688" y="545452"/>
                  <a:pt x="0" y="553998"/>
                </a:cubicBezTo>
                <a:cubicBezTo>
                  <a:pt x="11662" y="402030"/>
                  <a:pt x="9133" y="112397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5554960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PH" sz="3000" b="1" dirty="0">
                <a:solidFill>
                  <a:srgbClr val="FFC000"/>
                </a:solidFill>
              </a:rPr>
              <a:t>House C </a:t>
            </a:r>
            <a:r>
              <a:rPr lang="en-PH" sz="3000" dirty="0"/>
              <a:t>is the mean</a:t>
            </a:r>
          </a:p>
        </p:txBody>
      </p:sp>
    </p:spTree>
    <p:extLst>
      <p:ext uri="{BB962C8B-B14F-4D97-AF65-F5344CB8AC3E}">
        <p14:creationId xmlns:p14="http://schemas.microsoft.com/office/powerpoint/2010/main" val="17374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6" grpId="0"/>
      <p:bldP spid="27" grpId="0"/>
      <p:bldP spid="28" grpId="0"/>
      <p:bldP spid="29" grpId="0"/>
      <p:bldP spid="30" grpId="0"/>
      <p:bldP spid="3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6C4D6-3B84-6D6F-8B42-9CEC05A2A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3B38F3FE-466A-F7B8-7256-B13543792C99}"/>
              </a:ext>
            </a:extLst>
          </p:cNvPr>
          <p:cNvGrpSpPr/>
          <p:nvPr/>
        </p:nvGrpSpPr>
        <p:grpSpPr>
          <a:xfrm>
            <a:off x="3117920" y="2390689"/>
            <a:ext cx="5300000" cy="1188000"/>
            <a:chOff x="3117920" y="2390689"/>
            <a:chExt cx="5300000" cy="1188000"/>
          </a:xfrm>
        </p:grpSpPr>
        <p:pic>
          <p:nvPicPr>
            <p:cNvPr id="10" name="Picture 9" descr="A cartoon of a house&#10;&#10;Description automatically generated">
              <a:extLst>
                <a:ext uri="{FF2B5EF4-FFF2-40B4-BE49-F238E27FC236}">
                  <a16:creationId xmlns:a16="http://schemas.microsoft.com/office/drawing/2014/main" id="{42D369F7-B718-6689-A0A9-2295B7DB44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346419">
              <a:off x="3117920" y="2617577"/>
              <a:ext cx="828000" cy="828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" name="Picture 10" descr="A cartoon of a house&#10;&#10;Description automatically generated">
              <a:extLst>
                <a:ext uri="{FF2B5EF4-FFF2-40B4-BE49-F238E27FC236}">
                  <a16:creationId xmlns:a16="http://schemas.microsoft.com/office/drawing/2014/main" id="{EBEA9493-4CAD-0170-80AC-E3D4A7FD1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346419">
              <a:off x="5083920" y="2558258"/>
              <a:ext cx="1008000" cy="1008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Picture 11" descr="A cartoon of a house&#10;&#10;Description automatically generated">
              <a:extLst>
                <a:ext uri="{FF2B5EF4-FFF2-40B4-BE49-F238E27FC236}">
                  <a16:creationId xmlns:a16="http://schemas.microsoft.com/office/drawing/2014/main" id="{E120D7FA-619C-355E-7FA4-492311D9A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346419">
              <a:off x="7229920" y="2390689"/>
              <a:ext cx="1188000" cy="1188000"/>
            </a:xfrm>
            <a:prstGeom prst="rect">
              <a:avLst/>
            </a:prstGeom>
            <a:ln>
              <a:noFill/>
            </a:ln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CD6568-ACD9-F935-E10B-B37675E6BE01}"/>
              </a:ext>
            </a:extLst>
          </p:cNvPr>
          <p:cNvCxnSpPr>
            <a:cxnSpLocks/>
          </p:cNvCxnSpPr>
          <p:nvPr/>
        </p:nvCxnSpPr>
        <p:spPr>
          <a:xfrm flipV="1">
            <a:off x="1070187" y="3060610"/>
            <a:ext cx="10393594" cy="671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1C5962FD-90DC-658B-7F06-0CF55F66C70E}"/>
              </a:ext>
            </a:extLst>
          </p:cNvPr>
          <p:cNvSpPr txBox="1">
            <a:spLocks/>
          </p:cNvSpPr>
          <p:nvPr/>
        </p:nvSpPr>
        <p:spPr>
          <a:xfrm>
            <a:off x="838199" y="826369"/>
            <a:ext cx="10974049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32418C"/>
                </a:solidFill>
              </a:rPr>
              <a:t>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FE6C3B3-C52C-AD93-7629-35C9E2D6756F}"/>
                  </a:ext>
                </a:extLst>
              </p:cNvPr>
              <p:cNvSpPr txBox="1"/>
              <p:nvPr/>
            </p:nvSpPr>
            <p:spPr>
              <a:xfrm>
                <a:off x="3431111" y="3553132"/>
                <a:ext cx="4313617" cy="7719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𝒗𝒂𝒓𝒊𝒂𝒏𝒄𝒆</m:t>
                      </m:r>
                      <m:r>
                        <a:rPr lang="en-PH" sz="25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2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PH" sz="2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PH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2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PH" sz="2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PH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2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PH" sz="2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PH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PH" sz="25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FE6C3B3-C52C-AD93-7629-35C9E2D67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111" y="3553132"/>
                <a:ext cx="4313617" cy="7719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0C80556A-8517-656D-0513-94BE14AB303C}"/>
              </a:ext>
            </a:extLst>
          </p:cNvPr>
          <p:cNvGrpSpPr/>
          <p:nvPr/>
        </p:nvGrpSpPr>
        <p:grpSpPr>
          <a:xfrm>
            <a:off x="3885262" y="2547526"/>
            <a:ext cx="1316448" cy="258022"/>
            <a:chOff x="3894666" y="2424536"/>
            <a:chExt cx="1316448" cy="258022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387F822-BA07-1698-23A5-A580E1C8DF8E}"/>
                </a:ext>
              </a:extLst>
            </p:cNvPr>
            <p:cNvCxnSpPr>
              <a:cxnSpLocks/>
            </p:cNvCxnSpPr>
            <p:nvPr/>
          </p:nvCxnSpPr>
          <p:spPr>
            <a:xfrm>
              <a:off x="3894666" y="2553547"/>
              <a:ext cx="1316448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128B05C-02E8-A53E-BA91-EFC8D0CDBEC6}"/>
                </a:ext>
              </a:extLst>
            </p:cNvPr>
            <p:cNvCxnSpPr>
              <a:cxnSpLocks/>
            </p:cNvCxnSpPr>
            <p:nvPr/>
          </p:nvCxnSpPr>
          <p:spPr>
            <a:xfrm>
              <a:off x="3900367" y="2424536"/>
              <a:ext cx="0" cy="258022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89590F9-6251-38EF-2B77-7AAB5C486BCA}"/>
                </a:ext>
              </a:extLst>
            </p:cNvPr>
            <p:cNvCxnSpPr>
              <a:cxnSpLocks/>
            </p:cNvCxnSpPr>
            <p:nvPr/>
          </p:nvCxnSpPr>
          <p:spPr>
            <a:xfrm>
              <a:off x="5211114" y="2424536"/>
              <a:ext cx="0" cy="258022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97B2549-1F06-EC7D-5958-83435B6EF7AA}"/>
              </a:ext>
            </a:extLst>
          </p:cNvPr>
          <p:cNvGrpSpPr/>
          <p:nvPr/>
        </p:nvGrpSpPr>
        <p:grpSpPr>
          <a:xfrm>
            <a:off x="6003722" y="2547526"/>
            <a:ext cx="1316448" cy="258022"/>
            <a:chOff x="3894666" y="2424536"/>
            <a:chExt cx="1316448" cy="258022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1985C93-8029-39E2-0442-FA435E1D7F1E}"/>
                </a:ext>
              </a:extLst>
            </p:cNvPr>
            <p:cNvCxnSpPr>
              <a:cxnSpLocks/>
            </p:cNvCxnSpPr>
            <p:nvPr/>
          </p:nvCxnSpPr>
          <p:spPr>
            <a:xfrm>
              <a:off x="3894666" y="2553547"/>
              <a:ext cx="1316448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DC01524-2148-58D8-5965-C5C9E0D1520D}"/>
                </a:ext>
              </a:extLst>
            </p:cNvPr>
            <p:cNvCxnSpPr>
              <a:cxnSpLocks/>
            </p:cNvCxnSpPr>
            <p:nvPr/>
          </p:nvCxnSpPr>
          <p:spPr>
            <a:xfrm>
              <a:off x="3900367" y="2424536"/>
              <a:ext cx="0" cy="258022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923BF30-EE25-4661-2B6E-314976E0AE9B}"/>
                </a:ext>
              </a:extLst>
            </p:cNvPr>
            <p:cNvCxnSpPr>
              <a:cxnSpLocks/>
            </p:cNvCxnSpPr>
            <p:nvPr/>
          </p:nvCxnSpPr>
          <p:spPr>
            <a:xfrm>
              <a:off x="5211114" y="2424536"/>
              <a:ext cx="0" cy="258022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FCC096B0-A723-8DCF-3AF0-8FBBB953C1CD}"/>
              </a:ext>
            </a:extLst>
          </p:cNvPr>
          <p:cNvSpPr txBox="1"/>
          <p:nvPr/>
        </p:nvSpPr>
        <p:spPr>
          <a:xfrm>
            <a:off x="4404262" y="22965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9FCB9B8-B8D1-FFCC-4AB6-88CBE6A55490}"/>
              </a:ext>
            </a:extLst>
          </p:cNvPr>
          <p:cNvSpPr txBox="1"/>
          <p:nvPr/>
        </p:nvSpPr>
        <p:spPr>
          <a:xfrm>
            <a:off x="6577802" y="231981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E16D817-9A5B-8F7E-0B36-9D17FA6E5B32}"/>
              </a:ext>
            </a:extLst>
          </p:cNvPr>
          <p:cNvSpPr txBox="1"/>
          <p:nvPr/>
        </p:nvSpPr>
        <p:spPr>
          <a:xfrm>
            <a:off x="3056734" y="2347857"/>
            <a:ext cx="9406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500" b="1" dirty="0">
                <a:solidFill>
                  <a:srgbClr val="FF0000"/>
                </a:solidFill>
              </a:rPr>
              <a:t>House B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51B2315-32A2-6688-4B17-B8071BC88C93}"/>
              </a:ext>
            </a:extLst>
          </p:cNvPr>
          <p:cNvSpPr txBox="1"/>
          <p:nvPr/>
        </p:nvSpPr>
        <p:spPr>
          <a:xfrm>
            <a:off x="5143879" y="2347857"/>
            <a:ext cx="9406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500" b="1" dirty="0">
                <a:solidFill>
                  <a:srgbClr val="FFC000"/>
                </a:solidFill>
              </a:rPr>
              <a:t>House 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F672827-A66C-23A0-CB62-9B0516453BF2}"/>
              </a:ext>
            </a:extLst>
          </p:cNvPr>
          <p:cNvSpPr txBox="1"/>
          <p:nvPr/>
        </p:nvSpPr>
        <p:spPr>
          <a:xfrm>
            <a:off x="7406946" y="2347857"/>
            <a:ext cx="9406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500" b="1" dirty="0">
                <a:solidFill>
                  <a:srgbClr val="92D050"/>
                </a:solidFill>
              </a:rPr>
              <a:t>House 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032083E-343E-908A-9D1C-21DD40395E45}"/>
              </a:ext>
            </a:extLst>
          </p:cNvPr>
          <p:cNvSpPr txBox="1"/>
          <p:nvPr/>
        </p:nvSpPr>
        <p:spPr>
          <a:xfrm>
            <a:off x="7744728" y="1127668"/>
            <a:ext cx="3784332" cy="1246495"/>
          </a:xfrm>
          <a:custGeom>
            <a:avLst/>
            <a:gdLst>
              <a:gd name="connsiteX0" fmla="*/ 0 w 3784332"/>
              <a:gd name="connsiteY0" fmla="*/ 0 h 1246495"/>
              <a:gd name="connsiteX1" fmla="*/ 616305 w 3784332"/>
              <a:gd name="connsiteY1" fmla="*/ 0 h 1246495"/>
              <a:gd name="connsiteX2" fmla="*/ 1232611 w 3784332"/>
              <a:gd name="connsiteY2" fmla="*/ 0 h 1246495"/>
              <a:gd name="connsiteX3" fmla="*/ 1811073 w 3784332"/>
              <a:gd name="connsiteY3" fmla="*/ 0 h 1246495"/>
              <a:gd name="connsiteX4" fmla="*/ 2351692 w 3784332"/>
              <a:gd name="connsiteY4" fmla="*/ 0 h 1246495"/>
              <a:gd name="connsiteX5" fmla="*/ 2816624 w 3784332"/>
              <a:gd name="connsiteY5" fmla="*/ 0 h 1246495"/>
              <a:gd name="connsiteX6" fmla="*/ 3281556 w 3784332"/>
              <a:gd name="connsiteY6" fmla="*/ 0 h 1246495"/>
              <a:gd name="connsiteX7" fmla="*/ 3784332 w 3784332"/>
              <a:gd name="connsiteY7" fmla="*/ 0 h 1246495"/>
              <a:gd name="connsiteX8" fmla="*/ 3784332 w 3784332"/>
              <a:gd name="connsiteY8" fmla="*/ 440428 h 1246495"/>
              <a:gd name="connsiteX9" fmla="*/ 3784332 w 3784332"/>
              <a:gd name="connsiteY9" fmla="*/ 868392 h 1246495"/>
              <a:gd name="connsiteX10" fmla="*/ 3784332 w 3784332"/>
              <a:gd name="connsiteY10" fmla="*/ 1246495 h 1246495"/>
              <a:gd name="connsiteX11" fmla="*/ 3357243 w 3784332"/>
              <a:gd name="connsiteY11" fmla="*/ 1246495 h 1246495"/>
              <a:gd name="connsiteX12" fmla="*/ 2892311 w 3784332"/>
              <a:gd name="connsiteY12" fmla="*/ 1246495 h 1246495"/>
              <a:gd name="connsiteX13" fmla="*/ 2276005 w 3784332"/>
              <a:gd name="connsiteY13" fmla="*/ 1246495 h 1246495"/>
              <a:gd name="connsiteX14" fmla="*/ 1659700 w 3784332"/>
              <a:gd name="connsiteY14" fmla="*/ 1246495 h 1246495"/>
              <a:gd name="connsiteX15" fmla="*/ 1081238 w 3784332"/>
              <a:gd name="connsiteY15" fmla="*/ 1246495 h 1246495"/>
              <a:gd name="connsiteX16" fmla="*/ 578462 w 3784332"/>
              <a:gd name="connsiteY16" fmla="*/ 1246495 h 1246495"/>
              <a:gd name="connsiteX17" fmla="*/ 0 w 3784332"/>
              <a:gd name="connsiteY17" fmla="*/ 1246495 h 1246495"/>
              <a:gd name="connsiteX18" fmla="*/ 0 w 3784332"/>
              <a:gd name="connsiteY18" fmla="*/ 818532 h 1246495"/>
              <a:gd name="connsiteX19" fmla="*/ 0 w 3784332"/>
              <a:gd name="connsiteY19" fmla="*/ 427963 h 1246495"/>
              <a:gd name="connsiteX20" fmla="*/ 0 w 3784332"/>
              <a:gd name="connsiteY20" fmla="*/ 0 h 1246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84332" h="1246495" extrusionOk="0">
                <a:moveTo>
                  <a:pt x="0" y="0"/>
                </a:moveTo>
                <a:cubicBezTo>
                  <a:pt x="137059" y="-4726"/>
                  <a:pt x="465116" y="65900"/>
                  <a:pt x="616305" y="0"/>
                </a:cubicBezTo>
                <a:cubicBezTo>
                  <a:pt x="767495" y="-65900"/>
                  <a:pt x="1102415" y="60647"/>
                  <a:pt x="1232611" y="0"/>
                </a:cubicBezTo>
                <a:cubicBezTo>
                  <a:pt x="1362807" y="-60647"/>
                  <a:pt x="1676057" y="53968"/>
                  <a:pt x="1811073" y="0"/>
                </a:cubicBezTo>
                <a:cubicBezTo>
                  <a:pt x="1946089" y="-53968"/>
                  <a:pt x="2191317" y="62204"/>
                  <a:pt x="2351692" y="0"/>
                </a:cubicBezTo>
                <a:cubicBezTo>
                  <a:pt x="2512067" y="-62204"/>
                  <a:pt x="2653343" y="8746"/>
                  <a:pt x="2816624" y="0"/>
                </a:cubicBezTo>
                <a:cubicBezTo>
                  <a:pt x="2979905" y="-8746"/>
                  <a:pt x="3066194" y="323"/>
                  <a:pt x="3281556" y="0"/>
                </a:cubicBezTo>
                <a:cubicBezTo>
                  <a:pt x="3496918" y="-323"/>
                  <a:pt x="3635069" y="26547"/>
                  <a:pt x="3784332" y="0"/>
                </a:cubicBezTo>
                <a:cubicBezTo>
                  <a:pt x="3829823" y="195153"/>
                  <a:pt x="3745918" y="346982"/>
                  <a:pt x="3784332" y="440428"/>
                </a:cubicBezTo>
                <a:cubicBezTo>
                  <a:pt x="3822746" y="533874"/>
                  <a:pt x="3745950" y="666246"/>
                  <a:pt x="3784332" y="868392"/>
                </a:cubicBezTo>
                <a:cubicBezTo>
                  <a:pt x="3822714" y="1070538"/>
                  <a:pt x="3764060" y="1118799"/>
                  <a:pt x="3784332" y="1246495"/>
                </a:cubicBezTo>
                <a:cubicBezTo>
                  <a:pt x="3574989" y="1248362"/>
                  <a:pt x="3569394" y="1231447"/>
                  <a:pt x="3357243" y="1246495"/>
                </a:cubicBezTo>
                <a:cubicBezTo>
                  <a:pt x="3145092" y="1261543"/>
                  <a:pt x="3077068" y="1211000"/>
                  <a:pt x="2892311" y="1246495"/>
                </a:cubicBezTo>
                <a:cubicBezTo>
                  <a:pt x="2707554" y="1281990"/>
                  <a:pt x="2463197" y="1194064"/>
                  <a:pt x="2276005" y="1246495"/>
                </a:cubicBezTo>
                <a:cubicBezTo>
                  <a:pt x="2088813" y="1298926"/>
                  <a:pt x="1787489" y="1180343"/>
                  <a:pt x="1659700" y="1246495"/>
                </a:cubicBezTo>
                <a:cubicBezTo>
                  <a:pt x="1531911" y="1312647"/>
                  <a:pt x="1226335" y="1184480"/>
                  <a:pt x="1081238" y="1246495"/>
                </a:cubicBezTo>
                <a:cubicBezTo>
                  <a:pt x="936141" y="1308510"/>
                  <a:pt x="826402" y="1231578"/>
                  <a:pt x="578462" y="1246495"/>
                </a:cubicBezTo>
                <a:cubicBezTo>
                  <a:pt x="330522" y="1261412"/>
                  <a:pt x="281410" y="1185177"/>
                  <a:pt x="0" y="1246495"/>
                </a:cubicBezTo>
                <a:cubicBezTo>
                  <a:pt x="-35733" y="1085493"/>
                  <a:pt x="30553" y="997779"/>
                  <a:pt x="0" y="818532"/>
                </a:cubicBezTo>
                <a:cubicBezTo>
                  <a:pt x="-30553" y="639285"/>
                  <a:pt x="30556" y="529569"/>
                  <a:pt x="0" y="427963"/>
                </a:cubicBezTo>
                <a:cubicBezTo>
                  <a:pt x="-30556" y="326357"/>
                  <a:pt x="4289" y="102209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37069269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rgbClr val="FF0000"/>
                </a:solidFill>
              </a:rPr>
              <a:t>House B </a:t>
            </a:r>
            <a:r>
              <a:rPr lang="en-PH" sz="2500" dirty="0"/>
              <a:t>and</a:t>
            </a:r>
            <a:r>
              <a:rPr lang="en-PH" sz="2500" b="1" dirty="0">
                <a:solidFill>
                  <a:srgbClr val="FFC000"/>
                </a:solidFill>
              </a:rPr>
              <a:t> </a:t>
            </a:r>
            <a:r>
              <a:rPr lang="en-PH" sz="2500" b="1" dirty="0">
                <a:solidFill>
                  <a:srgbClr val="92D050"/>
                </a:solidFill>
              </a:rPr>
              <a:t>House D </a:t>
            </a:r>
            <a:r>
              <a:rPr lang="en-PH" sz="2500" dirty="0"/>
              <a:t>is 1 point away from the </a:t>
            </a:r>
            <a:r>
              <a:rPr lang="en-PH" sz="2500" b="1" dirty="0">
                <a:solidFill>
                  <a:srgbClr val="FFC000"/>
                </a:solidFill>
              </a:rPr>
              <a:t>mean</a:t>
            </a:r>
          </a:p>
        </p:txBody>
      </p:sp>
    </p:spTree>
    <p:extLst>
      <p:ext uri="{BB962C8B-B14F-4D97-AF65-F5344CB8AC3E}">
        <p14:creationId xmlns:p14="http://schemas.microsoft.com/office/powerpoint/2010/main" val="1614740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65" grpId="0"/>
      <p:bldP spid="66" grpId="0"/>
      <p:bldP spid="76" grpId="0"/>
      <p:bldP spid="77" grpId="0"/>
      <p:bldP spid="78" grpId="0"/>
      <p:bldP spid="8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29469-9DB4-4CB2-566D-FB97FABA3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4AD9EFAC-E6C8-E7D0-64FB-19E793ACA4A6}"/>
              </a:ext>
            </a:extLst>
          </p:cNvPr>
          <p:cNvGrpSpPr/>
          <p:nvPr/>
        </p:nvGrpSpPr>
        <p:grpSpPr>
          <a:xfrm>
            <a:off x="1070187" y="2390689"/>
            <a:ext cx="10393594" cy="1188000"/>
            <a:chOff x="1070187" y="2390689"/>
            <a:chExt cx="10393594" cy="1188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A7FE47C3-7CAC-A879-D788-A63206C84945}"/>
                </a:ext>
              </a:extLst>
            </p:cNvPr>
            <p:cNvGrpSpPr/>
            <p:nvPr/>
          </p:nvGrpSpPr>
          <p:grpSpPr>
            <a:xfrm>
              <a:off x="3117920" y="2390689"/>
              <a:ext cx="5300000" cy="1188000"/>
              <a:chOff x="3117920" y="2390689"/>
              <a:chExt cx="5300000" cy="1188000"/>
            </a:xfrm>
          </p:grpSpPr>
          <p:pic>
            <p:nvPicPr>
              <p:cNvPr id="10" name="Picture 9" descr="A cartoon of a house&#10;&#10;Description automatically generated">
                <a:extLst>
                  <a:ext uri="{FF2B5EF4-FFF2-40B4-BE49-F238E27FC236}">
                    <a16:creationId xmlns:a16="http://schemas.microsoft.com/office/drawing/2014/main" id="{C1BB048D-F424-0914-8728-1DB4ADF945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346419">
                <a:off x="3117920" y="2617577"/>
                <a:ext cx="828000" cy="82800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1" name="Picture 10" descr="A cartoon of a house&#10;&#10;Description automatically generated">
                <a:extLst>
                  <a:ext uri="{FF2B5EF4-FFF2-40B4-BE49-F238E27FC236}">
                    <a16:creationId xmlns:a16="http://schemas.microsoft.com/office/drawing/2014/main" id="{AE821BCF-46B9-CDC8-3E4D-7E9D2279F9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346419">
                <a:off x="5083920" y="2558258"/>
                <a:ext cx="1008000" cy="100800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2" name="Picture 11" descr="A cartoon of a house&#10;&#10;Description automatically generated">
                <a:extLst>
                  <a:ext uri="{FF2B5EF4-FFF2-40B4-BE49-F238E27FC236}">
                    <a16:creationId xmlns:a16="http://schemas.microsoft.com/office/drawing/2014/main" id="{D7E6F36D-D8B6-D819-6A2F-2A7B24E2F1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346419">
                <a:off x="7229920" y="2390689"/>
                <a:ext cx="1188000" cy="1188000"/>
              </a:xfrm>
              <a:prstGeom prst="rect">
                <a:avLst/>
              </a:prstGeom>
              <a:ln>
                <a:noFill/>
              </a:ln>
            </p:spPr>
          </p:pic>
        </p:grp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DD98BE3-4174-03D2-30C2-56FE5AEEDB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0187" y="3060610"/>
              <a:ext cx="10393594" cy="6718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7BF352D4-950B-E320-964C-B38A663C1489}"/>
              </a:ext>
            </a:extLst>
          </p:cNvPr>
          <p:cNvSpPr txBox="1">
            <a:spLocks/>
          </p:cNvSpPr>
          <p:nvPr/>
        </p:nvSpPr>
        <p:spPr>
          <a:xfrm>
            <a:off x="838199" y="826369"/>
            <a:ext cx="10974049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32418C"/>
                </a:solidFill>
              </a:rPr>
              <a:t>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DA31DC7-C13E-5547-E004-E81CAD69CCCB}"/>
                  </a:ext>
                </a:extLst>
              </p:cNvPr>
              <p:cNvSpPr txBox="1"/>
              <p:nvPr/>
            </p:nvSpPr>
            <p:spPr>
              <a:xfrm>
                <a:off x="3431111" y="3553132"/>
                <a:ext cx="4313617" cy="7719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𝒗𝒂𝒓𝒊𝒂𝒏𝒄𝒆</m:t>
                      </m:r>
                      <m:r>
                        <a:rPr lang="en-PH" sz="25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2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PH" sz="2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PH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2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PH" sz="2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PH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2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PH" sz="2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PH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PH" sz="25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DA31DC7-C13E-5547-E004-E81CAD69C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111" y="3553132"/>
                <a:ext cx="4313617" cy="7719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 descr="A cartoon of a house&#10;&#10;Description automatically generated">
            <a:extLst>
              <a:ext uri="{FF2B5EF4-FFF2-40B4-BE49-F238E27FC236}">
                <a16:creationId xmlns:a16="http://schemas.microsoft.com/office/drawing/2014/main" id="{CC6EBAA0-9D34-E50A-33E5-BA7D98293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46419">
            <a:off x="1259920" y="4601579"/>
            <a:ext cx="720000" cy="720000"/>
          </a:xfrm>
          <a:prstGeom prst="rect">
            <a:avLst/>
          </a:prstGeom>
          <a:ln>
            <a:noFill/>
          </a:ln>
        </p:spPr>
      </p:pic>
      <p:pic>
        <p:nvPicPr>
          <p:cNvPr id="33" name="Picture 32" descr="A cartoon of a house&#10;&#10;Description automatically generated">
            <a:extLst>
              <a:ext uri="{FF2B5EF4-FFF2-40B4-BE49-F238E27FC236}">
                <a16:creationId xmlns:a16="http://schemas.microsoft.com/office/drawing/2014/main" id="{265A285B-D315-CDA1-7E7A-EA9F54DD0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46419">
            <a:off x="5083920" y="4446983"/>
            <a:ext cx="1008000" cy="1008000"/>
          </a:xfrm>
          <a:prstGeom prst="rect">
            <a:avLst/>
          </a:prstGeom>
          <a:ln>
            <a:noFill/>
          </a:ln>
        </p:spPr>
      </p:pic>
      <p:pic>
        <p:nvPicPr>
          <p:cNvPr id="35" name="Picture 34" descr="A cartoon of a house&#10;&#10;Description automatically generated">
            <a:extLst>
              <a:ext uri="{FF2B5EF4-FFF2-40B4-BE49-F238E27FC236}">
                <a16:creationId xmlns:a16="http://schemas.microsoft.com/office/drawing/2014/main" id="{F9C09670-263C-3D66-C8FD-21763222F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46419">
            <a:off x="9555920" y="4040657"/>
            <a:ext cx="1620000" cy="1620000"/>
          </a:xfrm>
          <a:prstGeom prst="rect">
            <a:avLst/>
          </a:prstGeom>
          <a:ln>
            <a:noFill/>
          </a:ln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0B8BA96-F35C-CBCD-0EA0-931FDEB3EB6C}"/>
              </a:ext>
            </a:extLst>
          </p:cNvPr>
          <p:cNvCxnSpPr>
            <a:cxnSpLocks/>
          </p:cNvCxnSpPr>
          <p:nvPr/>
        </p:nvCxnSpPr>
        <p:spPr>
          <a:xfrm flipV="1">
            <a:off x="1070187" y="4949335"/>
            <a:ext cx="10393594" cy="671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3FF1AB9-5EBE-3EF0-7A79-0FCFCA0AC870}"/>
                  </a:ext>
                </a:extLst>
              </p:cNvPr>
              <p:cNvSpPr txBox="1"/>
              <p:nvPr/>
            </p:nvSpPr>
            <p:spPr>
              <a:xfrm>
                <a:off x="3431111" y="5600149"/>
                <a:ext cx="4313617" cy="7719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𝒗𝒂𝒓𝒊𝒂𝒏𝒄𝒆</m:t>
                      </m:r>
                      <m:r>
                        <a:rPr lang="en-PH" sz="25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2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PH" sz="2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PH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2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PH" sz="2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PH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2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PH" sz="2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PH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PH" sz="25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3FF1AB9-5EBE-3EF0-7A79-0FCFCA0AC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111" y="5600149"/>
                <a:ext cx="4313617" cy="7719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B36D770B-88CB-D705-6FE9-43CAFCEBE256}"/>
              </a:ext>
            </a:extLst>
          </p:cNvPr>
          <p:cNvGrpSpPr/>
          <p:nvPr/>
        </p:nvGrpSpPr>
        <p:grpSpPr>
          <a:xfrm>
            <a:off x="3885262" y="2547526"/>
            <a:ext cx="1316448" cy="258022"/>
            <a:chOff x="3894666" y="2424536"/>
            <a:chExt cx="1316448" cy="258022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1A2AE17-6E92-BD3C-AC28-9C3E499024C8}"/>
                </a:ext>
              </a:extLst>
            </p:cNvPr>
            <p:cNvCxnSpPr>
              <a:cxnSpLocks/>
            </p:cNvCxnSpPr>
            <p:nvPr/>
          </p:nvCxnSpPr>
          <p:spPr>
            <a:xfrm>
              <a:off x="3894666" y="2553547"/>
              <a:ext cx="1316448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A227F07-3F4D-BF34-6184-B3E201384374}"/>
                </a:ext>
              </a:extLst>
            </p:cNvPr>
            <p:cNvCxnSpPr>
              <a:cxnSpLocks/>
            </p:cNvCxnSpPr>
            <p:nvPr/>
          </p:nvCxnSpPr>
          <p:spPr>
            <a:xfrm>
              <a:off x="3900367" y="2424536"/>
              <a:ext cx="0" cy="258022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B16209C-8B05-E5BA-CC2A-15316DD7CFD3}"/>
                </a:ext>
              </a:extLst>
            </p:cNvPr>
            <p:cNvCxnSpPr>
              <a:cxnSpLocks/>
            </p:cNvCxnSpPr>
            <p:nvPr/>
          </p:nvCxnSpPr>
          <p:spPr>
            <a:xfrm>
              <a:off x="5211114" y="2424536"/>
              <a:ext cx="0" cy="258022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FD478E1-7CC9-A6D6-5E7B-00B0EE2CECEC}"/>
              </a:ext>
            </a:extLst>
          </p:cNvPr>
          <p:cNvGrpSpPr/>
          <p:nvPr/>
        </p:nvGrpSpPr>
        <p:grpSpPr>
          <a:xfrm>
            <a:off x="6003722" y="2547526"/>
            <a:ext cx="1316448" cy="258022"/>
            <a:chOff x="3894666" y="2424536"/>
            <a:chExt cx="1316448" cy="258022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85BBAC2-6BDC-617C-927C-199636204CD0}"/>
                </a:ext>
              </a:extLst>
            </p:cNvPr>
            <p:cNvCxnSpPr>
              <a:cxnSpLocks/>
            </p:cNvCxnSpPr>
            <p:nvPr/>
          </p:nvCxnSpPr>
          <p:spPr>
            <a:xfrm>
              <a:off x="3894666" y="2553547"/>
              <a:ext cx="1316448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4E18DF8-ACE0-5557-A4B8-4FDD766D46C9}"/>
                </a:ext>
              </a:extLst>
            </p:cNvPr>
            <p:cNvCxnSpPr>
              <a:cxnSpLocks/>
            </p:cNvCxnSpPr>
            <p:nvPr/>
          </p:nvCxnSpPr>
          <p:spPr>
            <a:xfrm>
              <a:off x="3900367" y="2424536"/>
              <a:ext cx="0" cy="258022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95D5FD7-7ACA-4D67-2F7F-4D6E6805FB11}"/>
                </a:ext>
              </a:extLst>
            </p:cNvPr>
            <p:cNvCxnSpPr>
              <a:cxnSpLocks/>
            </p:cNvCxnSpPr>
            <p:nvPr/>
          </p:nvCxnSpPr>
          <p:spPr>
            <a:xfrm>
              <a:off x="5211114" y="2424536"/>
              <a:ext cx="0" cy="258022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3B2B499-CA4E-BBD1-E28A-9884120F956C}"/>
              </a:ext>
            </a:extLst>
          </p:cNvPr>
          <p:cNvGrpSpPr/>
          <p:nvPr/>
        </p:nvGrpSpPr>
        <p:grpSpPr>
          <a:xfrm>
            <a:off x="1948992" y="4628111"/>
            <a:ext cx="3110687" cy="258022"/>
            <a:chOff x="3894666" y="2424536"/>
            <a:chExt cx="1316448" cy="258022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90C6703-A2AE-8FF2-4282-5E1B08D538A0}"/>
                </a:ext>
              </a:extLst>
            </p:cNvPr>
            <p:cNvCxnSpPr>
              <a:cxnSpLocks/>
            </p:cNvCxnSpPr>
            <p:nvPr/>
          </p:nvCxnSpPr>
          <p:spPr>
            <a:xfrm>
              <a:off x="3894666" y="2553547"/>
              <a:ext cx="1316448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11DEAB2-5EB3-A9CA-FCF4-6B6EA09B58E5}"/>
                </a:ext>
              </a:extLst>
            </p:cNvPr>
            <p:cNvCxnSpPr>
              <a:cxnSpLocks/>
            </p:cNvCxnSpPr>
            <p:nvPr/>
          </p:nvCxnSpPr>
          <p:spPr>
            <a:xfrm>
              <a:off x="3900367" y="2424536"/>
              <a:ext cx="0" cy="258022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6D12D40-DE96-0CCE-8E1B-CED0CEC55E2B}"/>
                </a:ext>
              </a:extLst>
            </p:cNvPr>
            <p:cNvCxnSpPr>
              <a:cxnSpLocks/>
            </p:cNvCxnSpPr>
            <p:nvPr/>
          </p:nvCxnSpPr>
          <p:spPr>
            <a:xfrm>
              <a:off x="5211114" y="2424536"/>
              <a:ext cx="0" cy="258022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7F744A5-6F3F-275B-73E3-628159E9690D}"/>
              </a:ext>
            </a:extLst>
          </p:cNvPr>
          <p:cNvGrpSpPr/>
          <p:nvPr/>
        </p:nvGrpSpPr>
        <p:grpSpPr>
          <a:xfrm>
            <a:off x="6064858" y="4628111"/>
            <a:ext cx="3528722" cy="258022"/>
            <a:chOff x="3894666" y="2424536"/>
            <a:chExt cx="1316448" cy="258022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F50F686-39A9-C352-1AF3-B7DD6BEAE24E}"/>
                </a:ext>
              </a:extLst>
            </p:cNvPr>
            <p:cNvCxnSpPr>
              <a:cxnSpLocks/>
            </p:cNvCxnSpPr>
            <p:nvPr/>
          </p:nvCxnSpPr>
          <p:spPr>
            <a:xfrm>
              <a:off x="3894666" y="2553547"/>
              <a:ext cx="1316448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919BD84-6F12-D0EA-9AEF-BB449D28F7A4}"/>
                </a:ext>
              </a:extLst>
            </p:cNvPr>
            <p:cNvCxnSpPr>
              <a:cxnSpLocks/>
            </p:cNvCxnSpPr>
            <p:nvPr/>
          </p:nvCxnSpPr>
          <p:spPr>
            <a:xfrm>
              <a:off x="3900367" y="2424536"/>
              <a:ext cx="0" cy="258022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3BA01CA-A6F5-27EA-79D3-232C6519BAC9}"/>
                </a:ext>
              </a:extLst>
            </p:cNvPr>
            <p:cNvCxnSpPr>
              <a:cxnSpLocks/>
            </p:cNvCxnSpPr>
            <p:nvPr/>
          </p:nvCxnSpPr>
          <p:spPr>
            <a:xfrm>
              <a:off x="5211114" y="2424536"/>
              <a:ext cx="0" cy="258022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5A2185AD-7775-45CD-6748-69769F84F0A6}"/>
              </a:ext>
            </a:extLst>
          </p:cNvPr>
          <p:cNvSpPr txBox="1"/>
          <p:nvPr/>
        </p:nvSpPr>
        <p:spPr>
          <a:xfrm>
            <a:off x="4404262" y="22965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44F6BE1-6046-F6E1-E2FC-55AD3BB408FA}"/>
              </a:ext>
            </a:extLst>
          </p:cNvPr>
          <p:cNvSpPr txBox="1"/>
          <p:nvPr/>
        </p:nvSpPr>
        <p:spPr>
          <a:xfrm>
            <a:off x="6577802" y="231981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7656E35-1755-97C7-C835-6DFE423AE1D5}"/>
              </a:ext>
            </a:extLst>
          </p:cNvPr>
          <p:cNvSpPr txBox="1"/>
          <p:nvPr/>
        </p:nvSpPr>
        <p:spPr>
          <a:xfrm>
            <a:off x="3377871" y="437716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129B02C-1EF9-9082-EFAA-7C7669F088CF}"/>
              </a:ext>
            </a:extLst>
          </p:cNvPr>
          <p:cNvSpPr txBox="1"/>
          <p:nvPr/>
        </p:nvSpPr>
        <p:spPr>
          <a:xfrm>
            <a:off x="7813498" y="44236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/>
              <a:t>2</a:t>
            </a:r>
            <a:endParaRPr lang="en-PH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B2A889-01D0-3D3F-9C17-324753F32E8A}"/>
              </a:ext>
            </a:extLst>
          </p:cNvPr>
          <p:cNvSpPr txBox="1"/>
          <p:nvPr/>
        </p:nvSpPr>
        <p:spPr>
          <a:xfrm>
            <a:off x="3056734" y="2347857"/>
            <a:ext cx="9406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500" b="1" dirty="0">
                <a:solidFill>
                  <a:srgbClr val="FF0000"/>
                </a:solidFill>
              </a:rPr>
              <a:t>House 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1B60DE-6ECB-754E-7C41-809AE67737EC}"/>
              </a:ext>
            </a:extLst>
          </p:cNvPr>
          <p:cNvSpPr txBox="1"/>
          <p:nvPr/>
        </p:nvSpPr>
        <p:spPr>
          <a:xfrm>
            <a:off x="5143879" y="2347857"/>
            <a:ext cx="9406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500" b="1" dirty="0">
                <a:solidFill>
                  <a:srgbClr val="FFC000"/>
                </a:solidFill>
              </a:rPr>
              <a:t>House 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F02178-2682-0969-0FAA-21B6307D59CE}"/>
              </a:ext>
            </a:extLst>
          </p:cNvPr>
          <p:cNvSpPr txBox="1"/>
          <p:nvPr/>
        </p:nvSpPr>
        <p:spPr>
          <a:xfrm>
            <a:off x="7406946" y="2347857"/>
            <a:ext cx="9406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500" b="1" dirty="0">
                <a:solidFill>
                  <a:srgbClr val="92D050"/>
                </a:solidFill>
              </a:rPr>
              <a:t>House 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97906-1DAA-E116-FD97-994479CFA492}"/>
              </a:ext>
            </a:extLst>
          </p:cNvPr>
          <p:cNvSpPr txBox="1"/>
          <p:nvPr/>
        </p:nvSpPr>
        <p:spPr>
          <a:xfrm>
            <a:off x="1149760" y="4271930"/>
            <a:ext cx="9406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500" b="1" dirty="0">
                <a:solidFill>
                  <a:srgbClr val="C00000"/>
                </a:solidFill>
              </a:rPr>
              <a:t>House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CB115F-3553-1AAD-9EA8-808C880140E9}"/>
              </a:ext>
            </a:extLst>
          </p:cNvPr>
          <p:cNvSpPr txBox="1"/>
          <p:nvPr/>
        </p:nvSpPr>
        <p:spPr>
          <a:xfrm>
            <a:off x="5214229" y="4253805"/>
            <a:ext cx="9406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500" b="1" dirty="0">
                <a:solidFill>
                  <a:srgbClr val="FFC000"/>
                </a:solidFill>
              </a:rPr>
              <a:t>House 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EF1F72-BD79-27F4-5632-9C6F64F8E925}"/>
              </a:ext>
            </a:extLst>
          </p:cNvPr>
          <p:cNvSpPr txBox="1"/>
          <p:nvPr/>
        </p:nvSpPr>
        <p:spPr>
          <a:xfrm>
            <a:off x="9895600" y="4042545"/>
            <a:ext cx="9406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500" b="1" dirty="0">
                <a:solidFill>
                  <a:srgbClr val="00B050"/>
                </a:solidFill>
              </a:rPr>
              <a:t>House 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62785F-DA5A-D9B5-D694-820AF0E58B8A}"/>
              </a:ext>
            </a:extLst>
          </p:cNvPr>
          <p:cNvSpPr txBox="1"/>
          <p:nvPr/>
        </p:nvSpPr>
        <p:spPr>
          <a:xfrm>
            <a:off x="7559040" y="1201225"/>
            <a:ext cx="3970020" cy="861774"/>
          </a:xfrm>
          <a:custGeom>
            <a:avLst/>
            <a:gdLst>
              <a:gd name="connsiteX0" fmla="*/ 0 w 3970020"/>
              <a:gd name="connsiteY0" fmla="*/ 0 h 861774"/>
              <a:gd name="connsiteX1" fmla="*/ 646546 w 3970020"/>
              <a:gd name="connsiteY1" fmla="*/ 0 h 861774"/>
              <a:gd name="connsiteX2" fmla="*/ 1293092 w 3970020"/>
              <a:gd name="connsiteY2" fmla="*/ 0 h 861774"/>
              <a:gd name="connsiteX3" fmla="*/ 1899938 w 3970020"/>
              <a:gd name="connsiteY3" fmla="*/ 0 h 861774"/>
              <a:gd name="connsiteX4" fmla="*/ 2467084 w 3970020"/>
              <a:gd name="connsiteY4" fmla="*/ 0 h 861774"/>
              <a:gd name="connsiteX5" fmla="*/ 2954829 w 3970020"/>
              <a:gd name="connsiteY5" fmla="*/ 0 h 861774"/>
              <a:gd name="connsiteX6" fmla="*/ 3442574 w 3970020"/>
              <a:gd name="connsiteY6" fmla="*/ 0 h 861774"/>
              <a:gd name="connsiteX7" fmla="*/ 3970020 w 3970020"/>
              <a:gd name="connsiteY7" fmla="*/ 0 h 861774"/>
              <a:gd name="connsiteX8" fmla="*/ 3970020 w 3970020"/>
              <a:gd name="connsiteY8" fmla="*/ 448122 h 861774"/>
              <a:gd name="connsiteX9" fmla="*/ 3970020 w 3970020"/>
              <a:gd name="connsiteY9" fmla="*/ 861774 h 861774"/>
              <a:gd name="connsiteX10" fmla="*/ 3521975 w 3970020"/>
              <a:gd name="connsiteY10" fmla="*/ 861774 h 861774"/>
              <a:gd name="connsiteX11" fmla="*/ 2875429 w 3970020"/>
              <a:gd name="connsiteY11" fmla="*/ 861774 h 861774"/>
              <a:gd name="connsiteX12" fmla="*/ 2387683 w 3970020"/>
              <a:gd name="connsiteY12" fmla="*/ 861774 h 861774"/>
              <a:gd name="connsiteX13" fmla="*/ 1741137 w 3970020"/>
              <a:gd name="connsiteY13" fmla="*/ 861774 h 861774"/>
              <a:gd name="connsiteX14" fmla="*/ 1094591 w 3970020"/>
              <a:gd name="connsiteY14" fmla="*/ 861774 h 861774"/>
              <a:gd name="connsiteX15" fmla="*/ 487745 w 3970020"/>
              <a:gd name="connsiteY15" fmla="*/ 861774 h 861774"/>
              <a:gd name="connsiteX16" fmla="*/ 0 w 3970020"/>
              <a:gd name="connsiteY16" fmla="*/ 861774 h 861774"/>
              <a:gd name="connsiteX17" fmla="*/ 0 w 3970020"/>
              <a:gd name="connsiteY17" fmla="*/ 422269 h 861774"/>
              <a:gd name="connsiteX18" fmla="*/ 0 w 3970020"/>
              <a:gd name="connsiteY18" fmla="*/ 0 h 861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970020" h="861774" extrusionOk="0">
                <a:moveTo>
                  <a:pt x="0" y="0"/>
                </a:moveTo>
                <a:cubicBezTo>
                  <a:pt x="225301" y="-56052"/>
                  <a:pt x="423477" y="22285"/>
                  <a:pt x="646546" y="0"/>
                </a:cubicBezTo>
                <a:cubicBezTo>
                  <a:pt x="869615" y="-22285"/>
                  <a:pt x="1122595" y="17446"/>
                  <a:pt x="1293092" y="0"/>
                </a:cubicBezTo>
                <a:cubicBezTo>
                  <a:pt x="1463589" y="-17446"/>
                  <a:pt x="1772448" y="19933"/>
                  <a:pt x="1899938" y="0"/>
                </a:cubicBezTo>
                <a:cubicBezTo>
                  <a:pt x="2027428" y="-19933"/>
                  <a:pt x="2186180" y="17267"/>
                  <a:pt x="2467084" y="0"/>
                </a:cubicBezTo>
                <a:cubicBezTo>
                  <a:pt x="2747988" y="-17267"/>
                  <a:pt x="2793722" y="43311"/>
                  <a:pt x="2954829" y="0"/>
                </a:cubicBezTo>
                <a:cubicBezTo>
                  <a:pt x="3115936" y="-43311"/>
                  <a:pt x="3251460" y="18901"/>
                  <a:pt x="3442574" y="0"/>
                </a:cubicBezTo>
                <a:cubicBezTo>
                  <a:pt x="3633688" y="-18901"/>
                  <a:pt x="3762788" y="33476"/>
                  <a:pt x="3970020" y="0"/>
                </a:cubicBezTo>
                <a:cubicBezTo>
                  <a:pt x="3971070" y="159120"/>
                  <a:pt x="3949848" y="353239"/>
                  <a:pt x="3970020" y="448122"/>
                </a:cubicBezTo>
                <a:cubicBezTo>
                  <a:pt x="3990192" y="543005"/>
                  <a:pt x="3942686" y="778302"/>
                  <a:pt x="3970020" y="861774"/>
                </a:cubicBezTo>
                <a:cubicBezTo>
                  <a:pt x="3763019" y="875000"/>
                  <a:pt x="3740771" y="833728"/>
                  <a:pt x="3521975" y="861774"/>
                </a:cubicBezTo>
                <a:cubicBezTo>
                  <a:pt x="3303180" y="889820"/>
                  <a:pt x="3074082" y="851261"/>
                  <a:pt x="2875429" y="861774"/>
                </a:cubicBezTo>
                <a:cubicBezTo>
                  <a:pt x="2676776" y="872287"/>
                  <a:pt x="2533472" y="822954"/>
                  <a:pt x="2387683" y="861774"/>
                </a:cubicBezTo>
                <a:cubicBezTo>
                  <a:pt x="2241894" y="900594"/>
                  <a:pt x="1888601" y="807367"/>
                  <a:pt x="1741137" y="861774"/>
                </a:cubicBezTo>
                <a:cubicBezTo>
                  <a:pt x="1593673" y="916181"/>
                  <a:pt x="1368558" y="784809"/>
                  <a:pt x="1094591" y="861774"/>
                </a:cubicBezTo>
                <a:cubicBezTo>
                  <a:pt x="820624" y="938739"/>
                  <a:pt x="696935" y="805575"/>
                  <a:pt x="487745" y="861774"/>
                </a:cubicBezTo>
                <a:cubicBezTo>
                  <a:pt x="278555" y="917973"/>
                  <a:pt x="226256" y="856894"/>
                  <a:pt x="0" y="861774"/>
                </a:cubicBezTo>
                <a:cubicBezTo>
                  <a:pt x="-19973" y="647132"/>
                  <a:pt x="6320" y="557084"/>
                  <a:pt x="0" y="422269"/>
                </a:cubicBezTo>
                <a:cubicBezTo>
                  <a:pt x="-6320" y="287454"/>
                  <a:pt x="41897" y="122388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37069269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rgbClr val="C00000"/>
                </a:solidFill>
              </a:rPr>
              <a:t>House A </a:t>
            </a:r>
            <a:r>
              <a:rPr lang="en-PH" sz="2500" dirty="0"/>
              <a:t>and</a:t>
            </a:r>
            <a:r>
              <a:rPr lang="en-PH" sz="2500" b="1" dirty="0">
                <a:solidFill>
                  <a:srgbClr val="00B050"/>
                </a:solidFill>
              </a:rPr>
              <a:t> House E</a:t>
            </a:r>
            <a:r>
              <a:rPr lang="en-PH" sz="2500" b="1" dirty="0">
                <a:solidFill>
                  <a:srgbClr val="92D050"/>
                </a:solidFill>
              </a:rPr>
              <a:t> </a:t>
            </a:r>
            <a:r>
              <a:rPr lang="en-PH" sz="2500" dirty="0"/>
              <a:t>is 2 points away from the </a:t>
            </a:r>
            <a:r>
              <a:rPr lang="en-PH" sz="2500" b="1" dirty="0">
                <a:solidFill>
                  <a:srgbClr val="FFC000"/>
                </a:solidFill>
              </a:rPr>
              <a:t>mean</a:t>
            </a:r>
          </a:p>
        </p:txBody>
      </p:sp>
    </p:spTree>
    <p:extLst>
      <p:ext uri="{BB962C8B-B14F-4D97-AF65-F5344CB8AC3E}">
        <p14:creationId xmlns:p14="http://schemas.microsoft.com/office/powerpoint/2010/main" val="241677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67" grpId="0"/>
      <p:bldP spid="68" grpId="0"/>
      <p:bldP spid="5" grpId="0"/>
      <p:bldP spid="7" grpId="0"/>
      <p:bldP spid="9" grpId="0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CB91100-7A94-6A30-C17A-2211F4DDB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77803E-7DE0-C972-4A09-CA6DD0CA5FC0}"/>
              </a:ext>
            </a:extLst>
          </p:cNvPr>
          <p:cNvCxnSpPr>
            <a:cxnSpLocks/>
          </p:cNvCxnSpPr>
          <p:nvPr/>
        </p:nvCxnSpPr>
        <p:spPr>
          <a:xfrm>
            <a:off x="2897634" y="4960248"/>
            <a:ext cx="6840726" cy="2981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487071-525D-FD73-4170-E74C61F7F814}"/>
              </a:ext>
            </a:extLst>
          </p:cNvPr>
          <p:cNvCxnSpPr>
            <a:cxnSpLocks/>
          </p:cNvCxnSpPr>
          <p:nvPr/>
        </p:nvCxnSpPr>
        <p:spPr>
          <a:xfrm flipV="1">
            <a:off x="2897634" y="1610592"/>
            <a:ext cx="0" cy="337947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8" name="Picture 17" descr="A cartoon of a house&#10;&#10;Description automatically generated">
            <a:extLst>
              <a:ext uri="{FF2B5EF4-FFF2-40B4-BE49-F238E27FC236}">
                <a16:creationId xmlns:a16="http://schemas.microsoft.com/office/drawing/2014/main" id="{7902A966-83C9-0733-DC4E-52CB20DEF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453" y="2865589"/>
            <a:ext cx="664167" cy="563411"/>
          </a:xfrm>
          <a:prstGeom prst="rect">
            <a:avLst/>
          </a:prstGeom>
        </p:spPr>
      </p:pic>
      <p:pic>
        <p:nvPicPr>
          <p:cNvPr id="50" name="Picture 49" descr="A cartoon of a house&#10;&#10;Description automatically generated">
            <a:extLst>
              <a:ext uri="{FF2B5EF4-FFF2-40B4-BE49-F238E27FC236}">
                <a16:creationId xmlns:a16="http://schemas.microsoft.com/office/drawing/2014/main" id="{D3DDF62D-2D8E-2DBE-FDB9-5C7725E77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853" y="2134069"/>
            <a:ext cx="664167" cy="563411"/>
          </a:xfrm>
          <a:prstGeom prst="rect">
            <a:avLst/>
          </a:prstGeom>
        </p:spPr>
      </p:pic>
      <p:pic>
        <p:nvPicPr>
          <p:cNvPr id="51" name="Picture 50" descr="A cartoon of a house&#10;&#10;Description automatically generated">
            <a:extLst>
              <a:ext uri="{FF2B5EF4-FFF2-40B4-BE49-F238E27FC236}">
                <a16:creationId xmlns:a16="http://schemas.microsoft.com/office/drawing/2014/main" id="{93D43E70-76A2-0751-D725-8343F9C67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914" y="2983747"/>
            <a:ext cx="664167" cy="563411"/>
          </a:xfrm>
          <a:prstGeom prst="rect">
            <a:avLst/>
          </a:prstGeom>
        </p:spPr>
      </p:pic>
      <p:pic>
        <p:nvPicPr>
          <p:cNvPr id="52" name="Picture 51" descr="A cartoon of a house&#10;&#10;Description automatically generated">
            <a:extLst>
              <a:ext uri="{FF2B5EF4-FFF2-40B4-BE49-F238E27FC236}">
                <a16:creationId xmlns:a16="http://schemas.microsoft.com/office/drawing/2014/main" id="{60F19CBE-BF57-1958-358A-5394AB8CD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014" y="2134068"/>
            <a:ext cx="664167" cy="563411"/>
          </a:xfrm>
          <a:prstGeom prst="rect">
            <a:avLst/>
          </a:prstGeom>
        </p:spPr>
      </p:pic>
      <p:pic>
        <p:nvPicPr>
          <p:cNvPr id="69" name="Picture 68" descr="A cartoon of a house&#10;&#10;Description automatically generated">
            <a:extLst>
              <a:ext uri="{FF2B5EF4-FFF2-40B4-BE49-F238E27FC236}">
                <a16:creationId xmlns:a16="http://schemas.microsoft.com/office/drawing/2014/main" id="{F810EB1C-517B-3CA8-7EDD-898BDA1DB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0914" y="2865589"/>
            <a:ext cx="664167" cy="563411"/>
          </a:xfrm>
          <a:prstGeom prst="rect">
            <a:avLst/>
          </a:prstGeom>
        </p:spPr>
      </p:pic>
      <p:pic>
        <p:nvPicPr>
          <p:cNvPr id="70" name="Picture 69" descr="A cartoon of a house&#10;&#10;Description automatically generated">
            <a:extLst>
              <a:ext uri="{FF2B5EF4-FFF2-40B4-BE49-F238E27FC236}">
                <a16:creationId xmlns:a16="http://schemas.microsoft.com/office/drawing/2014/main" id="{E0D62348-70BA-3C8F-828D-D370A13C1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054" y="3265452"/>
            <a:ext cx="664167" cy="563411"/>
          </a:xfrm>
          <a:prstGeom prst="rect">
            <a:avLst/>
          </a:prstGeom>
        </p:spPr>
      </p:pic>
      <p:pic>
        <p:nvPicPr>
          <p:cNvPr id="71" name="Picture 70" descr="A cartoon of a house&#10;&#10;Description automatically generated">
            <a:extLst>
              <a:ext uri="{FF2B5EF4-FFF2-40B4-BE49-F238E27FC236}">
                <a16:creationId xmlns:a16="http://schemas.microsoft.com/office/drawing/2014/main" id="{84BE2268-5EC4-1C0D-13D6-3790E7C94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3970" y="1818260"/>
            <a:ext cx="664167" cy="5634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701D38-AAC4-FB5A-AFA4-6C55E020F8F5}"/>
              </a:ext>
            </a:extLst>
          </p:cNvPr>
          <p:cNvSpPr txBox="1"/>
          <p:nvPr/>
        </p:nvSpPr>
        <p:spPr>
          <a:xfrm>
            <a:off x="1628986" y="5644393"/>
            <a:ext cx="8934027" cy="861774"/>
          </a:xfrm>
          <a:custGeom>
            <a:avLst/>
            <a:gdLst>
              <a:gd name="connsiteX0" fmla="*/ 0 w 8934027"/>
              <a:gd name="connsiteY0" fmla="*/ 0 h 861774"/>
              <a:gd name="connsiteX1" fmla="*/ 774282 w 8934027"/>
              <a:gd name="connsiteY1" fmla="*/ 0 h 861774"/>
              <a:gd name="connsiteX2" fmla="*/ 1548565 w 8934027"/>
              <a:gd name="connsiteY2" fmla="*/ 0 h 861774"/>
              <a:gd name="connsiteX3" fmla="*/ 2233507 w 8934027"/>
              <a:gd name="connsiteY3" fmla="*/ 0 h 861774"/>
              <a:gd name="connsiteX4" fmla="*/ 2829109 w 8934027"/>
              <a:gd name="connsiteY4" fmla="*/ 0 h 861774"/>
              <a:gd name="connsiteX5" fmla="*/ 3246030 w 8934027"/>
              <a:gd name="connsiteY5" fmla="*/ 0 h 861774"/>
              <a:gd name="connsiteX6" fmla="*/ 3662951 w 8934027"/>
              <a:gd name="connsiteY6" fmla="*/ 0 h 861774"/>
              <a:gd name="connsiteX7" fmla="*/ 4079872 w 8934027"/>
              <a:gd name="connsiteY7" fmla="*/ 0 h 861774"/>
              <a:gd name="connsiteX8" fmla="*/ 4854155 w 8934027"/>
              <a:gd name="connsiteY8" fmla="*/ 0 h 861774"/>
              <a:gd name="connsiteX9" fmla="*/ 5628437 w 8934027"/>
              <a:gd name="connsiteY9" fmla="*/ 0 h 861774"/>
              <a:gd name="connsiteX10" fmla="*/ 6045358 w 8934027"/>
              <a:gd name="connsiteY10" fmla="*/ 0 h 861774"/>
              <a:gd name="connsiteX11" fmla="*/ 6551620 w 8934027"/>
              <a:gd name="connsiteY11" fmla="*/ 0 h 861774"/>
              <a:gd name="connsiteX12" fmla="*/ 7236562 w 8934027"/>
              <a:gd name="connsiteY12" fmla="*/ 0 h 861774"/>
              <a:gd name="connsiteX13" fmla="*/ 7832164 w 8934027"/>
              <a:gd name="connsiteY13" fmla="*/ 0 h 861774"/>
              <a:gd name="connsiteX14" fmla="*/ 8249085 w 8934027"/>
              <a:gd name="connsiteY14" fmla="*/ 0 h 861774"/>
              <a:gd name="connsiteX15" fmla="*/ 8934027 w 8934027"/>
              <a:gd name="connsiteY15" fmla="*/ 0 h 861774"/>
              <a:gd name="connsiteX16" fmla="*/ 8934027 w 8934027"/>
              <a:gd name="connsiteY16" fmla="*/ 448122 h 861774"/>
              <a:gd name="connsiteX17" fmla="*/ 8934027 w 8934027"/>
              <a:gd name="connsiteY17" fmla="*/ 861774 h 861774"/>
              <a:gd name="connsiteX18" fmla="*/ 8159745 w 8934027"/>
              <a:gd name="connsiteY18" fmla="*/ 861774 h 861774"/>
              <a:gd name="connsiteX19" fmla="*/ 7653483 w 8934027"/>
              <a:gd name="connsiteY19" fmla="*/ 861774 h 861774"/>
              <a:gd name="connsiteX20" fmla="*/ 7057881 w 8934027"/>
              <a:gd name="connsiteY20" fmla="*/ 861774 h 861774"/>
              <a:gd name="connsiteX21" fmla="*/ 6372939 w 8934027"/>
              <a:gd name="connsiteY21" fmla="*/ 861774 h 861774"/>
              <a:gd name="connsiteX22" fmla="*/ 5598657 w 8934027"/>
              <a:gd name="connsiteY22" fmla="*/ 861774 h 861774"/>
              <a:gd name="connsiteX23" fmla="*/ 5003055 w 8934027"/>
              <a:gd name="connsiteY23" fmla="*/ 861774 h 861774"/>
              <a:gd name="connsiteX24" fmla="*/ 4675474 w 8934027"/>
              <a:gd name="connsiteY24" fmla="*/ 861774 h 861774"/>
              <a:gd name="connsiteX25" fmla="*/ 4347893 w 8934027"/>
              <a:gd name="connsiteY25" fmla="*/ 861774 h 861774"/>
              <a:gd name="connsiteX26" fmla="*/ 3573611 w 8934027"/>
              <a:gd name="connsiteY26" fmla="*/ 861774 h 861774"/>
              <a:gd name="connsiteX27" fmla="*/ 3067349 w 8934027"/>
              <a:gd name="connsiteY27" fmla="*/ 861774 h 861774"/>
              <a:gd name="connsiteX28" fmla="*/ 2471747 w 8934027"/>
              <a:gd name="connsiteY28" fmla="*/ 861774 h 861774"/>
              <a:gd name="connsiteX29" fmla="*/ 2054826 w 8934027"/>
              <a:gd name="connsiteY29" fmla="*/ 861774 h 861774"/>
              <a:gd name="connsiteX30" fmla="*/ 1727245 w 8934027"/>
              <a:gd name="connsiteY30" fmla="*/ 861774 h 861774"/>
              <a:gd name="connsiteX31" fmla="*/ 1310324 w 8934027"/>
              <a:gd name="connsiteY31" fmla="*/ 861774 h 861774"/>
              <a:gd name="connsiteX32" fmla="*/ 714722 w 8934027"/>
              <a:gd name="connsiteY32" fmla="*/ 861774 h 861774"/>
              <a:gd name="connsiteX33" fmla="*/ 0 w 8934027"/>
              <a:gd name="connsiteY33" fmla="*/ 861774 h 861774"/>
              <a:gd name="connsiteX34" fmla="*/ 0 w 8934027"/>
              <a:gd name="connsiteY34" fmla="*/ 413652 h 861774"/>
              <a:gd name="connsiteX35" fmla="*/ 0 w 8934027"/>
              <a:gd name="connsiteY35" fmla="*/ 0 h 861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34027" h="861774" extrusionOk="0">
                <a:moveTo>
                  <a:pt x="0" y="0"/>
                </a:moveTo>
                <a:cubicBezTo>
                  <a:pt x="248960" y="-72825"/>
                  <a:pt x="469809" y="83591"/>
                  <a:pt x="774282" y="0"/>
                </a:cubicBezTo>
                <a:cubicBezTo>
                  <a:pt x="1078755" y="-83591"/>
                  <a:pt x="1199867" y="23505"/>
                  <a:pt x="1548565" y="0"/>
                </a:cubicBezTo>
                <a:cubicBezTo>
                  <a:pt x="1897263" y="-23505"/>
                  <a:pt x="2015577" y="60883"/>
                  <a:pt x="2233507" y="0"/>
                </a:cubicBezTo>
                <a:cubicBezTo>
                  <a:pt x="2451437" y="-60883"/>
                  <a:pt x="2652773" y="64829"/>
                  <a:pt x="2829109" y="0"/>
                </a:cubicBezTo>
                <a:cubicBezTo>
                  <a:pt x="3005445" y="-64829"/>
                  <a:pt x="3051470" y="2525"/>
                  <a:pt x="3246030" y="0"/>
                </a:cubicBezTo>
                <a:cubicBezTo>
                  <a:pt x="3440590" y="-2525"/>
                  <a:pt x="3467285" y="23974"/>
                  <a:pt x="3662951" y="0"/>
                </a:cubicBezTo>
                <a:cubicBezTo>
                  <a:pt x="3858617" y="-23974"/>
                  <a:pt x="3920289" y="24567"/>
                  <a:pt x="4079872" y="0"/>
                </a:cubicBezTo>
                <a:cubicBezTo>
                  <a:pt x="4239455" y="-24567"/>
                  <a:pt x="4509059" y="29683"/>
                  <a:pt x="4854155" y="0"/>
                </a:cubicBezTo>
                <a:cubicBezTo>
                  <a:pt x="5199251" y="-29683"/>
                  <a:pt x="5357974" y="46397"/>
                  <a:pt x="5628437" y="0"/>
                </a:cubicBezTo>
                <a:cubicBezTo>
                  <a:pt x="5898900" y="-46397"/>
                  <a:pt x="5892667" y="14294"/>
                  <a:pt x="6045358" y="0"/>
                </a:cubicBezTo>
                <a:cubicBezTo>
                  <a:pt x="6198049" y="-14294"/>
                  <a:pt x="6384432" y="32912"/>
                  <a:pt x="6551620" y="0"/>
                </a:cubicBezTo>
                <a:cubicBezTo>
                  <a:pt x="6718808" y="-32912"/>
                  <a:pt x="7050468" y="59974"/>
                  <a:pt x="7236562" y="0"/>
                </a:cubicBezTo>
                <a:cubicBezTo>
                  <a:pt x="7422656" y="-59974"/>
                  <a:pt x="7537689" y="32695"/>
                  <a:pt x="7832164" y="0"/>
                </a:cubicBezTo>
                <a:cubicBezTo>
                  <a:pt x="8126639" y="-32695"/>
                  <a:pt x="8121502" y="43804"/>
                  <a:pt x="8249085" y="0"/>
                </a:cubicBezTo>
                <a:cubicBezTo>
                  <a:pt x="8376668" y="-43804"/>
                  <a:pt x="8674967" y="25821"/>
                  <a:pt x="8934027" y="0"/>
                </a:cubicBezTo>
                <a:cubicBezTo>
                  <a:pt x="8968528" y="186166"/>
                  <a:pt x="8895994" y="333137"/>
                  <a:pt x="8934027" y="448122"/>
                </a:cubicBezTo>
                <a:cubicBezTo>
                  <a:pt x="8972060" y="563107"/>
                  <a:pt x="8887313" y="696102"/>
                  <a:pt x="8934027" y="861774"/>
                </a:cubicBezTo>
                <a:cubicBezTo>
                  <a:pt x="8730948" y="951529"/>
                  <a:pt x="8488712" y="859419"/>
                  <a:pt x="8159745" y="861774"/>
                </a:cubicBezTo>
                <a:cubicBezTo>
                  <a:pt x="7830778" y="864129"/>
                  <a:pt x="7893480" y="835254"/>
                  <a:pt x="7653483" y="861774"/>
                </a:cubicBezTo>
                <a:cubicBezTo>
                  <a:pt x="7413486" y="888294"/>
                  <a:pt x="7331910" y="853726"/>
                  <a:pt x="7057881" y="861774"/>
                </a:cubicBezTo>
                <a:cubicBezTo>
                  <a:pt x="6783852" y="869822"/>
                  <a:pt x="6645195" y="837571"/>
                  <a:pt x="6372939" y="861774"/>
                </a:cubicBezTo>
                <a:cubicBezTo>
                  <a:pt x="6100683" y="885977"/>
                  <a:pt x="5883525" y="859673"/>
                  <a:pt x="5598657" y="861774"/>
                </a:cubicBezTo>
                <a:cubicBezTo>
                  <a:pt x="5313789" y="863875"/>
                  <a:pt x="5203208" y="801764"/>
                  <a:pt x="5003055" y="861774"/>
                </a:cubicBezTo>
                <a:cubicBezTo>
                  <a:pt x="4802902" y="921784"/>
                  <a:pt x="4837854" y="832055"/>
                  <a:pt x="4675474" y="861774"/>
                </a:cubicBezTo>
                <a:cubicBezTo>
                  <a:pt x="4513094" y="891493"/>
                  <a:pt x="4434695" y="831098"/>
                  <a:pt x="4347893" y="861774"/>
                </a:cubicBezTo>
                <a:cubicBezTo>
                  <a:pt x="4261091" y="892450"/>
                  <a:pt x="3865505" y="783668"/>
                  <a:pt x="3573611" y="861774"/>
                </a:cubicBezTo>
                <a:cubicBezTo>
                  <a:pt x="3281717" y="939880"/>
                  <a:pt x="3225475" y="861116"/>
                  <a:pt x="3067349" y="861774"/>
                </a:cubicBezTo>
                <a:cubicBezTo>
                  <a:pt x="2909223" y="862432"/>
                  <a:pt x="2672818" y="821445"/>
                  <a:pt x="2471747" y="861774"/>
                </a:cubicBezTo>
                <a:cubicBezTo>
                  <a:pt x="2270676" y="902103"/>
                  <a:pt x="2202297" y="853561"/>
                  <a:pt x="2054826" y="861774"/>
                </a:cubicBezTo>
                <a:cubicBezTo>
                  <a:pt x="1907355" y="869987"/>
                  <a:pt x="1888603" y="823652"/>
                  <a:pt x="1727245" y="861774"/>
                </a:cubicBezTo>
                <a:cubicBezTo>
                  <a:pt x="1565887" y="899896"/>
                  <a:pt x="1514560" y="847582"/>
                  <a:pt x="1310324" y="861774"/>
                </a:cubicBezTo>
                <a:cubicBezTo>
                  <a:pt x="1106088" y="875966"/>
                  <a:pt x="932671" y="836674"/>
                  <a:pt x="714722" y="861774"/>
                </a:cubicBezTo>
                <a:cubicBezTo>
                  <a:pt x="496773" y="886874"/>
                  <a:pt x="274453" y="777909"/>
                  <a:pt x="0" y="861774"/>
                </a:cubicBezTo>
                <a:cubicBezTo>
                  <a:pt x="-4197" y="671166"/>
                  <a:pt x="23170" y="582362"/>
                  <a:pt x="0" y="413652"/>
                </a:cubicBezTo>
                <a:cubicBezTo>
                  <a:pt x="-23170" y="244942"/>
                  <a:pt x="19080" y="101269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37069269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PH" sz="2500" dirty="0"/>
              <a:t>How about the variance for two-dimensional data? Can we use the same method?</a:t>
            </a:r>
          </a:p>
        </p:txBody>
      </p:sp>
    </p:spTree>
    <p:extLst>
      <p:ext uri="{BB962C8B-B14F-4D97-AF65-F5344CB8AC3E}">
        <p14:creationId xmlns:p14="http://schemas.microsoft.com/office/powerpoint/2010/main" val="2810247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DDBFEE4-5F89-0FDF-7430-7F9D61A1C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749CA69-3518-32C1-89D3-CBE8DFECE842}"/>
              </a:ext>
            </a:extLst>
          </p:cNvPr>
          <p:cNvCxnSpPr>
            <a:cxnSpLocks/>
          </p:cNvCxnSpPr>
          <p:nvPr/>
        </p:nvCxnSpPr>
        <p:spPr>
          <a:xfrm flipV="1">
            <a:off x="2897634" y="1610592"/>
            <a:ext cx="0" cy="337947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8" name="Picture 17" descr="A cartoon of a house&#10;&#10;Description automatically generated">
            <a:extLst>
              <a:ext uri="{FF2B5EF4-FFF2-40B4-BE49-F238E27FC236}">
                <a16:creationId xmlns:a16="http://schemas.microsoft.com/office/drawing/2014/main" id="{A7EE54CD-2A41-5C87-82E6-7931747CA0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83" t="17583" r="9752" b="15435"/>
          <a:stretch/>
        </p:blipFill>
        <p:spPr>
          <a:xfrm>
            <a:off x="4745080" y="2964656"/>
            <a:ext cx="531769" cy="377380"/>
          </a:xfrm>
          <a:prstGeom prst="rect">
            <a:avLst/>
          </a:prstGeom>
        </p:spPr>
      </p:pic>
      <p:pic>
        <p:nvPicPr>
          <p:cNvPr id="50" name="Picture 49" descr="A cartoon of a house&#10;&#10;Description automatically generated">
            <a:extLst>
              <a:ext uri="{FF2B5EF4-FFF2-40B4-BE49-F238E27FC236}">
                <a16:creationId xmlns:a16="http://schemas.microsoft.com/office/drawing/2014/main" id="{BCAC3579-9866-FB0B-5A9F-9D975BD45E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44" t="17245" r="7960" b="16821"/>
          <a:stretch/>
        </p:blipFill>
        <p:spPr>
          <a:xfrm>
            <a:off x="5645944" y="2231231"/>
            <a:ext cx="557211" cy="371475"/>
          </a:xfrm>
          <a:prstGeom prst="rect">
            <a:avLst/>
          </a:prstGeom>
        </p:spPr>
      </p:pic>
      <p:pic>
        <p:nvPicPr>
          <p:cNvPr id="51" name="Picture 50" descr="A cartoon of a house&#10;&#10;Description automatically generated">
            <a:extLst>
              <a:ext uri="{FF2B5EF4-FFF2-40B4-BE49-F238E27FC236}">
                <a16:creationId xmlns:a16="http://schemas.microsoft.com/office/drawing/2014/main" id="{0F561291-C920-FAA3-F1AA-2640A1FEC8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89" t="16899" r="7416" b="17168"/>
          <a:stretch/>
        </p:blipFill>
        <p:spPr>
          <a:xfrm>
            <a:off x="6043620" y="3078956"/>
            <a:ext cx="557205" cy="371475"/>
          </a:xfrm>
          <a:prstGeom prst="rect">
            <a:avLst/>
          </a:prstGeom>
        </p:spPr>
      </p:pic>
      <p:pic>
        <p:nvPicPr>
          <p:cNvPr id="52" name="Picture 51" descr="A cartoon of a house&#10;&#10;Description automatically generated">
            <a:extLst>
              <a:ext uri="{FF2B5EF4-FFF2-40B4-BE49-F238E27FC236}">
                <a16:creationId xmlns:a16="http://schemas.microsoft.com/office/drawing/2014/main" id="{6E70F36D-DA27-362B-519D-232144CC14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6" t="17245" r="6699" b="16822"/>
          <a:stretch/>
        </p:blipFill>
        <p:spPr>
          <a:xfrm>
            <a:off x="7229477" y="2231231"/>
            <a:ext cx="557206" cy="371475"/>
          </a:xfrm>
          <a:prstGeom prst="rect">
            <a:avLst/>
          </a:prstGeom>
        </p:spPr>
      </p:pic>
      <p:pic>
        <p:nvPicPr>
          <p:cNvPr id="69" name="Picture 68" descr="A cartoon of a house&#10;&#10;Description automatically generated">
            <a:extLst>
              <a:ext uri="{FF2B5EF4-FFF2-40B4-BE49-F238E27FC236}">
                <a16:creationId xmlns:a16="http://schemas.microsoft.com/office/drawing/2014/main" id="{D368573B-0557-B05E-73DF-D24E186860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12" t="16959" r="8493" b="15435"/>
          <a:stretch/>
        </p:blipFill>
        <p:spPr>
          <a:xfrm>
            <a:off x="7941473" y="2961133"/>
            <a:ext cx="557207" cy="380903"/>
          </a:xfrm>
          <a:prstGeom prst="rect">
            <a:avLst/>
          </a:prstGeom>
        </p:spPr>
      </p:pic>
      <p:pic>
        <p:nvPicPr>
          <p:cNvPr id="70" name="Picture 69" descr="A cartoon of a house&#10;&#10;Description automatically generated">
            <a:extLst>
              <a:ext uri="{FF2B5EF4-FFF2-40B4-BE49-F238E27FC236}">
                <a16:creationId xmlns:a16="http://schemas.microsoft.com/office/drawing/2014/main" id="{3564EDB8-3BE0-0393-A391-3C22B6053D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79" t="16772" r="6125" b="17295"/>
          <a:stretch/>
        </p:blipFill>
        <p:spPr>
          <a:xfrm>
            <a:off x="6791333" y="3359944"/>
            <a:ext cx="557206" cy="371475"/>
          </a:xfrm>
          <a:prstGeom prst="rect">
            <a:avLst/>
          </a:prstGeom>
        </p:spPr>
      </p:pic>
      <p:pic>
        <p:nvPicPr>
          <p:cNvPr id="71" name="Picture 70" descr="A cartoon of a house&#10;&#10;Description automatically generated">
            <a:extLst>
              <a:ext uri="{FF2B5EF4-FFF2-40B4-BE49-F238E27FC236}">
                <a16:creationId xmlns:a16="http://schemas.microsoft.com/office/drawing/2014/main" id="{5AEB47DA-9B4A-92B0-451C-39EFD82CB7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76" t="14110" r="7027" b="18284"/>
          <a:stretch/>
        </p:blipFill>
        <p:spPr>
          <a:xfrm>
            <a:off x="8394253" y="1897752"/>
            <a:ext cx="557212" cy="380903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E8F2FDB-0665-288E-8ED2-6AF2F6492C73}"/>
              </a:ext>
            </a:extLst>
          </p:cNvPr>
          <p:cNvCxnSpPr>
            <a:cxnSpLocks/>
          </p:cNvCxnSpPr>
          <p:nvPr/>
        </p:nvCxnSpPr>
        <p:spPr>
          <a:xfrm>
            <a:off x="2897634" y="4960248"/>
            <a:ext cx="6840726" cy="2981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" name="Picture 15" descr="A cartoon of a house&#10;&#10;Description automatically generated">
            <a:extLst>
              <a:ext uri="{FF2B5EF4-FFF2-40B4-BE49-F238E27FC236}">
                <a16:creationId xmlns:a16="http://schemas.microsoft.com/office/drawing/2014/main" id="{335223E9-BC1D-2771-A718-76FD50600D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83" t="17583" r="9752" b="15435"/>
          <a:stretch/>
        </p:blipFill>
        <p:spPr>
          <a:xfrm>
            <a:off x="4745080" y="2964656"/>
            <a:ext cx="531769" cy="377380"/>
          </a:xfrm>
          <a:prstGeom prst="rect">
            <a:avLst/>
          </a:prstGeom>
        </p:spPr>
      </p:pic>
      <p:pic>
        <p:nvPicPr>
          <p:cNvPr id="17" name="Picture 16" descr="A cartoon of a house&#10;&#10;Description automatically generated">
            <a:extLst>
              <a:ext uri="{FF2B5EF4-FFF2-40B4-BE49-F238E27FC236}">
                <a16:creationId xmlns:a16="http://schemas.microsoft.com/office/drawing/2014/main" id="{6AB55F7B-12EB-A946-2E63-6617FFC72A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44" t="17245" r="7960" b="16821"/>
          <a:stretch/>
        </p:blipFill>
        <p:spPr>
          <a:xfrm>
            <a:off x="5645944" y="2231231"/>
            <a:ext cx="557211" cy="371475"/>
          </a:xfrm>
          <a:prstGeom prst="rect">
            <a:avLst/>
          </a:prstGeom>
        </p:spPr>
      </p:pic>
      <p:pic>
        <p:nvPicPr>
          <p:cNvPr id="19" name="Picture 18" descr="A cartoon of a house&#10;&#10;Description automatically generated">
            <a:extLst>
              <a:ext uri="{FF2B5EF4-FFF2-40B4-BE49-F238E27FC236}">
                <a16:creationId xmlns:a16="http://schemas.microsoft.com/office/drawing/2014/main" id="{6A9F4CB6-7949-51D5-45FD-47D3F8C965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89" t="16899" r="7416" b="17168"/>
          <a:stretch/>
        </p:blipFill>
        <p:spPr>
          <a:xfrm>
            <a:off x="6043620" y="3078956"/>
            <a:ext cx="557205" cy="371475"/>
          </a:xfrm>
          <a:prstGeom prst="rect">
            <a:avLst/>
          </a:prstGeom>
        </p:spPr>
      </p:pic>
      <p:pic>
        <p:nvPicPr>
          <p:cNvPr id="20" name="Picture 19" descr="A cartoon of a house&#10;&#10;Description automatically generated">
            <a:extLst>
              <a:ext uri="{FF2B5EF4-FFF2-40B4-BE49-F238E27FC236}">
                <a16:creationId xmlns:a16="http://schemas.microsoft.com/office/drawing/2014/main" id="{DA7567B6-BDBB-15A3-124F-1DE90D596B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6" t="17245" r="6699" b="16822"/>
          <a:stretch/>
        </p:blipFill>
        <p:spPr>
          <a:xfrm>
            <a:off x="7229477" y="2231231"/>
            <a:ext cx="557206" cy="371475"/>
          </a:xfrm>
          <a:prstGeom prst="rect">
            <a:avLst/>
          </a:prstGeom>
        </p:spPr>
      </p:pic>
      <p:pic>
        <p:nvPicPr>
          <p:cNvPr id="21" name="Picture 20" descr="A cartoon of a house&#10;&#10;Description automatically generated">
            <a:extLst>
              <a:ext uri="{FF2B5EF4-FFF2-40B4-BE49-F238E27FC236}">
                <a16:creationId xmlns:a16="http://schemas.microsoft.com/office/drawing/2014/main" id="{B3C44CDC-C38E-EC1E-E820-955943D215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12" t="16959" r="8493" b="15435"/>
          <a:stretch/>
        </p:blipFill>
        <p:spPr>
          <a:xfrm>
            <a:off x="7941473" y="2961133"/>
            <a:ext cx="557207" cy="380903"/>
          </a:xfrm>
          <a:prstGeom prst="rect">
            <a:avLst/>
          </a:prstGeom>
        </p:spPr>
      </p:pic>
      <p:pic>
        <p:nvPicPr>
          <p:cNvPr id="22" name="Picture 21" descr="A cartoon of a house&#10;&#10;Description automatically generated">
            <a:extLst>
              <a:ext uri="{FF2B5EF4-FFF2-40B4-BE49-F238E27FC236}">
                <a16:creationId xmlns:a16="http://schemas.microsoft.com/office/drawing/2014/main" id="{C87D861A-0C6D-88B7-E8C9-A9CD846054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79" t="16772" r="6125" b="17295"/>
          <a:stretch/>
        </p:blipFill>
        <p:spPr>
          <a:xfrm>
            <a:off x="6791333" y="3359944"/>
            <a:ext cx="557206" cy="371475"/>
          </a:xfrm>
          <a:prstGeom prst="rect">
            <a:avLst/>
          </a:prstGeom>
        </p:spPr>
      </p:pic>
      <p:pic>
        <p:nvPicPr>
          <p:cNvPr id="23" name="Picture 22" descr="A cartoon of a house&#10;&#10;Description automatically generated">
            <a:extLst>
              <a:ext uri="{FF2B5EF4-FFF2-40B4-BE49-F238E27FC236}">
                <a16:creationId xmlns:a16="http://schemas.microsoft.com/office/drawing/2014/main" id="{B72EBC92-C982-E842-89A8-1D54FE9C36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76" t="14110" r="7027" b="18284"/>
          <a:stretch/>
        </p:blipFill>
        <p:spPr>
          <a:xfrm>
            <a:off x="8394253" y="1897752"/>
            <a:ext cx="557212" cy="3809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7C9CF2-C017-5178-5714-0857AADFD94D}"/>
              </a:ext>
            </a:extLst>
          </p:cNvPr>
          <p:cNvSpPr txBox="1"/>
          <p:nvPr/>
        </p:nvSpPr>
        <p:spPr>
          <a:xfrm>
            <a:off x="1628986" y="5644393"/>
            <a:ext cx="8934027" cy="861774"/>
          </a:xfrm>
          <a:custGeom>
            <a:avLst/>
            <a:gdLst>
              <a:gd name="connsiteX0" fmla="*/ 0 w 8934027"/>
              <a:gd name="connsiteY0" fmla="*/ 0 h 861774"/>
              <a:gd name="connsiteX1" fmla="*/ 774282 w 8934027"/>
              <a:gd name="connsiteY1" fmla="*/ 0 h 861774"/>
              <a:gd name="connsiteX2" fmla="*/ 1548565 w 8934027"/>
              <a:gd name="connsiteY2" fmla="*/ 0 h 861774"/>
              <a:gd name="connsiteX3" fmla="*/ 2233507 w 8934027"/>
              <a:gd name="connsiteY3" fmla="*/ 0 h 861774"/>
              <a:gd name="connsiteX4" fmla="*/ 2829109 w 8934027"/>
              <a:gd name="connsiteY4" fmla="*/ 0 h 861774"/>
              <a:gd name="connsiteX5" fmla="*/ 3246030 w 8934027"/>
              <a:gd name="connsiteY5" fmla="*/ 0 h 861774"/>
              <a:gd name="connsiteX6" fmla="*/ 3662951 w 8934027"/>
              <a:gd name="connsiteY6" fmla="*/ 0 h 861774"/>
              <a:gd name="connsiteX7" fmla="*/ 4079872 w 8934027"/>
              <a:gd name="connsiteY7" fmla="*/ 0 h 861774"/>
              <a:gd name="connsiteX8" fmla="*/ 4854155 w 8934027"/>
              <a:gd name="connsiteY8" fmla="*/ 0 h 861774"/>
              <a:gd name="connsiteX9" fmla="*/ 5628437 w 8934027"/>
              <a:gd name="connsiteY9" fmla="*/ 0 h 861774"/>
              <a:gd name="connsiteX10" fmla="*/ 6045358 w 8934027"/>
              <a:gd name="connsiteY10" fmla="*/ 0 h 861774"/>
              <a:gd name="connsiteX11" fmla="*/ 6551620 w 8934027"/>
              <a:gd name="connsiteY11" fmla="*/ 0 h 861774"/>
              <a:gd name="connsiteX12" fmla="*/ 7236562 w 8934027"/>
              <a:gd name="connsiteY12" fmla="*/ 0 h 861774"/>
              <a:gd name="connsiteX13" fmla="*/ 7832164 w 8934027"/>
              <a:gd name="connsiteY13" fmla="*/ 0 h 861774"/>
              <a:gd name="connsiteX14" fmla="*/ 8249085 w 8934027"/>
              <a:gd name="connsiteY14" fmla="*/ 0 h 861774"/>
              <a:gd name="connsiteX15" fmla="*/ 8934027 w 8934027"/>
              <a:gd name="connsiteY15" fmla="*/ 0 h 861774"/>
              <a:gd name="connsiteX16" fmla="*/ 8934027 w 8934027"/>
              <a:gd name="connsiteY16" fmla="*/ 448122 h 861774"/>
              <a:gd name="connsiteX17" fmla="*/ 8934027 w 8934027"/>
              <a:gd name="connsiteY17" fmla="*/ 861774 h 861774"/>
              <a:gd name="connsiteX18" fmla="*/ 8159745 w 8934027"/>
              <a:gd name="connsiteY18" fmla="*/ 861774 h 861774"/>
              <a:gd name="connsiteX19" fmla="*/ 7653483 w 8934027"/>
              <a:gd name="connsiteY19" fmla="*/ 861774 h 861774"/>
              <a:gd name="connsiteX20" fmla="*/ 7057881 w 8934027"/>
              <a:gd name="connsiteY20" fmla="*/ 861774 h 861774"/>
              <a:gd name="connsiteX21" fmla="*/ 6372939 w 8934027"/>
              <a:gd name="connsiteY21" fmla="*/ 861774 h 861774"/>
              <a:gd name="connsiteX22" fmla="*/ 5598657 w 8934027"/>
              <a:gd name="connsiteY22" fmla="*/ 861774 h 861774"/>
              <a:gd name="connsiteX23" fmla="*/ 5003055 w 8934027"/>
              <a:gd name="connsiteY23" fmla="*/ 861774 h 861774"/>
              <a:gd name="connsiteX24" fmla="*/ 4675474 w 8934027"/>
              <a:gd name="connsiteY24" fmla="*/ 861774 h 861774"/>
              <a:gd name="connsiteX25" fmla="*/ 4347893 w 8934027"/>
              <a:gd name="connsiteY25" fmla="*/ 861774 h 861774"/>
              <a:gd name="connsiteX26" fmla="*/ 3573611 w 8934027"/>
              <a:gd name="connsiteY26" fmla="*/ 861774 h 861774"/>
              <a:gd name="connsiteX27" fmla="*/ 3067349 w 8934027"/>
              <a:gd name="connsiteY27" fmla="*/ 861774 h 861774"/>
              <a:gd name="connsiteX28" fmla="*/ 2471747 w 8934027"/>
              <a:gd name="connsiteY28" fmla="*/ 861774 h 861774"/>
              <a:gd name="connsiteX29" fmla="*/ 2054826 w 8934027"/>
              <a:gd name="connsiteY29" fmla="*/ 861774 h 861774"/>
              <a:gd name="connsiteX30" fmla="*/ 1727245 w 8934027"/>
              <a:gd name="connsiteY30" fmla="*/ 861774 h 861774"/>
              <a:gd name="connsiteX31" fmla="*/ 1310324 w 8934027"/>
              <a:gd name="connsiteY31" fmla="*/ 861774 h 861774"/>
              <a:gd name="connsiteX32" fmla="*/ 714722 w 8934027"/>
              <a:gd name="connsiteY32" fmla="*/ 861774 h 861774"/>
              <a:gd name="connsiteX33" fmla="*/ 0 w 8934027"/>
              <a:gd name="connsiteY33" fmla="*/ 861774 h 861774"/>
              <a:gd name="connsiteX34" fmla="*/ 0 w 8934027"/>
              <a:gd name="connsiteY34" fmla="*/ 413652 h 861774"/>
              <a:gd name="connsiteX35" fmla="*/ 0 w 8934027"/>
              <a:gd name="connsiteY35" fmla="*/ 0 h 861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34027" h="861774" extrusionOk="0">
                <a:moveTo>
                  <a:pt x="0" y="0"/>
                </a:moveTo>
                <a:cubicBezTo>
                  <a:pt x="248960" y="-72825"/>
                  <a:pt x="469809" y="83591"/>
                  <a:pt x="774282" y="0"/>
                </a:cubicBezTo>
                <a:cubicBezTo>
                  <a:pt x="1078755" y="-83591"/>
                  <a:pt x="1199867" y="23505"/>
                  <a:pt x="1548565" y="0"/>
                </a:cubicBezTo>
                <a:cubicBezTo>
                  <a:pt x="1897263" y="-23505"/>
                  <a:pt x="2015577" y="60883"/>
                  <a:pt x="2233507" y="0"/>
                </a:cubicBezTo>
                <a:cubicBezTo>
                  <a:pt x="2451437" y="-60883"/>
                  <a:pt x="2652773" y="64829"/>
                  <a:pt x="2829109" y="0"/>
                </a:cubicBezTo>
                <a:cubicBezTo>
                  <a:pt x="3005445" y="-64829"/>
                  <a:pt x="3051470" y="2525"/>
                  <a:pt x="3246030" y="0"/>
                </a:cubicBezTo>
                <a:cubicBezTo>
                  <a:pt x="3440590" y="-2525"/>
                  <a:pt x="3467285" y="23974"/>
                  <a:pt x="3662951" y="0"/>
                </a:cubicBezTo>
                <a:cubicBezTo>
                  <a:pt x="3858617" y="-23974"/>
                  <a:pt x="3920289" y="24567"/>
                  <a:pt x="4079872" y="0"/>
                </a:cubicBezTo>
                <a:cubicBezTo>
                  <a:pt x="4239455" y="-24567"/>
                  <a:pt x="4509059" y="29683"/>
                  <a:pt x="4854155" y="0"/>
                </a:cubicBezTo>
                <a:cubicBezTo>
                  <a:pt x="5199251" y="-29683"/>
                  <a:pt x="5357974" y="46397"/>
                  <a:pt x="5628437" y="0"/>
                </a:cubicBezTo>
                <a:cubicBezTo>
                  <a:pt x="5898900" y="-46397"/>
                  <a:pt x="5892667" y="14294"/>
                  <a:pt x="6045358" y="0"/>
                </a:cubicBezTo>
                <a:cubicBezTo>
                  <a:pt x="6198049" y="-14294"/>
                  <a:pt x="6384432" y="32912"/>
                  <a:pt x="6551620" y="0"/>
                </a:cubicBezTo>
                <a:cubicBezTo>
                  <a:pt x="6718808" y="-32912"/>
                  <a:pt x="7050468" y="59974"/>
                  <a:pt x="7236562" y="0"/>
                </a:cubicBezTo>
                <a:cubicBezTo>
                  <a:pt x="7422656" y="-59974"/>
                  <a:pt x="7537689" y="32695"/>
                  <a:pt x="7832164" y="0"/>
                </a:cubicBezTo>
                <a:cubicBezTo>
                  <a:pt x="8126639" y="-32695"/>
                  <a:pt x="8121502" y="43804"/>
                  <a:pt x="8249085" y="0"/>
                </a:cubicBezTo>
                <a:cubicBezTo>
                  <a:pt x="8376668" y="-43804"/>
                  <a:pt x="8674967" y="25821"/>
                  <a:pt x="8934027" y="0"/>
                </a:cubicBezTo>
                <a:cubicBezTo>
                  <a:pt x="8968528" y="186166"/>
                  <a:pt x="8895994" y="333137"/>
                  <a:pt x="8934027" y="448122"/>
                </a:cubicBezTo>
                <a:cubicBezTo>
                  <a:pt x="8972060" y="563107"/>
                  <a:pt x="8887313" y="696102"/>
                  <a:pt x="8934027" y="861774"/>
                </a:cubicBezTo>
                <a:cubicBezTo>
                  <a:pt x="8730948" y="951529"/>
                  <a:pt x="8488712" y="859419"/>
                  <a:pt x="8159745" y="861774"/>
                </a:cubicBezTo>
                <a:cubicBezTo>
                  <a:pt x="7830778" y="864129"/>
                  <a:pt x="7893480" y="835254"/>
                  <a:pt x="7653483" y="861774"/>
                </a:cubicBezTo>
                <a:cubicBezTo>
                  <a:pt x="7413486" y="888294"/>
                  <a:pt x="7331910" y="853726"/>
                  <a:pt x="7057881" y="861774"/>
                </a:cubicBezTo>
                <a:cubicBezTo>
                  <a:pt x="6783852" y="869822"/>
                  <a:pt x="6645195" y="837571"/>
                  <a:pt x="6372939" y="861774"/>
                </a:cubicBezTo>
                <a:cubicBezTo>
                  <a:pt x="6100683" y="885977"/>
                  <a:pt x="5883525" y="859673"/>
                  <a:pt x="5598657" y="861774"/>
                </a:cubicBezTo>
                <a:cubicBezTo>
                  <a:pt x="5313789" y="863875"/>
                  <a:pt x="5203208" y="801764"/>
                  <a:pt x="5003055" y="861774"/>
                </a:cubicBezTo>
                <a:cubicBezTo>
                  <a:pt x="4802902" y="921784"/>
                  <a:pt x="4837854" y="832055"/>
                  <a:pt x="4675474" y="861774"/>
                </a:cubicBezTo>
                <a:cubicBezTo>
                  <a:pt x="4513094" y="891493"/>
                  <a:pt x="4434695" y="831098"/>
                  <a:pt x="4347893" y="861774"/>
                </a:cubicBezTo>
                <a:cubicBezTo>
                  <a:pt x="4261091" y="892450"/>
                  <a:pt x="3865505" y="783668"/>
                  <a:pt x="3573611" y="861774"/>
                </a:cubicBezTo>
                <a:cubicBezTo>
                  <a:pt x="3281717" y="939880"/>
                  <a:pt x="3225475" y="861116"/>
                  <a:pt x="3067349" y="861774"/>
                </a:cubicBezTo>
                <a:cubicBezTo>
                  <a:pt x="2909223" y="862432"/>
                  <a:pt x="2672818" y="821445"/>
                  <a:pt x="2471747" y="861774"/>
                </a:cubicBezTo>
                <a:cubicBezTo>
                  <a:pt x="2270676" y="902103"/>
                  <a:pt x="2202297" y="853561"/>
                  <a:pt x="2054826" y="861774"/>
                </a:cubicBezTo>
                <a:cubicBezTo>
                  <a:pt x="1907355" y="869987"/>
                  <a:pt x="1888603" y="823652"/>
                  <a:pt x="1727245" y="861774"/>
                </a:cubicBezTo>
                <a:cubicBezTo>
                  <a:pt x="1565887" y="899896"/>
                  <a:pt x="1514560" y="847582"/>
                  <a:pt x="1310324" y="861774"/>
                </a:cubicBezTo>
                <a:cubicBezTo>
                  <a:pt x="1106088" y="875966"/>
                  <a:pt x="932671" y="836674"/>
                  <a:pt x="714722" y="861774"/>
                </a:cubicBezTo>
                <a:cubicBezTo>
                  <a:pt x="496773" y="886874"/>
                  <a:pt x="274453" y="777909"/>
                  <a:pt x="0" y="861774"/>
                </a:cubicBezTo>
                <a:cubicBezTo>
                  <a:pt x="-4197" y="671166"/>
                  <a:pt x="23170" y="582362"/>
                  <a:pt x="0" y="413652"/>
                </a:cubicBezTo>
                <a:cubicBezTo>
                  <a:pt x="-23170" y="244942"/>
                  <a:pt x="19080" y="101269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37069269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PH" sz="2500" dirty="0"/>
              <a:t>For two-dimensional data, we need to get the variance of the </a:t>
            </a:r>
            <a:r>
              <a:rPr lang="en-PH" sz="2500" b="1" dirty="0"/>
              <a:t>x-axis</a:t>
            </a:r>
            <a:r>
              <a:rPr lang="en-PH" sz="2500" dirty="0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387663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22222E-6 L 2.5E-6 0.2592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963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81481E-6 L 2.5E-6 0.3669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333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4.07407E-6 L 4.16667E-7 0.24236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106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3.7037E-7 L -0.00013 0.20231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10116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4.81481E-6 L -0.00027 0.366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18333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7.40741E-7 L 1.25E-6 0.26065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03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1.85185E-6 L 0.00221 0.41296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20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90E6DBA-111F-E1BA-1210-4D8C8D24E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06AD0EF-A0F6-B42A-B5C5-70D20CEC5359}"/>
              </a:ext>
            </a:extLst>
          </p:cNvPr>
          <p:cNvCxnSpPr>
            <a:cxnSpLocks/>
          </p:cNvCxnSpPr>
          <p:nvPr/>
        </p:nvCxnSpPr>
        <p:spPr>
          <a:xfrm flipV="1">
            <a:off x="2897634" y="1610592"/>
            <a:ext cx="0" cy="337947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8" name="Picture 17" descr="A cartoon of a house&#10;&#10;Description automatically generated">
            <a:extLst>
              <a:ext uri="{FF2B5EF4-FFF2-40B4-BE49-F238E27FC236}">
                <a16:creationId xmlns:a16="http://schemas.microsoft.com/office/drawing/2014/main" id="{55F0334F-636F-1523-15C1-BEC332EEC7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83" t="17583" r="9752" b="15435"/>
          <a:stretch/>
        </p:blipFill>
        <p:spPr>
          <a:xfrm>
            <a:off x="4745080" y="2964656"/>
            <a:ext cx="531769" cy="377380"/>
          </a:xfrm>
          <a:prstGeom prst="rect">
            <a:avLst/>
          </a:prstGeom>
        </p:spPr>
      </p:pic>
      <p:pic>
        <p:nvPicPr>
          <p:cNvPr id="50" name="Picture 49" descr="A cartoon of a house&#10;&#10;Description automatically generated">
            <a:extLst>
              <a:ext uri="{FF2B5EF4-FFF2-40B4-BE49-F238E27FC236}">
                <a16:creationId xmlns:a16="http://schemas.microsoft.com/office/drawing/2014/main" id="{59CBE193-96F2-6B39-8342-57B1461583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44" t="17245" r="7960" b="16821"/>
          <a:stretch/>
        </p:blipFill>
        <p:spPr>
          <a:xfrm>
            <a:off x="5645944" y="2231231"/>
            <a:ext cx="557211" cy="371475"/>
          </a:xfrm>
          <a:prstGeom prst="rect">
            <a:avLst/>
          </a:prstGeom>
        </p:spPr>
      </p:pic>
      <p:pic>
        <p:nvPicPr>
          <p:cNvPr id="51" name="Picture 50" descr="A cartoon of a house&#10;&#10;Description automatically generated">
            <a:extLst>
              <a:ext uri="{FF2B5EF4-FFF2-40B4-BE49-F238E27FC236}">
                <a16:creationId xmlns:a16="http://schemas.microsoft.com/office/drawing/2014/main" id="{9A976CA3-480A-91AD-19CB-F4DA4E9D4C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89" t="16899" r="7416" b="17168"/>
          <a:stretch/>
        </p:blipFill>
        <p:spPr>
          <a:xfrm>
            <a:off x="6043620" y="3078956"/>
            <a:ext cx="557205" cy="371475"/>
          </a:xfrm>
          <a:prstGeom prst="rect">
            <a:avLst/>
          </a:prstGeom>
        </p:spPr>
      </p:pic>
      <p:pic>
        <p:nvPicPr>
          <p:cNvPr id="52" name="Picture 51" descr="A cartoon of a house&#10;&#10;Description automatically generated">
            <a:extLst>
              <a:ext uri="{FF2B5EF4-FFF2-40B4-BE49-F238E27FC236}">
                <a16:creationId xmlns:a16="http://schemas.microsoft.com/office/drawing/2014/main" id="{915F10F7-80F1-2B05-E39B-2A7FF5F46B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6" t="17245" r="6699" b="16822"/>
          <a:stretch/>
        </p:blipFill>
        <p:spPr>
          <a:xfrm>
            <a:off x="7229477" y="2231231"/>
            <a:ext cx="557206" cy="371475"/>
          </a:xfrm>
          <a:prstGeom prst="rect">
            <a:avLst/>
          </a:prstGeom>
        </p:spPr>
      </p:pic>
      <p:pic>
        <p:nvPicPr>
          <p:cNvPr id="69" name="Picture 68" descr="A cartoon of a house&#10;&#10;Description automatically generated">
            <a:extLst>
              <a:ext uri="{FF2B5EF4-FFF2-40B4-BE49-F238E27FC236}">
                <a16:creationId xmlns:a16="http://schemas.microsoft.com/office/drawing/2014/main" id="{BB16D30E-8328-2FAF-26F1-7D76ABA246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12" t="16959" r="8493" b="15435"/>
          <a:stretch/>
        </p:blipFill>
        <p:spPr>
          <a:xfrm>
            <a:off x="7941473" y="2961133"/>
            <a:ext cx="557207" cy="380903"/>
          </a:xfrm>
          <a:prstGeom prst="rect">
            <a:avLst/>
          </a:prstGeom>
        </p:spPr>
      </p:pic>
      <p:pic>
        <p:nvPicPr>
          <p:cNvPr id="70" name="Picture 69" descr="A cartoon of a house&#10;&#10;Description automatically generated">
            <a:extLst>
              <a:ext uri="{FF2B5EF4-FFF2-40B4-BE49-F238E27FC236}">
                <a16:creationId xmlns:a16="http://schemas.microsoft.com/office/drawing/2014/main" id="{FB691D04-AA40-1EFF-44BA-3821CFC3F4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79" t="16772" r="6125" b="17295"/>
          <a:stretch/>
        </p:blipFill>
        <p:spPr>
          <a:xfrm>
            <a:off x="6791333" y="3359944"/>
            <a:ext cx="557206" cy="371475"/>
          </a:xfrm>
          <a:prstGeom prst="rect">
            <a:avLst/>
          </a:prstGeom>
        </p:spPr>
      </p:pic>
      <p:pic>
        <p:nvPicPr>
          <p:cNvPr id="71" name="Picture 70" descr="A cartoon of a house&#10;&#10;Description automatically generated">
            <a:extLst>
              <a:ext uri="{FF2B5EF4-FFF2-40B4-BE49-F238E27FC236}">
                <a16:creationId xmlns:a16="http://schemas.microsoft.com/office/drawing/2014/main" id="{ED7AD9C3-CE1C-EF8D-EE6D-51E38BBE83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76" t="14110" r="7027" b="18284"/>
          <a:stretch/>
        </p:blipFill>
        <p:spPr>
          <a:xfrm>
            <a:off x="8394253" y="1897752"/>
            <a:ext cx="557212" cy="380903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6737F52-F7EE-CB1D-6049-CADBB636AC12}"/>
              </a:ext>
            </a:extLst>
          </p:cNvPr>
          <p:cNvCxnSpPr>
            <a:cxnSpLocks/>
          </p:cNvCxnSpPr>
          <p:nvPr/>
        </p:nvCxnSpPr>
        <p:spPr>
          <a:xfrm>
            <a:off x="2897634" y="4960248"/>
            <a:ext cx="6840726" cy="2981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2" descr="A cartoon of a house&#10;&#10;Description automatically generated">
            <a:extLst>
              <a:ext uri="{FF2B5EF4-FFF2-40B4-BE49-F238E27FC236}">
                <a16:creationId xmlns:a16="http://schemas.microsoft.com/office/drawing/2014/main" id="{063ED36E-F4B6-ABC7-B6E2-F84FCE612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453" y="2865589"/>
            <a:ext cx="664167" cy="563411"/>
          </a:xfrm>
          <a:prstGeom prst="rect">
            <a:avLst/>
          </a:prstGeom>
        </p:spPr>
      </p:pic>
      <p:pic>
        <p:nvPicPr>
          <p:cNvPr id="4" name="Picture 3" descr="A cartoon of a house&#10;&#10;Description automatically generated">
            <a:extLst>
              <a:ext uri="{FF2B5EF4-FFF2-40B4-BE49-F238E27FC236}">
                <a16:creationId xmlns:a16="http://schemas.microsoft.com/office/drawing/2014/main" id="{79878691-E9BD-0A1E-382A-11F4AEBA3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853" y="2134069"/>
            <a:ext cx="664167" cy="563411"/>
          </a:xfrm>
          <a:prstGeom prst="rect">
            <a:avLst/>
          </a:prstGeom>
        </p:spPr>
      </p:pic>
      <p:pic>
        <p:nvPicPr>
          <p:cNvPr id="5" name="Picture 4" descr="A cartoon of a house&#10;&#10;Description automatically generated">
            <a:extLst>
              <a:ext uri="{FF2B5EF4-FFF2-40B4-BE49-F238E27FC236}">
                <a16:creationId xmlns:a16="http://schemas.microsoft.com/office/drawing/2014/main" id="{744AD8A4-35A4-A8C5-B904-9F38873E3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914" y="2983747"/>
            <a:ext cx="664167" cy="563411"/>
          </a:xfrm>
          <a:prstGeom prst="rect">
            <a:avLst/>
          </a:prstGeom>
        </p:spPr>
      </p:pic>
      <p:pic>
        <p:nvPicPr>
          <p:cNvPr id="7" name="Picture 6" descr="A cartoon of a house&#10;&#10;Description automatically generated">
            <a:extLst>
              <a:ext uri="{FF2B5EF4-FFF2-40B4-BE49-F238E27FC236}">
                <a16:creationId xmlns:a16="http://schemas.microsoft.com/office/drawing/2014/main" id="{9247AA7E-E1C5-9C96-F5AF-8D0A42F62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014" y="2134068"/>
            <a:ext cx="664167" cy="563411"/>
          </a:xfrm>
          <a:prstGeom prst="rect">
            <a:avLst/>
          </a:prstGeom>
        </p:spPr>
      </p:pic>
      <p:pic>
        <p:nvPicPr>
          <p:cNvPr id="9" name="Picture 8" descr="A cartoon of a house&#10;&#10;Description automatically generated">
            <a:extLst>
              <a:ext uri="{FF2B5EF4-FFF2-40B4-BE49-F238E27FC236}">
                <a16:creationId xmlns:a16="http://schemas.microsoft.com/office/drawing/2014/main" id="{42C73A9B-BACC-8583-2E47-643BB72B9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0914" y="2865589"/>
            <a:ext cx="664167" cy="563411"/>
          </a:xfrm>
          <a:prstGeom prst="rect">
            <a:avLst/>
          </a:prstGeom>
        </p:spPr>
      </p:pic>
      <p:pic>
        <p:nvPicPr>
          <p:cNvPr id="10" name="Picture 9" descr="A cartoon of a house&#10;&#10;Description automatically generated">
            <a:extLst>
              <a:ext uri="{FF2B5EF4-FFF2-40B4-BE49-F238E27FC236}">
                <a16:creationId xmlns:a16="http://schemas.microsoft.com/office/drawing/2014/main" id="{009F0BFD-589A-51B2-6BDB-BC31B1BBB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054" y="3265452"/>
            <a:ext cx="664167" cy="563411"/>
          </a:xfrm>
          <a:prstGeom prst="rect">
            <a:avLst/>
          </a:prstGeom>
        </p:spPr>
      </p:pic>
      <p:pic>
        <p:nvPicPr>
          <p:cNvPr id="11" name="Picture 10" descr="A cartoon of a house&#10;&#10;Description automatically generated">
            <a:extLst>
              <a:ext uri="{FF2B5EF4-FFF2-40B4-BE49-F238E27FC236}">
                <a16:creationId xmlns:a16="http://schemas.microsoft.com/office/drawing/2014/main" id="{9E35CCE4-73D6-35FA-E8E5-F2516B3C7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3970" y="1818260"/>
            <a:ext cx="664167" cy="563411"/>
          </a:xfrm>
          <a:prstGeom prst="rect">
            <a:avLst/>
          </a:prstGeom>
        </p:spPr>
      </p:pic>
      <p:pic>
        <p:nvPicPr>
          <p:cNvPr id="6" name="Picture 5" descr="A cartoon of a house&#10;&#10;Description automatically generated">
            <a:extLst>
              <a:ext uri="{FF2B5EF4-FFF2-40B4-BE49-F238E27FC236}">
                <a16:creationId xmlns:a16="http://schemas.microsoft.com/office/drawing/2014/main" id="{453A1836-1635-BF88-22D6-8306628991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83" t="17583" r="9752" b="15435"/>
          <a:stretch/>
        </p:blipFill>
        <p:spPr>
          <a:xfrm>
            <a:off x="4745079" y="4771558"/>
            <a:ext cx="531769" cy="377380"/>
          </a:xfrm>
          <a:prstGeom prst="rect">
            <a:avLst/>
          </a:prstGeom>
        </p:spPr>
      </p:pic>
      <p:pic>
        <p:nvPicPr>
          <p:cNvPr id="12" name="Picture 11" descr="A cartoon of a house&#10;&#10;Description automatically generated">
            <a:extLst>
              <a:ext uri="{FF2B5EF4-FFF2-40B4-BE49-F238E27FC236}">
                <a16:creationId xmlns:a16="http://schemas.microsoft.com/office/drawing/2014/main" id="{B53601E3-4126-3E76-5694-4B7A2EA36A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44" t="17245" r="7960" b="16821"/>
          <a:stretch/>
        </p:blipFill>
        <p:spPr>
          <a:xfrm>
            <a:off x="5645943" y="4771558"/>
            <a:ext cx="557211" cy="371475"/>
          </a:xfrm>
          <a:prstGeom prst="rect">
            <a:avLst/>
          </a:prstGeom>
        </p:spPr>
      </p:pic>
      <p:pic>
        <p:nvPicPr>
          <p:cNvPr id="13" name="Picture 12" descr="A cartoon of a house&#10;&#10;Description automatically generated">
            <a:extLst>
              <a:ext uri="{FF2B5EF4-FFF2-40B4-BE49-F238E27FC236}">
                <a16:creationId xmlns:a16="http://schemas.microsoft.com/office/drawing/2014/main" id="{D0483495-3254-A1AE-78E8-FD238324F4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89" t="16899" r="7416" b="17168"/>
          <a:stretch/>
        </p:blipFill>
        <p:spPr>
          <a:xfrm>
            <a:off x="6043620" y="4771558"/>
            <a:ext cx="557205" cy="371475"/>
          </a:xfrm>
          <a:prstGeom prst="rect">
            <a:avLst/>
          </a:prstGeom>
        </p:spPr>
      </p:pic>
      <p:pic>
        <p:nvPicPr>
          <p:cNvPr id="14" name="Picture 13" descr="A cartoon of a house&#10;&#10;Description automatically generated">
            <a:extLst>
              <a:ext uri="{FF2B5EF4-FFF2-40B4-BE49-F238E27FC236}">
                <a16:creationId xmlns:a16="http://schemas.microsoft.com/office/drawing/2014/main" id="{73A7E8A0-020B-FEAE-829C-3268348C37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79" t="16772" r="6125" b="17295"/>
          <a:stretch/>
        </p:blipFill>
        <p:spPr>
          <a:xfrm>
            <a:off x="6791333" y="4771557"/>
            <a:ext cx="557206" cy="371475"/>
          </a:xfrm>
          <a:prstGeom prst="rect">
            <a:avLst/>
          </a:prstGeom>
        </p:spPr>
      </p:pic>
      <p:pic>
        <p:nvPicPr>
          <p:cNvPr id="15" name="Picture 14" descr="A cartoon of a house&#10;&#10;Description automatically generated">
            <a:extLst>
              <a:ext uri="{FF2B5EF4-FFF2-40B4-BE49-F238E27FC236}">
                <a16:creationId xmlns:a16="http://schemas.microsoft.com/office/drawing/2014/main" id="{A3FBF643-FE48-D3BF-98FF-34373F4392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6" t="17245" r="6699" b="16822"/>
          <a:stretch/>
        </p:blipFill>
        <p:spPr>
          <a:xfrm>
            <a:off x="7229477" y="4771557"/>
            <a:ext cx="557206" cy="371475"/>
          </a:xfrm>
          <a:prstGeom prst="rect">
            <a:avLst/>
          </a:prstGeom>
        </p:spPr>
      </p:pic>
      <p:pic>
        <p:nvPicPr>
          <p:cNvPr id="16" name="Picture 15" descr="A cartoon of a house&#10;&#10;Description automatically generated">
            <a:extLst>
              <a:ext uri="{FF2B5EF4-FFF2-40B4-BE49-F238E27FC236}">
                <a16:creationId xmlns:a16="http://schemas.microsoft.com/office/drawing/2014/main" id="{2DE9DCE1-7A6A-DF7E-DA37-75094E6E8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12" t="16959" r="8493" b="15435"/>
          <a:stretch/>
        </p:blipFill>
        <p:spPr>
          <a:xfrm>
            <a:off x="7941473" y="4762129"/>
            <a:ext cx="557207" cy="380903"/>
          </a:xfrm>
          <a:prstGeom prst="rect">
            <a:avLst/>
          </a:prstGeom>
        </p:spPr>
      </p:pic>
      <p:pic>
        <p:nvPicPr>
          <p:cNvPr id="17" name="Picture 16" descr="A cartoon of a house&#10;&#10;Description automatically generated">
            <a:extLst>
              <a:ext uri="{FF2B5EF4-FFF2-40B4-BE49-F238E27FC236}">
                <a16:creationId xmlns:a16="http://schemas.microsoft.com/office/drawing/2014/main" id="{51048E0A-9C3C-6B36-8457-A388BBA924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76" t="14110" r="7027" b="18284"/>
          <a:stretch/>
        </p:blipFill>
        <p:spPr>
          <a:xfrm>
            <a:off x="8394253" y="4762128"/>
            <a:ext cx="557212" cy="38090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60E3F0C-CCA4-4B1C-C1E1-8327459B690B}"/>
              </a:ext>
            </a:extLst>
          </p:cNvPr>
          <p:cNvSpPr txBox="1"/>
          <p:nvPr/>
        </p:nvSpPr>
        <p:spPr>
          <a:xfrm>
            <a:off x="1628986" y="5644393"/>
            <a:ext cx="8934027" cy="477054"/>
          </a:xfrm>
          <a:custGeom>
            <a:avLst/>
            <a:gdLst>
              <a:gd name="connsiteX0" fmla="*/ 0 w 8934027"/>
              <a:gd name="connsiteY0" fmla="*/ 0 h 477054"/>
              <a:gd name="connsiteX1" fmla="*/ 774282 w 8934027"/>
              <a:gd name="connsiteY1" fmla="*/ 0 h 477054"/>
              <a:gd name="connsiteX2" fmla="*/ 1548565 w 8934027"/>
              <a:gd name="connsiteY2" fmla="*/ 0 h 477054"/>
              <a:gd name="connsiteX3" fmla="*/ 2233507 w 8934027"/>
              <a:gd name="connsiteY3" fmla="*/ 0 h 477054"/>
              <a:gd name="connsiteX4" fmla="*/ 2829109 w 8934027"/>
              <a:gd name="connsiteY4" fmla="*/ 0 h 477054"/>
              <a:gd name="connsiteX5" fmla="*/ 3246030 w 8934027"/>
              <a:gd name="connsiteY5" fmla="*/ 0 h 477054"/>
              <a:gd name="connsiteX6" fmla="*/ 3662951 w 8934027"/>
              <a:gd name="connsiteY6" fmla="*/ 0 h 477054"/>
              <a:gd name="connsiteX7" fmla="*/ 4079872 w 8934027"/>
              <a:gd name="connsiteY7" fmla="*/ 0 h 477054"/>
              <a:gd name="connsiteX8" fmla="*/ 4854155 w 8934027"/>
              <a:gd name="connsiteY8" fmla="*/ 0 h 477054"/>
              <a:gd name="connsiteX9" fmla="*/ 5628437 w 8934027"/>
              <a:gd name="connsiteY9" fmla="*/ 0 h 477054"/>
              <a:gd name="connsiteX10" fmla="*/ 6045358 w 8934027"/>
              <a:gd name="connsiteY10" fmla="*/ 0 h 477054"/>
              <a:gd name="connsiteX11" fmla="*/ 6551620 w 8934027"/>
              <a:gd name="connsiteY11" fmla="*/ 0 h 477054"/>
              <a:gd name="connsiteX12" fmla="*/ 7236562 w 8934027"/>
              <a:gd name="connsiteY12" fmla="*/ 0 h 477054"/>
              <a:gd name="connsiteX13" fmla="*/ 7832164 w 8934027"/>
              <a:gd name="connsiteY13" fmla="*/ 0 h 477054"/>
              <a:gd name="connsiteX14" fmla="*/ 8249085 w 8934027"/>
              <a:gd name="connsiteY14" fmla="*/ 0 h 477054"/>
              <a:gd name="connsiteX15" fmla="*/ 8934027 w 8934027"/>
              <a:gd name="connsiteY15" fmla="*/ 0 h 477054"/>
              <a:gd name="connsiteX16" fmla="*/ 8934027 w 8934027"/>
              <a:gd name="connsiteY16" fmla="*/ 477054 h 477054"/>
              <a:gd name="connsiteX17" fmla="*/ 8338425 w 8934027"/>
              <a:gd name="connsiteY17" fmla="*/ 477054 h 477054"/>
              <a:gd name="connsiteX18" fmla="*/ 7653483 w 8934027"/>
              <a:gd name="connsiteY18" fmla="*/ 477054 h 477054"/>
              <a:gd name="connsiteX19" fmla="*/ 7147222 w 8934027"/>
              <a:gd name="connsiteY19" fmla="*/ 477054 h 477054"/>
              <a:gd name="connsiteX20" fmla="*/ 6551620 w 8934027"/>
              <a:gd name="connsiteY20" fmla="*/ 477054 h 477054"/>
              <a:gd name="connsiteX21" fmla="*/ 5866678 w 8934027"/>
              <a:gd name="connsiteY21" fmla="*/ 477054 h 477054"/>
              <a:gd name="connsiteX22" fmla="*/ 5092395 w 8934027"/>
              <a:gd name="connsiteY22" fmla="*/ 477054 h 477054"/>
              <a:gd name="connsiteX23" fmla="*/ 4496794 w 8934027"/>
              <a:gd name="connsiteY23" fmla="*/ 477054 h 477054"/>
              <a:gd name="connsiteX24" fmla="*/ 4169213 w 8934027"/>
              <a:gd name="connsiteY24" fmla="*/ 477054 h 477054"/>
              <a:gd name="connsiteX25" fmla="*/ 3841632 w 8934027"/>
              <a:gd name="connsiteY25" fmla="*/ 477054 h 477054"/>
              <a:gd name="connsiteX26" fmla="*/ 3067349 w 8934027"/>
              <a:gd name="connsiteY26" fmla="*/ 477054 h 477054"/>
              <a:gd name="connsiteX27" fmla="*/ 2561088 w 8934027"/>
              <a:gd name="connsiteY27" fmla="*/ 477054 h 477054"/>
              <a:gd name="connsiteX28" fmla="*/ 1965486 w 8934027"/>
              <a:gd name="connsiteY28" fmla="*/ 477054 h 477054"/>
              <a:gd name="connsiteX29" fmla="*/ 1548565 w 8934027"/>
              <a:gd name="connsiteY29" fmla="*/ 477054 h 477054"/>
              <a:gd name="connsiteX30" fmla="*/ 1220984 w 8934027"/>
              <a:gd name="connsiteY30" fmla="*/ 477054 h 477054"/>
              <a:gd name="connsiteX31" fmla="*/ 804062 w 8934027"/>
              <a:gd name="connsiteY31" fmla="*/ 477054 h 477054"/>
              <a:gd name="connsiteX32" fmla="*/ 0 w 8934027"/>
              <a:gd name="connsiteY32" fmla="*/ 477054 h 477054"/>
              <a:gd name="connsiteX33" fmla="*/ 0 w 8934027"/>
              <a:gd name="connsiteY33" fmla="*/ 0 h 477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934027" h="477054" extrusionOk="0">
                <a:moveTo>
                  <a:pt x="0" y="0"/>
                </a:moveTo>
                <a:cubicBezTo>
                  <a:pt x="248960" y="-72825"/>
                  <a:pt x="469809" y="83591"/>
                  <a:pt x="774282" y="0"/>
                </a:cubicBezTo>
                <a:cubicBezTo>
                  <a:pt x="1078755" y="-83591"/>
                  <a:pt x="1199867" y="23505"/>
                  <a:pt x="1548565" y="0"/>
                </a:cubicBezTo>
                <a:cubicBezTo>
                  <a:pt x="1897263" y="-23505"/>
                  <a:pt x="2015577" y="60883"/>
                  <a:pt x="2233507" y="0"/>
                </a:cubicBezTo>
                <a:cubicBezTo>
                  <a:pt x="2451437" y="-60883"/>
                  <a:pt x="2652773" y="64829"/>
                  <a:pt x="2829109" y="0"/>
                </a:cubicBezTo>
                <a:cubicBezTo>
                  <a:pt x="3005445" y="-64829"/>
                  <a:pt x="3051470" y="2525"/>
                  <a:pt x="3246030" y="0"/>
                </a:cubicBezTo>
                <a:cubicBezTo>
                  <a:pt x="3440590" y="-2525"/>
                  <a:pt x="3467285" y="23974"/>
                  <a:pt x="3662951" y="0"/>
                </a:cubicBezTo>
                <a:cubicBezTo>
                  <a:pt x="3858617" y="-23974"/>
                  <a:pt x="3920289" y="24567"/>
                  <a:pt x="4079872" y="0"/>
                </a:cubicBezTo>
                <a:cubicBezTo>
                  <a:pt x="4239455" y="-24567"/>
                  <a:pt x="4509059" y="29683"/>
                  <a:pt x="4854155" y="0"/>
                </a:cubicBezTo>
                <a:cubicBezTo>
                  <a:pt x="5199251" y="-29683"/>
                  <a:pt x="5357974" y="46397"/>
                  <a:pt x="5628437" y="0"/>
                </a:cubicBezTo>
                <a:cubicBezTo>
                  <a:pt x="5898900" y="-46397"/>
                  <a:pt x="5892667" y="14294"/>
                  <a:pt x="6045358" y="0"/>
                </a:cubicBezTo>
                <a:cubicBezTo>
                  <a:pt x="6198049" y="-14294"/>
                  <a:pt x="6384432" y="32912"/>
                  <a:pt x="6551620" y="0"/>
                </a:cubicBezTo>
                <a:cubicBezTo>
                  <a:pt x="6718808" y="-32912"/>
                  <a:pt x="7050468" y="59974"/>
                  <a:pt x="7236562" y="0"/>
                </a:cubicBezTo>
                <a:cubicBezTo>
                  <a:pt x="7422656" y="-59974"/>
                  <a:pt x="7537689" y="32695"/>
                  <a:pt x="7832164" y="0"/>
                </a:cubicBezTo>
                <a:cubicBezTo>
                  <a:pt x="8126639" y="-32695"/>
                  <a:pt x="8121502" y="43804"/>
                  <a:pt x="8249085" y="0"/>
                </a:cubicBezTo>
                <a:cubicBezTo>
                  <a:pt x="8376668" y="-43804"/>
                  <a:pt x="8674967" y="25821"/>
                  <a:pt x="8934027" y="0"/>
                </a:cubicBezTo>
                <a:cubicBezTo>
                  <a:pt x="8939149" y="130769"/>
                  <a:pt x="8921947" y="251796"/>
                  <a:pt x="8934027" y="477054"/>
                </a:cubicBezTo>
                <a:cubicBezTo>
                  <a:pt x="8784448" y="515362"/>
                  <a:pt x="8514235" y="450675"/>
                  <a:pt x="8338425" y="477054"/>
                </a:cubicBezTo>
                <a:cubicBezTo>
                  <a:pt x="8162615" y="503433"/>
                  <a:pt x="7913733" y="472186"/>
                  <a:pt x="7653483" y="477054"/>
                </a:cubicBezTo>
                <a:cubicBezTo>
                  <a:pt x="7393233" y="481922"/>
                  <a:pt x="7385509" y="445835"/>
                  <a:pt x="7147222" y="477054"/>
                </a:cubicBezTo>
                <a:cubicBezTo>
                  <a:pt x="6908935" y="508273"/>
                  <a:pt x="6825649" y="469006"/>
                  <a:pt x="6551620" y="477054"/>
                </a:cubicBezTo>
                <a:cubicBezTo>
                  <a:pt x="6277591" y="485102"/>
                  <a:pt x="6138934" y="452851"/>
                  <a:pt x="5866678" y="477054"/>
                </a:cubicBezTo>
                <a:cubicBezTo>
                  <a:pt x="5594422" y="501257"/>
                  <a:pt x="5379877" y="385662"/>
                  <a:pt x="5092395" y="477054"/>
                </a:cubicBezTo>
                <a:cubicBezTo>
                  <a:pt x="4804913" y="568446"/>
                  <a:pt x="4690755" y="413302"/>
                  <a:pt x="4496794" y="477054"/>
                </a:cubicBezTo>
                <a:cubicBezTo>
                  <a:pt x="4302833" y="540806"/>
                  <a:pt x="4331593" y="447335"/>
                  <a:pt x="4169213" y="477054"/>
                </a:cubicBezTo>
                <a:cubicBezTo>
                  <a:pt x="4006833" y="506773"/>
                  <a:pt x="3928434" y="446378"/>
                  <a:pt x="3841632" y="477054"/>
                </a:cubicBezTo>
                <a:cubicBezTo>
                  <a:pt x="3754830" y="507730"/>
                  <a:pt x="3360355" y="400703"/>
                  <a:pt x="3067349" y="477054"/>
                </a:cubicBezTo>
                <a:cubicBezTo>
                  <a:pt x="2774343" y="553405"/>
                  <a:pt x="2713042" y="476131"/>
                  <a:pt x="2561088" y="477054"/>
                </a:cubicBezTo>
                <a:cubicBezTo>
                  <a:pt x="2409134" y="477977"/>
                  <a:pt x="2166557" y="436725"/>
                  <a:pt x="1965486" y="477054"/>
                </a:cubicBezTo>
                <a:cubicBezTo>
                  <a:pt x="1764415" y="517383"/>
                  <a:pt x="1696036" y="468841"/>
                  <a:pt x="1548565" y="477054"/>
                </a:cubicBezTo>
                <a:cubicBezTo>
                  <a:pt x="1401094" y="485267"/>
                  <a:pt x="1382342" y="438932"/>
                  <a:pt x="1220984" y="477054"/>
                </a:cubicBezTo>
                <a:cubicBezTo>
                  <a:pt x="1059626" y="515176"/>
                  <a:pt x="1012191" y="463191"/>
                  <a:pt x="804062" y="477054"/>
                </a:cubicBezTo>
                <a:cubicBezTo>
                  <a:pt x="595933" y="490917"/>
                  <a:pt x="360009" y="436689"/>
                  <a:pt x="0" y="477054"/>
                </a:cubicBezTo>
                <a:cubicBezTo>
                  <a:pt x="-29239" y="296702"/>
                  <a:pt x="30747" y="186312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37069269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PH" sz="2500" dirty="0"/>
              <a:t>And the of the </a:t>
            </a:r>
            <a:r>
              <a:rPr lang="en-PH" sz="2500" b="1" dirty="0"/>
              <a:t>y-axis</a:t>
            </a:r>
            <a:r>
              <a:rPr lang="en-PH" sz="25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807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22222E-6 L -0.1694 -0.0004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77" y="-23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81481E-6 L -0.24466 0.00024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40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4.07407E-6 L -0.27786 0.00046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93" y="2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3.7037E-7 L -0.33919 -0.00046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66" y="-23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4.81481E-6 L -0.3737 0.0011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685" y="46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7.40741E-7 L -0.4319 -7.40741E-7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602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1.85185E-6 L -0.47018 0.00116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16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C44624-FF3F-3E9D-068F-C84B142B5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74A0EF0-5506-675D-09C9-AB5CEF4B19C5}"/>
              </a:ext>
            </a:extLst>
          </p:cNvPr>
          <p:cNvCxnSpPr>
            <a:cxnSpLocks/>
          </p:cNvCxnSpPr>
          <p:nvPr/>
        </p:nvCxnSpPr>
        <p:spPr>
          <a:xfrm flipV="1">
            <a:off x="2897634" y="1610592"/>
            <a:ext cx="0" cy="337947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8" name="Picture 17" descr="A cartoon of a house&#10;&#10;Description automatically generated">
            <a:extLst>
              <a:ext uri="{FF2B5EF4-FFF2-40B4-BE49-F238E27FC236}">
                <a16:creationId xmlns:a16="http://schemas.microsoft.com/office/drawing/2014/main" id="{5FA9045B-CFCB-E985-46CB-64D48F8C41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83" t="17583" r="9752" b="15435"/>
          <a:stretch/>
        </p:blipFill>
        <p:spPr>
          <a:xfrm>
            <a:off x="4745080" y="2964656"/>
            <a:ext cx="531769" cy="377380"/>
          </a:xfrm>
          <a:prstGeom prst="rect">
            <a:avLst/>
          </a:prstGeom>
        </p:spPr>
      </p:pic>
      <p:pic>
        <p:nvPicPr>
          <p:cNvPr id="50" name="Picture 49" descr="A cartoon of a house&#10;&#10;Description automatically generated">
            <a:extLst>
              <a:ext uri="{FF2B5EF4-FFF2-40B4-BE49-F238E27FC236}">
                <a16:creationId xmlns:a16="http://schemas.microsoft.com/office/drawing/2014/main" id="{A42D830C-419A-4F4A-1DC4-E542A1C0B2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44" t="17245" r="7960" b="16821"/>
          <a:stretch/>
        </p:blipFill>
        <p:spPr>
          <a:xfrm>
            <a:off x="5645944" y="2231231"/>
            <a:ext cx="557211" cy="371475"/>
          </a:xfrm>
          <a:prstGeom prst="rect">
            <a:avLst/>
          </a:prstGeom>
        </p:spPr>
      </p:pic>
      <p:pic>
        <p:nvPicPr>
          <p:cNvPr id="51" name="Picture 50" descr="A cartoon of a house&#10;&#10;Description automatically generated">
            <a:extLst>
              <a:ext uri="{FF2B5EF4-FFF2-40B4-BE49-F238E27FC236}">
                <a16:creationId xmlns:a16="http://schemas.microsoft.com/office/drawing/2014/main" id="{801F7023-006E-966A-7F2E-C3CFAAFF6F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89" t="16899" r="7416" b="17168"/>
          <a:stretch/>
        </p:blipFill>
        <p:spPr>
          <a:xfrm>
            <a:off x="6043620" y="3078956"/>
            <a:ext cx="557205" cy="371475"/>
          </a:xfrm>
          <a:prstGeom prst="rect">
            <a:avLst/>
          </a:prstGeom>
        </p:spPr>
      </p:pic>
      <p:pic>
        <p:nvPicPr>
          <p:cNvPr id="52" name="Picture 51" descr="A cartoon of a house&#10;&#10;Description automatically generated">
            <a:extLst>
              <a:ext uri="{FF2B5EF4-FFF2-40B4-BE49-F238E27FC236}">
                <a16:creationId xmlns:a16="http://schemas.microsoft.com/office/drawing/2014/main" id="{7C516476-F1E7-D278-8C39-6279285D6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6" t="17245" r="6699" b="16822"/>
          <a:stretch/>
        </p:blipFill>
        <p:spPr>
          <a:xfrm>
            <a:off x="7229477" y="2231231"/>
            <a:ext cx="557206" cy="371475"/>
          </a:xfrm>
          <a:prstGeom prst="rect">
            <a:avLst/>
          </a:prstGeom>
        </p:spPr>
      </p:pic>
      <p:pic>
        <p:nvPicPr>
          <p:cNvPr id="69" name="Picture 68" descr="A cartoon of a house&#10;&#10;Description automatically generated">
            <a:extLst>
              <a:ext uri="{FF2B5EF4-FFF2-40B4-BE49-F238E27FC236}">
                <a16:creationId xmlns:a16="http://schemas.microsoft.com/office/drawing/2014/main" id="{2657F836-8C90-FB4B-ECA6-BD603F722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12" t="16959" r="8493" b="15435"/>
          <a:stretch/>
        </p:blipFill>
        <p:spPr>
          <a:xfrm>
            <a:off x="7941473" y="2961133"/>
            <a:ext cx="557207" cy="380903"/>
          </a:xfrm>
          <a:prstGeom prst="rect">
            <a:avLst/>
          </a:prstGeom>
        </p:spPr>
      </p:pic>
      <p:pic>
        <p:nvPicPr>
          <p:cNvPr id="70" name="Picture 69" descr="A cartoon of a house&#10;&#10;Description automatically generated">
            <a:extLst>
              <a:ext uri="{FF2B5EF4-FFF2-40B4-BE49-F238E27FC236}">
                <a16:creationId xmlns:a16="http://schemas.microsoft.com/office/drawing/2014/main" id="{BD8A150B-B228-856A-61C2-E37996EDB1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79" t="16772" r="6125" b="17295"/>
          <a:stretch/>
        </p:blipFill>
        <p:spPr>
          <a:xfrm>
            <a:off x="6791333" y="3359944"/>
            <a:ext cx="557206" cy="371475"/>
          </a:xfrm>
          <a:prstGeom prst="rect">
            <a:avLst/>
          </a:prstGeom>
        </p:spPr>
      </p:pic>
      <p:pic>
        <p:nvPicPr>
          <p:cNvPr id="71" name="Picture 70" descr="A cartoon of a house&#10;&#10;Description automatically generated">
            <a:extLst>
              <a:ext uri="{FF2B5EF4-FFF2-40B4-BE49-F238E27FC236}">
                <a16:creationId xmlns:a16="http://schemas.microsoft.com/office/drawing/2014/main" id="{8F1FEA30-F290-C777-AB4E-ED23D93316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76" t="14110" r="7027" b="18284"/>
          <a:stretch/>
        </p:blipFill>
        <p:spPr>
          <a:xfrm>
            <a:off x="8394253" y="1897752"/>
            <a:ext cx="557212" cy="380903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A560100-1A3B-3DC8-1B4F-5C2A8AAC0D6C}"/>
              </a:ext>
            </a:extLst>
          </p:cNvPr>
          <p:cNvCxnSpPr>
            <a:cxnSpLocks/>
          </p:cNvCxnSpPr>
          <p:nvPr/>
        </p:nvCxnSpPr>
        <p:spPr>
          <a:xfrm>
            <a:off x="2897634" y="4960248"/>
            <a:ext cx="6840726" cy="2981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2" descr="A cartoon of a house&#10;&#10;Description automatically generated">
            <a:extLst>
              <a:ext uri="{FF2B5EF4-FFF2-40B4-BE49-F238E27FC236}">
                <a16:creationId xmlns:a16="http://schemas.microsoft.com/office/drawing/2014/main" id="{917C58AB-A1E4-AD2A-46F7-0DD37FD03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453" y="2865589"/>
            <a:ext cx="664167" cy="563411"/>
          </a:xfrm>
          <a:prstGeom prst="rect">
            <a:avLst/>
          </a:prstGeom>
        </p:spPr>
      </p:pic>
      <p:pic>
        <p:nvPicPr>
          <p:cNvPr id="4" name="Picture 3" descr="A cartoon of a house&#10;&#10;Description automatically generated">
            <a:extLst>
              <a:ext uri="{FF2B5EF4-FFF2-40B4-BE49-F238E27FC236}">
                <a16:creationId xmlns:a16="http://schemas.microsoft.com/office/drawing/2014/main" id="{EB095E43-ACD4-905E-11B0-5507936B5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853" y="2134069"/>
            <a:ext cx="664167" cy="563411"/>
          </a:xfrm>
          <a:prstGeom prst="rect">
            <a:avLst/>
          </a:prstGeom>
        </p:spPr>
      </p:pic>
      <p:pic>
        <p:nvPicPr>
          <p:cNvPr id="5" name="Picture 4" descr="A cartoon of a house&#10;&#10;Description automatically generated">
            <a:extLst>
              <a:ext uri="{FF2B5EF4-FFF2-40B4-BE49-F238E27FC236}">
                <a16:creationId xmlns:a16="http://schemas.microsoft.com/office/drawing/2014/main" id="{9C3CFF32-F451-08E9-2E76-519DFA5E1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914" y="2983747"/>
            <a:ext cx="664167" cy="563411"/>
          </a:xfrm>
          <a:prstGeom prst="rect">
            <a:avLst/>
          </a:prstGeom>
        </p:spPr>
      </p:pic>
      <p:pic>
        <p:nvPicPr>
          <p:cNvPr id="7" name="Picture 6" descr="A cartoon of a house&#10;&#10;Description automatically generated">
            <a:extLst>
              <a:ext uri="{FF2B5EF4-FFF2-40B4-BE49-F238E27FC236}">
                <a16:creationId xmlns:a16="http://schemas.microsoft.com/office/drawing/2014/main" id="{E5E4634E-8867-BD55-0636-6655FD755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014" y="2134068"/>
            <a:ext cx="664167" cy="563411"/>
          </a:xfrm>
          <a:prstGeom prst="rect">
            <a:avLst/>
          </a:prstGeom>
        </p:spPr>
      </p:pic>
      <p:pic>
        <p:nvPicPr>
          <p:cNvPr id="9" name="Picture 8" descr="A cartoon of a house&#10;&#10;Description automatically generated">
            <a:extLst>
              <a:ext uri="{FF2B5EF4-FFF2-40B4-BE49-F238E27FC236}">
                <a16:creationId xmlns:a16="http://schemas.microsoft.com/office/drawing/2014/main" id="{824B1448-11F3-EC06-F1BF-9F35D960B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0914" y="2865589"/>
            <a:ext cx="664167" cy="563411"/>
          </a:xfrm>
          <a:prstGeom prst="rect">
            <a:avLst/>
          </a:prstGeom>
        </p:spPr>
      </p:pic>
      <p:pic>
        <p:nvPicPr>
          <p:cNvPr id="10" name="Picture 9" descr="A cartoon of a house&#10;&#10;Description automatically generated">
            <a:extLst>
              <a:ext uri="{FF2B5EF4-FFF2-40B4-BE49-F238E27FC236}">
                <a16:creationId xmlns:a16="http://schemas.microsoft.com/office/drawing/2014/main" id="{8ED42E17-BC3B-D8CE-1A1A-6C28156F4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054" y="3265452"/>
            <a:ext cx="664167" cy="563411"/>
          </a:xfrm>
          <a:prstGeom prst="rect">
            <a:avLst/>
          </a:prstGeom>
        </p:spPr>
      </p:pic>
      <p:pic>
        <p:nvPicPr>
          <p:cNvPr id="11" name="Picture 10" descr="A cartoon of a house&#10;&#10;Description automatically generated">
            <a:extLst>
              <a:ext uri="{FF2B5EF4-FFF2-40B4-BE49-F238E27FC236}">
                <a16:creationId xmlns:a16="http://schemas.microsoft.com/office/drawing/2014/main" id="{73692015-6C04-52FA-ED98-0BBA2134C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3970" y="1818260"/>
            <a:ext cx="664167" cy="563411"/>
          </a:xfrm>
          <a:prstGeom prst="rect">
            <a:avLst/>
          </a:prstGeom>
        </p:spPr>
      </p:pic>
      <p:pic>
        <p:nvPicPr>
          <p:cNvPr id="6" name="Picture 5" descr="A cartoon of a house&#10;&#10;Description automatically generated">
            <a:extLst>
              <a:ext uri="{FF2B5EF4-FFF2-40B4-BE49-F238E27FC236}">
                <a16:creationId xmlns:a16="http://schemas.microsoft.com/office/drawing/2014/main" id="{5B8BDA55-D388-7D8E-5DC3-36C7AAE0C4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83" t="17583" r="9752" b="15435"/>
          <a:stretch/>
        </p:blipFill>
        <p:spPr>
          <a:xfrm>
            <a:off x="4745079" y="4771558"/>
            <a:ext cx="531769" cy="377380"/>
          </a:xfrm>
          <a:prstGeom prst="rect">
            <a:avLst/>
          </a:prstGeom>
        </p:spPr>
      </p:pic>
      <p:pic>
        <p:nvPicPr>
          <p:cNvPr id="12" name="Picture 11" descr="A cartoon of a house&#10;&#10;Description automatically generated">
            <a:extLst>
              <a:ext uri="{FF2B5EF4-FFF2-40B4-BE49-F238E27FC236}">
                <a16:creationId xmlns:a16="http://schemas.microsoft.com/office/drawing/2014/main" id="{6EE2DBD6-1732-5DAF-F0F0-01B8C798AC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44" t="17245" r="7960" b="16821"/>
          <a:stretch/>
        </p:blipFill>
        <p:spPr>
          <a:xfrm>
            <a:off x="5645943" y="4771558"/>
            <a:ext cx="557211" cy="371475"/>
          </a:xfrm>
          <a:prstGeom prst="rect">
            <a:avLst/>
          </a:prstGeom>
        </p:spPr>
      </p:pic>
      <p:pic>
        <p:nvPicPr>
          <p:cNvPr id="13" name="Picture 12" descr="A cartoon of a house&#10;&#10;Description automatically generated">
            <a:extLst>
              <a:ext uri="{FF2B5EF4-FFF2-40B4-BE49-F238E27FC236}">
                <a16:creationId xmlns:a16="http://schemas.microsoft.com/office/drawing/2014/main" id="{64A35FAD-351D-FF29-A03D-23D3425A16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89" t="16899" r="7416" b="17168"/>
          <a:stretch/>
        </p:blipFill>
        <p:spPr>
          <a:xfrm>
            <a:off x="6043620" y="4771558"/>
            <a:ext cx="557205" cy="371475"/>
          </a:xfrm>
          <a:prstGeom prst="rect">
            <a:avLst/>
          </a:prstGeom>
        </p:spPr>
      </p:pic>
      <p:pic>
        <p:nvPicPr>
          <p:cNvPr id="14" name="Picture 13" descr="A cartoon of a house&#10;&#10;Description automatically generated">
            <a:extLst>
              <a:ext uri="{FF2B5EF4-FFF2-40B4-BE49-F238E27FC236}">
                <a16:creationId xmlns:a16="http://schemas.microsoft.com/office/drawing/2014/main" id="{B6033938-F9AC-89F4-0DA6-B57D87ECE6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79" t="16772" r="6125" b="17295"/>
          <a:stretch/>
        </p:blipFill>
        <p:spPr>
          <a:xfrm>
            <a:off x="6791333" y="4771557"/>
            <a:ext cx="557206" cy="371475"/>
          </a:xfrm>
          <a:prstGeom prst="rect">
            <a:avLst/>
          </a:prstGeom>
        </p:spPr>
      </p:pic>
      <p:pic>
        <p:nvPicPr>
          <p:cNvPr id="15" name="Picture 14" descr="A cartoon of a house&#10;&#10;Description automatically generated">
            <a:extLst>
              <a:ext uri="{FF2B5EF4-FFF2-40B4-BE49-F238E27FC236}">
                <a16:creationId xmlns:a16="http://schemas.microsoft.com/office/drawing/2014/main" id="{13876CBC-DC25-280F-387F-AB488CD3F0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6" t="17245" r="6699" b="16822"/>
          <a:stretch/>
        </p:blipFill>
        <p:spPr>
          <a:xfrm>
            <a:off x="7229477" y="4771557"/>
            <a:ext cx="557206" cy="371475"/>
          </a:xfrm>
          <a:prstGeom prst="rect">
            <a:avLst/>
          </a:prstGeom>
        </p:spPr>
      </p:pic>
      <p:pic>
        <p:nvPicPr>
          <p:cNvPr id="16" name="Picture 15" descr="A cartoon of a house&#10;&#10;Description automatically generated">
            <a:extLst>
              <a:ext uri="{FF2B5EF4-FFF2-40B4-BE49-F238E27FC236}">
                <a16:creationId xmlns:a16="http://schemas.microsoft.com/office/drawing/2014/main" id="{14E68A76-A8E7-EA39-14F5-3118D4D330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12" t="16959" r="8493" b="15435"/>
          <a:stretch/>
        </p:blipFill>
        <p:spPr>
          <a:xfrm>
            <a:off x="7941473" y="4762129"/>
            <a:ext cx="557207" cy="380903"/>
          </a:xfrm>
          <a:prstGeom prst="rect">
            <a:avLst/>
          </a:prstGeom>
        </p:spPr>
      </p:pic>
      <p:pic>
        <p:nvPicPr>
          <p:cNvPr id="17" name="Picture 16" descr="A cartoon of a house&#10;&#10;Description automatically generated">
            <a:extLst>
              <a:ext uri="{FF2B5EF4-FFF2-40B4-BE49-F238E27FC236}">
                <a16:creationId xmlns:a16="http://schemas.microsoft.com/office/drawing/2014/main" id="{CE8D6F46-EEC0-CC9E-3EC6-217081A04E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76" t="14110" r="7027" b="18284"/>
          <a:stretch/>
        </p:blipFill>
        <p:spPr>
          <a:xfrm>
            <a:off x="8394253" y="4762128"/>
            <a:ext cx="557212" cy="380903"/>
          </a:xfrm>
          <a:prstGeom prst="rect">
            <a:avLst/>
          </a:prstGeom>
        </p:spPr>
      </p:pic>
      <p:pic>
        <p:nvPicPr>
          <p:cNvPr id="19" name="Picture 18" descr="A cartoon of a house&#10;&#10;Description automatically generated">
            <a:extLst>
              <a:ext uri="{FF2B5EF4-FFF2-40B4-BE49-F238E27FC236}">
                <a16:creationId xmlns:a16="http://schemas.microsoft.com/office/drawing/2014/main" id="{096CC732-2E3B-2751-F733-3B3D5AD4FA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83" t="17583" r="9752" b="15435"/>
          <a:stretch/>
        </p:blipFill>
        <p:spPr>
          <a:xfrm>
            <a:off x="2631749" y="3359944"/>
            <a:ext cx="531769" cy="377380"/>
          </a:xfrm>
          <a:prstGeom prst="rect">
            <a:avLst/>
          </a:prstGeom>
        </p:spPr>
      </p:pic>
      <p:pic>
        <p:nvPicPr>
          <p:cNvPr id="20" name="Picture 19" descr="A cartoon of a house&#10;&#10;Description automatically generated">
            <a:extLst>
              <a:ext uri="{FF2B5EF4-FFF2-40B4-BE49-F238E27FC236}">
                <a16:creationId xmlns:a16="http://schemas.microsoft.com/office/drawing/2014/main" id="{C3A7C463-E52B-3503-F758-ED3BCB02D1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83" t="17583" r="9752" b="15435"/>
          <a:stretch/>
        </p:blipFill>
        <p:spPr>
          <a:xfrm>
            <a:off x="2632548" y="3076003"/>
            <a:ext cx="531769" cy="377380"/>
          </a:xfrm>
          <a:prstGeom prst="rect">
            <a:avLst/>
          </a:prstGeom>
        </p:spPr>
      </p:pic>
      <p:pic>
        <p:nvPicPr>
          <p:cNvPr id="23" name="Picture 22" descr="A cartoon of a house&#10;&#10;Description automatically generated">
            <a:extLst>
              <a:ext uri="{FF2B5EF4-FFF2-40B4-BE49-F238E27FC236}">
                <a16:creationId xmlns:a16="http://schemas.microsoft.com/office/drawing/2014/main" id="{89CB18BA-57D9-337E-EF21-2DEEDED90E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83" t="17583" r="9752" b="15435"/>
          <a:stretch/>
        </p:blipFill>
        <p:spPr>
          <a:xfrm>
            <a:off x="2630801" y="2982564"/>
            <a:ext cx="531769" cy="377380"/>
          </a:xfrm>
          <a:prstGeom prst="rect">
            <a:avLst/>
          </a:prstGeom>
        </p:spPr>
      </p:pic>
      <p:pic>
        <p:nvPicPr>
          <p:cNvPr id="24" name="Picture 23" descr="A cartoon of a house&#10;&#10;Description automatically generated">
            <a:extLst>
              <a:ext uri="{FF2B5EF4-FFF2-40B4-BE49-F238E27FC236}">
                <a16:creationId xmlns:a16="http://schemas.microsoft.com/office/drawing/2014/main" id="{5F70FB8D-B2F2-F006-4969-B2B6AB77F8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83" t="17583" r="9752" b="15435"/>
          <a:stretch/>
        </p:blipFill>
        <p:spPr>
          <a:xfrm>
            <a:off x="2634787" y="2961133"/>
            <a:ext cx="531769" cy="377380"/>
          </a:xfrm>
          <a:prstGeom prst="rect">
            <a:avLst/>
          </a:prstGeom>
        </p:spPr>
      </p:pic>
      <p:pic>
        <p:nvPicPr>
          <p:cNvPr id="25" name="Picture 24" descr="A cartoon of a house&#10;&#10;Description automatically generated">
            <a:extLst>
              <a:ext uri="{FF2B5EF4-FFF2-40B4-BE49-F238E27FC236}">
                <a16:creationId xmlns:a16="http://schemas.microsoft.com/office/drawing/2014/main" id="{E03D759C-9FBB-9D32-6120-6EA31979B1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83" t="17583" r="9752" b="15435"/>
          <a:stretch/>
        </p:blipFill>
        <p:spPr>
          <a:xfrm>
            <a:off x="2628708" y="2228182"/>
            <a:ext cx="531769" cy="377380"/>
          </a:xfrm>
          <a:prstGeom prst="rect">
            <a:avLst/>
          </a:prstGeom>
        </p:spPr>
      </p:pic>
      <p:pic>
        <p:nvPicPr>
          <p:cNvPr id="26" name="Picture 25" descr="A cartoon of a house&#10;&#10;Description automatically generated">
            <a:extLst>
              <a:ext uri="{FF2B5EF4-FFF2-40B4-BE49-F238E27FC236}">
                <a16:creationId xmlns:a16="http://schemas.microsoft.com/office/drawing/2014/main" id="{CCC6FF55-A213-0011-428F-48CD1A4C3D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83" t="17583" r="9752" b="15435"/>
          <a:stretch/>
        </p:blipFill>
        <p:spPr>
          <a:xfrm>
            <a:off x="2631445" y="2219639"/>
            <a:ext cx="531769" cy="377380"/>
          </a:xfrm>
          <a:prstGeom prst="rect">
            <a:avLst/>
          </a:prstGeom>
        </p:spPr>
      </p:pic>
      <p:pic>
        <p:nvPicPr>
          <p:cNvPr id="27" name="Picture 26" descr="A cartoon of a house&#10;&#10;Description automatically generated">
            <a:extLst>
              <a:ext uri="{FF2B5EF4-FFF2-40B4-BE49-F238E27FC236}">
                <a16:creationId xmlns:a16="http://schemas.microsoft.com/office/drawing/2014/main" id="{F8BCE3AC-818F-A4BB-49A0-66C5B70332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83" t="17583" r="9752" b="15435"/>
          <a:stretch/>
        </p:blipFill>
        <p:spPr>
          <a:xfrm>
            <a:off x="2632548" y="1903175"/>
            <a:ext cx="531769" cy="37738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36EECB3-74AC-D848-2213-252DC6B1E3CE}"/>
              </a:ext>
            </a:extLst>
          </p:cNvPr>
          <p:cNvSpPr txBox="1"/>
          <p:nvPr/>
        </p:nvSpPr>
        <p:spPr>
          <a:xfrm>
            <a:off x="1628986" y="5644393"/>
            <a:ext cx="8934027" cy="477054"/>
          </a:xfrm>
          <a:custGeom>
            <a:avLst/>
            <a:gdLst>
              <a:gd name="connsiteX0" fmla="*/ 0 w 8934027"/>
              <a:gd name="connsiteY0" fmla="*/ 0 h 477054"/>
              <a:gd name="connsiteX1" fmla="*/ 774282 w 8934027"/>
              <a:gd name="connsiteY1" fmla="*/ 0 h 477054"/>
              <a:gd name="connsiteX2" fmla="*/ 1548565 w 8934027"/>
              <a:gd name="connsiteY2" fmla="*/ 0 h 477054"/>
              <a:gd name="connsiteX3" fmla="*/ 2233507 w 8934027"/>
              <a:gd name="connsiteY3" fmla="*/ 0 h 477054"/>
              <a:gd name="connsiteX4" fmla="*/ 2829109 w 8934027"/>
              <a:gd name="connsiteY4" fmla="*/ 0 h 477054"/>
              <a:gd name="connsiteX5" fmla="*/ 3246030 w 8934027"/>
              <a:gd name="connsiteY5" fmla="*/ 0 h 477054"/>
              <a:gd name="connsiteX6" fmla="*/ 3662951 w 8934027"/>
              <a:gd name="connsiteY6" fmla="*/ 0 h 477054"/>
              <a:gd name="connsiteX7" fmla="*/ 4079872 w 8934027"/>
              <a:gd name="connsiteY7" fmla="*/ 0 h 477054"/>
              <a:gd name="connsiteX8" fmla="*/ 4854155 w 8934027"/>
              <a:gd name="connsiteY8" fmla="*/ 0 h 477054"/>
              <a:gd name="connsiteX9" fmla="*/ 5628437 w 8934027"/>
              <a:gd name="connsiteY9" fmla="*/ 0 h 477054"/>
              <a:gd name="connsiteX10" fmla="*/ 6045358 w 8934027"/>
              <a:gd name="connsiteY10" fmla="*/ 0 h 477054"/>
              <a:gd name="connsiteX11" fmla="*/ 6551620 w 8934027"/>
              <a:gd name="connsiteY11" fmla="*/ 0 h 477054"/>
              <a:gd name="connsiteX12" fmla="*/ 7236562 w 8934027"/>
              <a:gd name="connsiteY12" fmla="*/ 0 h 477054"/>
              <a:gd name="connsiteX13" fmla="*/ 7832164 w 8934027"/>
              <a:gd name="connsiteY13" fmla="*/ 0 h 477054"/>
              <a:gd name="connsiteX14" fmla="*/ 8249085 w 8934027"/>
              <a:gd name="connsiteY14" fmla="*/ 0 h 477054"/>
              <a:gd name="connsiteX15" fmla="*/ 8934027 w 8934027"/>
              <a:gd name="connsiteY15" fmla="*/ 0 h 477054"/>
              <a:gd name="connsiteX16" fmla="*/ 8934027 w 8934027"/>
              <a:gd name="connsiteY16" fmla="*/ 477054 h 477054"/>
              <a:gd name="connsiteX17" fmla="*/ 8338425 w 8934027"/>
              <a:gd name="connsiteY17" fmla="*/ 477054 h 477054"/>
              <a:gd name="connsiteX18" fmla="*/ 7653483 w 8934027"/>
              <a:gd name="connsiteY18" fmla="*/ 477054 h 477054"/>
              <a:gd name="connsiteX19" fmla="*/ 7147222 w 8934027"/>
              <a:gd name="connsiteY19" fmla="*/ 477054 h 477054"/>
              <a:gd name="connsiteX20" fmla="*/ 6551620 w 8934027"/>
              <a:gd name="connsiteY20" fmla="*/ 477054 h 477054"/>
              <a:gd name="connsiteX21" fmla="*/ 5866678 w 8934027"/>
              <a:gd name="connsiteY21" fmla="*/ 477054 h 477054"/>
              <a:gd name="connsiteX22" fmla="*/ 5092395 w 8934027"/>
              <a:gd name="connsiteY22" fmla="*/ 477054 h 477054"/>
              <a:gd name="connsiteX23" fmla="*/ 4496794 w 8934027"/>
              <a:gd name="connsiteY23" fmla="*/ 477054 h 477054"/>
              <a:gd name="connsiteX24" fmla="*/ 4169213 w 8934027"/>
              <a:gd name="connsiteY24" fmla="*/ 477054 h 477054"/>
              <a:gd name="connsiteX25" fmla="*/ 3841632 w 8934027"/>
              <a:gd name="connsiteY25" fmla="*/ 477054 h 477054"/>
              <a:gd name="connsiteX26" fmla="*/ 3067349 w 8934027"/>
              <a:gd name="connsiteY26" fmla="*/ 477054 h 477054"/>
              <a:gd name="connsiteX27" fmla="*/ 2561088 w 8934027"/>
              <a:gd name="connsiteY27" fmla="*/ 477054 h 477054"/>
              <a:gd name="connsiteX28" fmla="*/ 1965486 w 8934027"/>
              <a:gd name="connsiteY28" fmla="*/ 477054 h 477054"/>
              <a:gd name="connsiteX29" fmla="*/ 1548565 w 8934027"/>
              <a:gd name="connsiteY29" fmla="*/ 477054 h 477054"/>
              <a:gd name="connsiteX30" fmla="*/ 1220984 w 8934027"/>
              <a:gd name="connsiteY30" fmla="*/ 477054 h 477054"/>
              <a:gd name="connsiteX31" fmla="*/ 804062 w 8934027"/>
              <a:gd name="connsiteY31" fmla="*/ 477054 h 477054"/>
              <a:gd name="connsiteX32" fmla="*/ 0 w 8934027"/>
              <a:gd name="connsiteY32" fmla="*/ 477054 h 477054"/>
              <a:gd name="connsiteX33" fmla="*/ 0 w 8934027"/>
              <a:gd name="connsiteY33" fmla="*/ 0 h 477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934027" h="477054" extrusionOk="0">
                <a:moveTo>
                  <a:pt x="0" y="0"/>
                </a:moveTo>
                <a:cubicBezTo>
                  <a:pt x="248960" y="-72825"/>
                  <a:pt x="469809" y="83591"/>
                  <a:pt x="774282" y="0"/>
                </a:cubicBezTo>
                <a:cubicBezTo>
                  <a:pt x="1078755" y="-83591"/>
                  <a:pt x="1199867" y="23505"/>
                  <a:pt x="1548565" y="0"/>
                </a:cubicBezTo>
                <a:cubicBezTo>
                  <a:pt x="1897263" y="-23505"/>
                  <a:pt x="2015577" y="60883"/>
                  <a:pt x="2233507" y="0"/>
                </a:cubicBezTo>
                <a:cubicBezTo>
                  <a:pt x="2451437" y="-60883"/>
                  <a:pt x="2652773" y="64829"/>
                  <a:pt x="2829109" y="0"/>
                </a:cubicBezTo>
                <a:cubicBezTo>
                  <a:pt x="3005445" y="-64829"/>
                  <a:pt x="3051470" y="2525"/>
                  <a:pt x="3246030" y="0"/>
                </a:cubicBezTo>
                <a:cubicBezTo>
                  <a:pt x="3440590" y="-2525"/>
                  <a:pt x="3467285" y="23974"/>
                  <a:pt x="3662951" y="0"/>
                </a:cubicBezTo>
                <a:cubicBezTo>
                  <a:pt x="3858617" y="-23974"/>
                  <a:pt x="3920289" y="24567"/>
                  <a:pt x="4079872" y="0"/>
                </a:cubicBezTo>
                <a:cubicBezTo>
                  <a:pt x="4239455" y="-24567"/>
                  <a:pt x="4509059" y="29683"/>
                  <a:pt x="4854155" y="0"/>
                </a:cubicBezTo>
                <a:cubicBezTo>
                  <a:pt x="5199251" y="-29683"/>
                  <a:pt x="5357974" y="46397"/>
                  <a:pt x="5628437" y="0"/>
                </a:cubicBezTo>
                <a:cubicBezTo>
                  <a:pt x="5898900" y="-46397"/>
                  <a:pt x="5892667" y="14294"/>
                  <a:pt x="6045358" y="0"/>
                </a:cubicBezTo>
                <a:cubicBezTo>
                  <a:pt x="6198049" y="-14294"/>
                  <a:pt x="6384432" y="32912"/>
                  <a:pt x="6551620" y="0"/>
                </a:cubicBezTo>
                <a:cubicBezTo>
                  <a:pt x="6718808" y="-32912"/>
                  <a:pt x="7050468" y="59974"/>
                  <a:pt x="7236562" y="0"/>
                </a:cubicBezTo>
                <a:cubicBezTo>
                  <a:pt x="7422656" y="-59974"/>
                  <a:pt x="7537689" y="32695"/>
                  <a:pt x="7832164" y="0"/>
                </a:cubicBezTo>
                <a:cubicBezTo>
                  <a:pt x="8126639" y="-32695"/>
                  <a:pt x="8121502" y="43804"/>
                  <a:pt x="8249085" y="0"/>
                </a:cubicBezTo>
                <a:cubicBezTo>
                  <a:pt x="8376668" y="-43804"/>
                  <a:pt x="8674967" y="25821"/>
                  <a:pt x="8934027" y="0"/>
                </a:cubicBezTo>
                <a:cubicBezTo>
                  <a:pt x="8939149" y="130769"/>
                  <a:pt x="8921947" y="251796"/>
                  <a:pt x="8934027" y="477054"/>
                </a:cubicBezTo>
                <a:cubicBezTo>
                  <a:pt x="8784448" y="515362"/>
                  <a:pt x="8514235" y="450675"/>
                  <a:pt x="8338425" y="477054"/>
                </a:cubicBezTo>
                <a:cubicBezTo>
                  <a:pt x="8162615" y="503433"/>
                  <a:pt x="7913733" y="472186"/>
                  <a:pt x="7653483" y="477054"/>
                </a:cubicBezTo>
                <a:cubicBezTo>
                  <a:pt x="7393233" y="481922"/>
                  <a:pt x="7385509" y="445835"/>
                  <a:pt x="7147222" y="477054"/>
                </a:cubicBezTo>
                <a:cubicBezTo>
                  <a:pt x="6908935" y="508273"/>
                  <a:pt x="6825649" y="469006"/>
                  <a:pt x="6551620" y="477054"/>
                </a:cubicBezTo>
                <a:cubicBezTo>
                  <a:pt x="6277591" y="485102"/>
                  <a:pt x="6138934" y="452851"/>
                  <a:pt x="5866678" y="477054"/>
                </a:cubicBezTo>
                <a:cubicBezTo>
                  <a:pt x="5594422" y="501257"/>
                  <a:pt x="5379877" y="385662"/>
                  <a:pt x="5092395" y="477054"/>
                </a:cubicBezTo>
                <a:cubicBezTo>
                  <a:pt x="4804913" y="568446"/>
                  <a:pt x="4690755" y="413302"/>
                  <a:pt x="4496794" y="477054"/>
                </a:cubicBezTo>
                <a:cubicBezTo>
                  <a:pt x="4302833" y="540806"/>
                  <a:pt x="4331593" y="447335"/>
                  <a:pt x="4169213" y="477054"/>
                </a:cubicBezTo>
                <a:cubicBezTo>
                  <a:pt x="4006833" y="506773"/>
                  <a:pt x="3928434" y="446378"/>
                  <a:pt x="3841632" y="477054"/>
                </a:cubicBezTo>
                <a:cubicBezTo>
                  <a:pt x="3754830" y="507730"/>
                  <a:pt x="3360355" y="400703"/>
                  <a:pt x="3067349" y="477054"/>
                </a:cubicBezTo>
                <a:cubicBezTo>
                  <a:pt x="2774343" y="553405"/>
                  <a:pt x="2713042" y="476131"/>
                  <a:pt x="2561088" y="477054"/>
                </a:cubicBezTo>
                <a:cubicBezTo>
                  <a:pt x="2409134" y="477977"/>
                  <a:pt x="2166557" y="436725"/>
                  <a:pt x="1965486" y="477054"/>
                </a:cubicBezTo>
                <a:cubicBezTo>
                  <a:pt x="1764415" y="517383"/>
                  <a:pt x="1696036" y="468841"/>
                  <a:pt x="1548565" y="477054"/>
                </a:cubicBezTo>
                <a:cubicBezTo>
                  <a:pt x="1401094" y="485267"/>
                  <a:pt x="1382342" y="438932"/>
                  <a:pt x="1220984" y="477054"/>
                </a:cubicBezTo>
                <a:cubicBezTo>
                  <a:pt x="1059626" y="515176"/>
                  <a:pt x="1012191" y="463191"/>
                  <a:pt x="804062" y="477054"/>
                </a:cubicBezTo>
                <a:cubicBezTo>
                  <a:pt x="595933" y="490917"/>
                  <a:pt x="360009" y="436689"/>
                  <a:pt x="0" y="477054"/>
                </a:cubicBezTo>
                <a:cubicBezTo>
                  <a:pt x="-29239" y="296702"/>
                  <a:pt x="30747" y="186312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37069269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PH" sz="2500" dirty="0"/>
              <a:t>And the of the y-axis </a:t>
            </a:r>
          </a:p>
        </p:txBody>
      </p:sp>
    </p:spTree>
    <p:extLst>
      <p:ext uri="{BB962C8B-B14F-4D97-AF65-F5344CB8AC3E}">
        <p14:creationId xmlns:p14="http://schemas.microsoft.com/office/powerpoint/2010/main" val="657620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1320C11-1E70-392E-895B-3D9506052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797D1689-AE8D-9B9B-81A4-3FC891945D3C}"/>
              </a:ext>
            </a:extLst>
          </p:cNvPr>
          <p:cNvGrpSpPr/>
          <p:nvPr/>
        </p:nvGrpSpPr>
        <p:grpSpPr>
          <a:xfrm>
            <a:off x="545107" y="1385555"/>
            <a:ext cx="4573141" cy="2440537"/>
            <a:chOff x="2897634" y="1570657"/>
            <a:chExt cx="6840726" cy="3419405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6C3053F-028C-06C7-1D3C-508C7B69E6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7634" y="1610592"/>
              <a:ext cx="0" cy="337947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5333E6D2-75CF-3B19-0BF1-A0768282E568}"/>
                </a:ext>
              </a:extLst>
            </p:cNvPr>
            <p:cNvCxnSpPr>
              <a:cxnSpLocks/>
            </p:cNvCxnSpPr>
            <p:nvPr/>
          </p:nvCxnSpPr>
          <p:spPr>
            <a:xfrm>
              <a:off x="2897634" y="4960248"/>
              <a:ext cx="6840726" cy="2981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3" name="Picture 2" descr="A cartoon of a house&#10;&#10;Description automatically generated">
              <a:extLst>
                <a:ext uri="{FF2B5EF4-FFF2-40B4-BE49-F238E27FC236}">
                  <a16:creationId xmlns:a16="http://schemas.microsoft.com/office/drawing/2014/main" id="{F0A96F64-7A8A-8809-DF33-0DC350CD9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48493" y="1570657"/>
              <a:ext cx="664167" cy="563411"/>
            </a:xfrm>
            <a:prstGeom prst="rect">
              <a:avLst/>
            </a:prstGeom>
          </p:spPr>
        </p:pic>
        <p:pic>
          <p:nvPicPr>
            <p:cNvPr id="21" name="Picture 20" descr="A cartoon of a house&#10;&#10;Description automatically generated">
              <a:extLst>
                <a:ext uri="{FF2B5EF4-FFF2-40B4-BE49-F238E27FC236}">
                  <a16:creationId xmlns:a16="http://schemas.microsoft.com/office/drawing/2014/main" id="{160EE4EE-CCC9-C798-60ED-73327A33B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63916" y="2865589"/>
              <a:ext cx="664167" cy="563411"/>
            </a:xfrm>
            <a:prstGeom prst="rect">
              <a:avLst/>
            </a:prstGeom>
          </p:spPr>
        </p:pic>
        <p:pic>
          <p:nvPicPr>
            <p:cNvPr id="22" name="Picture 21" descr="A cartoon of a house&#10;&#10;Description automatically generated">
              <a:extLst>
                <a:ext uri="{FF2B5EF4-FFF2-40B4-BE49-F238E27FC236}">
                  <a16:creationId xmlns:a16="http://schemas.microsoft.com/office/drawing/2014/main" id="{792C6523-60E9-0102-45AE-0D2FF1849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16616" y="4046689"/>
              <a:ext cx="664167" cy="563411"/>
            </a:xfrm>
            <a:prstGeom prst="rect">
              <a:avLst/>
            </a:prstGeom>
          </p:spPr>
        </p:pic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C4055C0-E063-6287-5337-F6289F08EF9F}"/>
              </a:ext>
            </a:extLst>
          </p:cNvPr>
          <p:cNvCxnSpPr>
            <a:cxnSpLocks/>
          </p:cNvCxnSpPr>
          <p:nvPr/>
        </p:nvCxnSpPr>
        <p:spPr>
          <a:xfrm flipV="1">
            <a:off x="6839198" y="1435337"/>
            <a:ext cx="0" cy="241203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5E6D7C2-B65F-A326-E316-D8953931B5B9}"/>
              </a:ext>
            </a:extLst>
          </p:cNvPr>
          <p:cNvCxnSpPr>
            <a:cxnSpLocks/>
          </p:cNvCxnSpPr>
          <p:nvPr/>
        </p:nvCxnSpPr>
        <p:spPr>
          <a:xfrm>
            <a:off x="6839198" y="3826092"/>
            <a:ext cx="4573141" cy="2127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2" name="Picture 31" descr="A cartoon of a house&#10;&#10;Description automatically generated">
            <a:extLst>
              <a:ext uri="{FF2B5EF4-FFF2-40B4-BE49-F238E27FC236}">
                <a16:creationId xmlns:a16="http://schemas.microsoft.com/office/drawing/2014/main" id="{CAEE4153-C31E-8BD4-6CF2-6A4EB5549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9118" y="1435337"/>
            <a:ext cx="444007" cy="402124"/>
          </a:xfrm>
          <a:prstGeom prst="rect">
            <a:avLst/>
          </a:prstGeom>
        </p:spPr>
      </p:pic>
      <p:pic>
        <p:nvPicPr>
          <p:cNvPr id="33" name="Picture 32" descr="A cartoon of a house&#10;&#10;Description automatically generated">
            <a:extLst>
              <a:ext uri="{FF2B5EF4-FFF2-40B4-BE49-F238E27FC236}">
                <a16:creationId xmlns:a16="http://schemas.microsoft.com/office/drawing/2014/main" id="{DF3C373B-EFC3-0263-9982-6C9D39478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356" y="2331068"/>
            <a:ext cx="444007" cy="402124"/>
          </a:xfrm>
          <a:prstGeom prst="rect">
            <a:avLst/>
          </a:prstGeom>
        </p:spPr>
      </p:pic>
      <p:pic>
        <p:nvPicPr>
          <p:cNvPr id="34" name="Picture 33" descr="A cartoon of a house&#10;&#10;Description automatically generated">
            <a:extLst>
              <a:ext uri="{FF2B5EF4-FFF2-40B4-BE49-F238E27FC236}">
                <a16:creationId xmlns:a16="http://schemas.microsoft.com/office/drawing/2014/main" id="{3AB405A3-0AA1-2039-CFA8-37B305603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267" y="3227938"/>
            <a:ext cx="444007" cy="4021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595A8B-4304-2992-8F04-557978F4A60C}"/>
              </a:ext>
            </a:extLst>
          </p:cNvPr>
          <p:cNvSpPr txBox="1"/>
          <p:nvPr/>
        </p:nvSpPr>
        <p:spPr>
          <a:xfrm>
            <a:off x="1628986" y="4861630"/>
            <a:ext cx="8934027" cy="861774"/>
          </a:xfrm>
          <a:custGeom>
            <a:avLst/>
            <a:gdLst>
              <a:gd name="connsiteX0" fmla="*/ 0 w 8934027"/>
              <a:gd name="connsiteY0" fmla="*/ 0 h 861774"/>
              <a:gd name="connsiteX1" fmla="*/ 774282 w 8934027"/>
              <a:gd name="connsiteY1" fmla="*/ 0 h 861774"/>
              <a:gd name="connsiteX2" fmla="*/ 1548565 w 8934027"/>
              <a:gd name="connsiteY2" fmla="*/ 0 h 861774"/>
              <a:gd name="connsiteX3" fmla="*/ 2233507 w 8934027"/>
              <a:gd name="connsiteY3" fmla="*/ 0 h 861774"/>
              <a:gd name="connsiteX4" fmla="*/ 2829109 w 8934027"/>
              <a:gd name="connsiteY4" fmla="*/ 0 h 861774"/>
              <a:gd name="connsiteX5" fmla="*/ 3246030 w 8934027"/>
              <a:gd name="connsiteY5" fmla="*/ 0 h 861774"/>
              <a:gd name="connsiteX6" fmla="*/ 3662951 w 8934027"/>
              <a:gd name="connsiteY6" fmla="*/ 0 h 861774"/>
              <a:gd name="connsiteX7" fmla="*/ 4079872 w 8934027"/>
              <a:gd name="connsiteY7" fmla="*/ 0 h 861774"/>
              <a:gd name="connsiteX8" fmla="*/ 4854155 w 8934027"/>
              <a:gd name="connsiteY8" fmla="*/ 0 h 861774"/>
              <a:gd name="connsiteX9" fmla="*/ 5628437 w 8934027"/>
              <a:gd name="connsiteY9" fmla="*/ 0 h 861774"/>
              <a:gd name="connsiteX10" fmla="*/ 6045358 w 8934027"/>
              <a:gd name="connsiteY10" fmla="*/ 0 h 861774"/>
              <a:gd name="connsiteX11" fmla="*/ 6551620 w 8934027"/>
              <a:gd name="connsiteY11" fmla="*/ 0 h 861774"/>
              <a:gd name="connsiteX12" fmla="*/ 7236562 w 8934027"/>
              <a:gd name="connsiteY12" fmla="*/ 0 h 861774"/>
              <a:gd name="connsiteX13" fmla="*/ 7832164 w 8934027"/>
              <a:gd name="connsiteY13" fmla="*/ 0 h 861774"/>
              <a:gd name="connsiteX14" fmla="*/ 8249085 w 8934027"/>
              <a:gd name="connsiteY14" fmla="*/ 0 h 861774"/>
              <a:gd name="connsiteX15" fmla="*/ 8934027 w 8934027"/>
              <a:gd name="connsiteY15" fmla="*/ 0 h 861774"/>
              <a:gd name="connsiteX16" fmla="*/ 8934027 w 8934027"/>
              <a:gd name="connsiteY16" fmla="*/ 448122 h 861774"/>
              <a:gd name="connsiteX17" fmla="*/ 8934027 w 8934027"/>
              <a:gd name="connsiteY17" fmla="*/ 861774 h 861774"/>
              <a:gd name="connsiteX18" fmla="*/ 8159745 w 8934027"/>
              <a:gd name="connsiteY18" fmla="*/ 861774 h 861774"/>
              <a:gd name="connsiteX19" fmla="*/ 7653483 w 8934027"/>
              <a:gd name="connsiteY19" fmla="*/ 861774 h 861774"/>
              <a:gd name="connsiteX20" fmla="*/ 7057881 w 8934027"/>
              <a:gd name="connsiteY20" fmla="*/ 861774 h 861774"/>
              <a:gd name="connsiteX21" fmla="*/ 6372939 w 8934027"/>
              <a:gd name="connsiteY21" fmla="*/ 861774 h 861774"/>
              <a:gd name="connsiteX22" fmla="*/ 5598657 w 8934027"/>
              <a:gd name="connsiteY22" fmla="*/ 861774 h 861774"/>
              <a:gd name="connsiteX23" fmla="*/ 5003055 w 8934027"/>
              <a:gd name="connsiteY23" fmla="*/ 861774 h 861774"/>
              <a:gd name="connsiteX24" fmla="*/ 4675474 w 8934027"/>
              <a:gd name="connsiteY24" fmla="*/ 861774 h 861774"/>
              <a:gd name="connsiteX25" fmla="*/ 4347893 w 8934027"/>
              <a:gd name="connsiteY25" fmla="*/ 861774 h 861774"/>
              <a:gd name="connsiteX26" fmla="*/ 3573611 w 8934027"/>
              <a:gd name="connsiteY26" fmla="*/ 861774 h 861774"/>
              <a:gd name="connsiteX27" fmla="*/ 3067349 w 8934027"/>
              <a:gd name="connsiteY27" fmla="*/ 861774 h 861774"/>
              <a:gd name="connsiteX28" fmla="*/ 2471747 w 8934027"/>
              <a:gd name="connsiteY28" fmla="*/ 861774 h 861774"/>
              <a:gd name="connsiteX29" fmla="*/ 2054826 w 8934027"/>
              <a:gd name="connsiteY29" fmla="*/ 861774 h 861774"/>
              <a:gd name="connsiteX30" fmla="*/ 1727245 w 8934027"/>
              <a:gd name="connsiteY30" fmla="*/ 861774 h 861774"/>
              <a:gd name="connsiteX31" fmla="*/ 1310324 w 8934027"/>
              <a:gd name="connsiteY31" fmla="*/ 861774 h 861774"/>
              <a:gd name="connsiteX32" fmla="*/ 714722 w 8934027"/>
              <a:gd name="connsiteY32" fmla="*/ 861774 h 861774"/>
              <a:gd name="connsiteX33" fmla="*/ 0 w 8934027"/>
              <a:gd name="connsiteY33" fmla="*/ 861774 h 861774"/>
              <a:gd name="connsiteX34" fmla="*/ 0 w 8934027"/>
              <a:gd name="connsiteY34" fmla="*/ 413652 h 861774"/>
              <a:gd name="connsiteX35" fmla="*/ 0 w 8934027"/>
              <a:gd name="connsiteY35" fmla="*/ 0 h 861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34027" h="861774" extrusionOk="0">
                <a:moveTo>
                  <a:pt x="0" y="0"/>
                </a:moveTo>
                <a:cubicBezTo>
                  <a:pt x="248960" y="-72825"/>
                  <a:pt x="469809" y="83591"/>
                  <a:pt x="774282" y="0"/>
                </a:cubicBezTo>
                <a:cubicBezTo>
                  <a:pt x="1078755" y="-83591"/>
                  <a:pt x="1199867" y="23505"/>
                  <a:pt x="1548565" y="0"/>
                </a:cubicBezTo>
                <a:cubicBezTo>
                  <a:pt x="1897263" y="-23505"/>
                  <a:pt x="2015577" y="60883"/>
                  <a:pt x="2233507" y="0"/>
                </a:cubicBezTo>
                <a:cubicBezTo>
                  <a:pt x="2451437" y="-60883"/>
                  <a:pt x="2652773" y="64829"/>
                  <a:pt x="2829109" y="0"/>
                </a:cubicBezTo>
                <a:cubicBezTo>
                  <a:pt x="3005445" y="-64829"/>
                  <a:pt x="3051470" y="2525"/>
                  <a:pt x="3246030" y="0"/>
                </a:cubicBezTo>
                <a:cubicBezTo>
                  <a:pt x="3440590" y="-2525"/>
                  <a:pt x="3467285" y="23974"/>
                  <a:pt x="3662951" y="0"/>
                </a:cubicBezTo>
                <a:cubicBezTo>
                  <a:pt x="3858617" y="-23974"/>
                  <a:pt x="3920289" y="24567"/>
                  <a:pt x="4079872" y="0"/>
                </a:cubicBezTo>
                <a:cubicBezTo>
                  <a:pt x="4239455" y="-24567"/>
                  <a:pt x="4509059" y="29683"/>
                  <a:pt x="4854155" y="0"/>
                </a:cubicBezTo>
                <a:cubicBezTo>
                  <a:pt x="5199251" y="-29683"/>
                  <a:pt x="5357974" y="46397"/>
                  <a:pt x="5628437" y="0"/>
                </a:cubicBezTo>
                <a:cubicBezTo>
                  <a:pt x="5898900" y="-46397"/>
                  <a:pt x="5892667" y="14294"/>
                  <a:pt x="6045358" y="0"/>
                </a:cubicBezTo>
                <a:cubicBezTo>
                  <a:pt x="6198049" y="-14294"/>
                  <a:pt x="6384432" y="32912"/>
                  <a:pt x="6551620" y="0"/>
                </a:cubicBezTo>
                <a:cubicBezTo>
                  <a:pt x="6718808" y="-32912"/>
                  <a:pt x="7050468" y="59974"/>
                  <a:pt x="7236562" y="0"/>
                </a:cubicBezTo>
                <a:cubicBezTo>
                  <a:pt x="7422656" y="-59974"/>
                  <a:pt x="7537689" y="32695"/>
                  <a:pt x="7832164" y="0"/>
                </a:cubicBezTo>
                <a:cubicBezTo>
                  <a:pt x="8126639" y="-32695"/>
                  <a:pt x="8121502" y="43804"/>
                  <a:pt x="8249085" y="0"/>
                </a:cubicBezTo>
                <a:cubicBezTo>
                  <a:pt x="8376668" y="-43804"/>
                  <a:pt x="8674967" y="25821"/>
                  <a:pt x="8934027" y="0"/>
                </a:cubicBezTo>
                <a:cubicBezTo>
                  <a:pt x="8968528" y="186166"/>
                  <a:pt x="8895994" y="333137"/>
                  <a:pt x="8934027" y="448122"/>
                </a:cubicBezTo>
                <a:cubicBezTo>
                  <a:pt x="8972060" y="563107"/>
                  <a:pt x="8887313" y="696102"/>
                  <a:pt x="8934027" y="861774"/>
                </a:cubicBezTo>
                <a:cubicBezTo>
                  <a:pt x="8730948" y="951529"/>
                  <a:pt x="8488712" y="859419"/>
                  <a:pt x="8159745" y="861774"/>
                </a:cubicBezTo>
                <a:cubicBezTo>
                  <a:pt x="7830778" y="864129"/>
                  <a:pt x="7893480" y="835254"/>
                  <a:pt x="7653483" y="861774"/>
                </a:cubicBezTo>
                <a:cubicBezTo>
                  <a:pt x="7413486" y="888294"/>
                  <a:pt x="7331910" y="853726"/>
                  <a:pt x="7057881" y="861774"/>
                </a:cubicBezTo>
                <a:cubicBezTo>
                  <a:pt x="6783852" y="869822"/>
                  <a:pt x="6645195" y="837571"/>
                  <a:pt x="6372939" y="861774"/>
                </a:cubicBezTo>
                <a:cubicBezTo>
                  <a:pt x="6100683" y="885977"/>
                  <a:pt x="5883525" y="859673"/>
                  <a:pt x="5598657" y="861774"/>
                </a:cubicBezTo>
                <a:cubicBezTo>
                  <a:pt x="5313789" y="863875"/>
                  <a:pt x="5203208" y="801764"/>
                  <a:pt x="5003055" y="861774"/>
                </a:cubicBezTo>
                <a:cubicBezTo>
                  <a:pt x="4802902" y="921784"/>
                  <a:pt x="4837854" y="832055"/>
                  <a:pt x="4675474" y="861774"/>
                </a:cubicBezTo>
                <a:cubicBezTo>
                  <a:pt x="4513094" y="891493"/>
                  <a:pt x="4434695" y="831098"/>
                  <a:pt x="4347893" y="861774"/>
                </a:cubicBezTo>
                <a:cubicBezTo>
                  <a:pt x="4261091" y="892450"/>
                  <a:pt x="3865505" y="783668"/>
                  <a:pt x="3573611" y="861774"/>
                </a:cubicBezTo>
                <a:cubicBezTo>
                  <a:pt x="3281717" y="939880"/>
                  <a:pt x="3225475" y="861116"/>
                  <a:pt x="3067349" y="861774"/>
                </a:cubicBezTo>
                <a:cubicBezTo>
                  <a:pt x="2909223" y="862432"/>
                  <a:pt x="2672818" y="821445"/>
                  <a:pt x="2471747" y="861774"/>
                </a:cubicBezTo>
                <a:cubicBezTo>
                  <a:pt x="2270676" y="902103"/>
                  <a:pt x="2202297" y="853561"/>
                  <a:pt x="2054826" y="861774"/>
                </a:cubicBezTo>
                <a:cubicBezTo>
                  <a:pt x="1907355" y="869987"/>
                  <a:pt x="1888603" y="823652"/>
                  <a:pt x="1727245" y="861774"/>
                </a:cubicBezTo>
                <a:cubicBezTo>
                  <a:pt x="1565887" y="899896"/>
                  <a:pt x="1514560" y="847582"/>
                  <a:pt x="1310324" y="861774"/>
                </a:cubicBezTo>
                <a:cubicBezTo>
                  <a:pt x="1106088" y="875966"/>
                  <a:pt x="932671" y="836674"/>
                  <a:pt x="714722" y="861774"/>
                </a:cubicBezTo>
                <a:cubicBezTo>
                  <a:pt x="496773" y="886874"/>
                  <a:pt x="274453" y="777909"/>
                  <a:pt x="0" y="861774"/>
                </a:cubicBezTo>
                <a:cubicBezTo>
                  <a:pt x="-4197" y="671166"/>
                  <a:pt x="23170" y="582362"/>
                  <a:pt x="0" y="413652"/>
                </a:cubicBezTo>
                <a:cubicBezTo>
                  <a:pt x="-23170" y="244942"/>
                  <a:pt x="19080" y="101269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37069269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PH" sz="2500" dirty="0"/>
              <a:t>But there will be datasets that are different but will have the same </a:t>
            </a:r>
            <a:r>
              <a:rPr lang="en-PH" sz="2500" b="1" dirty="0"/>
              <a:t>x-variance</a:t>
            </a:r>
            <a:r>
              <a:rPr lang="en-PH" sz="2500" dirty="0"/>
              <a:t> and </a:t>
            </a:r>
            <a:r>
              <a:rPr lang="en-PH" sz="2500" b="1" dirty="0"/>
              <a:t>y-variance</a:t>
            </a:r>
            <a:r>
              <a:rPr lang="en-PH" sz="25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2680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62DE67-3201-F42E-A2C8-3AC8967D1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30299E40-05ED-851E-EFAF-83E34A0F8A20}"/>
              </a:ext>
            </a:extLst>
          </p:cNvPr>
          <p:cNvGrpSpPr/>
          <p:nvPr/>
        </p:nvGrpSpPr>
        <p:grpSpPr>
          <a:xfrm>
            <a:off x="545107" y="1385555"/>
            <a:ext cx="4573141" cy="2440537"/>
            <a:chOff x="2897634" y="1570657"/>
            <a:chExt cx="6840726" cy="3419405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520B83B-7D32-3AFD-926F-4CC0567C69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7634" y="1610592"/>
              <a:ext cx="0" cy="337947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9B6FD9B8-D696-04C4-0795-F16ABF17B262}"/>
                </a:ext>
              </a:extLst>
            </p:cNvPr>
            <p:cNvCxnSpPr>
              <a:cxnSpLocks/>
            </p:cNvCxnSpPr>
            <p:nvPr/>
          </p:nvCxnSpPr>
          <p:spPr>
            <a:xfrm>
              <a:off x="2897634" y="4960248"/>
              <a:ext cx="6840726" cy="2981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3" name="Picture 2" descr="A cartoon of a house&#10;&#10;Description automatically generated">
              <a:extLst>
                <a:ext uri="{FF2B5EF4-FFF2-40B4-BE49-F238E27FC236}">
                  <a16:creationId xmlns:a16="http://schemas.microsoft.com/office/drawing/2014/main" id="{8E49AC01-5C95-9526-5ED3-3F078BBE7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48493" y="1570657"/>
              <a:ext cx="664167" cy="563411"/>
            </a:xfrm>
            <a:prstGeom prst="rect">
              <a:avLst/>
            </a:prstGeom>
          </p:spPr>
        </p:pic>
        <p:pic>
          <p:nvPicPr>
            <p:cNvPr id="21" name="Picture 20" descr="A cartoon of a house&#10;&#10;Description automatically generated">
              <a:extLst>
                <a:ext uri="{FF2B5EF4-FFF2-40B4-BE49-F238E27FC236}">
                  <a16:creationId xmlns:a16="http://schemas.microsoft.com/office/drawing/2014/main" id="{7509C18C-8350-5765-B2E5-B87FDEB22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63916" y="2865589"/>
              <a:ext cx="664167" cy="563411"/>
            </a:xfrm>
            <a:prstGeom prst="rect">
              <a:avLst/>
            </a:prstGeom>
          </p:spPr>
        </p:pic>
        <p:pic>
          <p:nvPicPr>
            <p:cNvPr id="22" name="Picture 21" descr="A cartoon of a house&#10;&#10;Description automatically generated">
              <a:extLst>
                <a:ext uri="{FF2B5EF4-FFF2-40B4-BE49-F238E27FC236}">
                  <a16:creationId xmlns:a16="http://schemas.microsoft.com/office/drawing/2014/main" id="{94BAD834-CB2A-CCBD-15DF-1488E313B6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16616" y="4046689"/>
              <a:ext cx="664167" cy="563411"/>
            </a:xfrm>
            <a:prstGeom prst="rect">
              <a:avLst/>
            </a:prstGeom>
          </p:spPr>
        </p:pic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A5A2E97-527B-9222-D2A4-B847D2FB22E9}"/>
              </a:ext>
            </a:extLst>
          </p:cNvPr>
          <p:cNvCxnSpPr>
            <a:cxnSpLocks/>
          </p:cNvCxnSpPr>
          <p:nvPr/>
        </p:nvCxnSpPr>
        <p:spPr>
          <a:xfrm flipV="1">
            <a:off x="6839198" y="1435337"/>
            <a:ext cx="0" cy="241203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4971B87-5F75-D37E-37D8-99F196EE3C63}"/>
              </a:ext>
            </a:extLst>
          </p:cNvPr>
          <p:cNvCxnSpPr>
            <a:cxnSpLocks/>
          </p:cNvCxnSpPr>
          <p:nvPr/>
        </p:nvCxnSpPr>
        <p:spPr>
          <a:xfrm>
            <a:off x="6839198" y="3826092"/>
            <a:ext cx="4573141" cy="2127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2" name="Picture 31" descr="A cartoon of a house&#10;&#10;Description automatically generated">
            <a:extLst>
              <a:ext uri="{FF2B5EF4-FFF2-40B4-BE49-F238E27FC236}">
                <a16:creationId xmlns:a16="http://schemas.microsoft.com/office/drawing/2014/main" id="{7A7F24E9-CD09-0834-E407-8563D7EB0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9118" y="1435337"/>
            <a:ext cx="444007" cy="402124"/>
          </a:xfrm>
          <a:prstGeom prst="rect">
            <a:avLst/>
          </a:prstGeom>
        </p:spPr>
      </p:pic>
      <p:pic>
        <p:nvPicPr>
          <p:cNvPr id="33" name="Picture 32" descr="A cartoon of a house&#10;&#10;Description automatically generated">
            <a:extLst>
              <a:ext uri="{FF2B5EF4-FFF2-40B4-BE49-F238E27FC236}">
                <a16:creationId xmlns:a16="http://schemas.microsoft.com/office/drawing/2014/main" id="{87FF9666-0FBD-34DB-E2C9-6AD3D57A6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356" y="2331068"/>
            <a:ext cx="444007" cy="402124"/>
          </a:xfrm>
          <a:prstGeom prst="rect">
            <a:avLst/>
          </a:prstGeom>
        </p:spPr>
      </p:pic>
      <p:pic>
        <p:nvPicPr>
          <p:cNvPr id="34" name="Picture 33" descr="A cartoon of a house&#10;&#10;Description automatically generated">
            <a:extLst>
              <a:ext uri="{FF2B5EF4-FFF2-40B4-BE49-F238E27FC236}">
                <a16:creationId xmlns:a16="http://schemas.microsoft.com/office/drawing/2014/main" id="{57E4187C-7267-9F5B-0523-E4736FCB5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267" y="3227938"/>
            <a:ext cx="444007" cy="402124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8670EE7C-A891-4437-19F5-2FC581596E4D}"/>
              </a:ext>
            </a:extLst>
          </p:cNvPr>
          <p:cNvGrpSpPr/>
          <p:nvPr/>
        </p:nvGrpSpPr>
        <p:grpSpPr>
          <a:xfrm>
            <a:off x="1210942" y="674359"/>
            <a:ext cx="1316448" cy="586240"/>
            <a:chOff x="3885262" y="2219308"/>
            <a:chExt cx="1316448" cy="58624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2CC2DC0-F724-AB1E-6CDD-7056073C5095}"/>
                </a:ext>
              </a:extLst>
            </p:cNvPr>
            <p:cNvGrpSpPr/>
            <p:nvPr/>
          </p:nvGrpSpPr>
          <p:grpSpPr>
            <a:xfrm>
              <a:off x="3885262" y="2547526"/>
              <a:ext cx="1316448" cy="258022"/>
              <a:chOff x="3894666" y="2424536"/>
              <a:chExt cx="1316448" cy="258022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D8CB6DB3-B026-6464-6E29-421DF07735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5268EC9-8F1B-CA1C-153F-4705A69B81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6B51A94C-C298-4C01-C4FE-096B0E1FD3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E2D2E68-A8F4-7453-FD6D-8D2EDC6E1460}"/>
                </a:ext>
              </a:extLst>
            </p:cNvPr>
            <p:cNvSpPr txBox="1"/>
            <p:nvPr/>
          </p:nvSpPr>
          <p:spPr>
            <a:xfrm>
              <a:off x="4389791" y="22193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2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68BF6C4-F436-F8DD-8302-D32C91224969}"/>
              </a:ext>
            </a:extLst>
          </p:cNvPr>
          <p:cNvGrpSpPr/>
          <p:nvPr/>
        </p:nvGrpSpPr>
        <p:grpSpPr>
          <a:xfrm>
            <a:off x="2851340" y="674359"/>
            <a:ext cx="1316448" cy="586240"/>
            <a:chOff x="3885262" y="2219308"/>
            <a:chExt cx="1316448" cy="58624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0D6CE7E-216D-F8D3-6D24-C3919444E491}"/>
                </a:ext>
              </a:extLst>
            </p:cNvPr>
            <p:cNvGrpSpPr/>
            <p:nvPr/>
          </p:nvGrpSpPr>
          <p:grpSpPr>
            <a:xfrm>
              <a:off x="3885262" y="2547526"/>
              <a:ext cx="1316448" cy="258022"/>
              <a:chOff x="3894666" y="2424536"/>
              <a:chExt cx="1316448" cy="258022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1590BC7-C212-7ADD-E51A-89791178E0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A47163D5-18E3-6781-BCF1-0042874A72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2C569D57-0CF4-97DD-C3A3-896A35642C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C4BD155-D8E4-0A82-D78E-C1495AB2A7B6}"/>
                </a:ext>
              </a:extLst>
            </p:cNvPr>
            <p:cNvSpPr txBox="1"/>
            <p:nvPr/>
          </p:nvSpPr>
          <p:spPr>
            <a:xfrm>
              <a:off x="4389791" y="22193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2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CCD9FEB-3036-AB7B-C8C3-3CDE68353F7B}"/>
              </a:ext>
            </a:extLst>
          </p:cNvPr>
          <p:cNvGrpSpPr/>
          <p:nvPr/>
        </p:nvGrpSpPr>
        <p:grpSpPr>
          <a:xfrm>
            <a:off x="7464474" y="750513"/>
            <a:ext cx="1316448" cy="586240"/>
            <a:chOff x="3885262" y="2219308"/>
            <a:chExt cx="1316448" cy="58624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66E23B3-BE69-6D0C-ABE3-4CB8E59D4194}"/>
                </a:ext>
              </a:extLst>
            </p:cNvPr>
            <p:cNvGrpSpPr/>
            <p:nvPr/>
          </p:nvGrpSpPr>
          <p:grpSpPr>
            <a:xfrm>
              <a:off x="3885262" y="2547526"/>
              <a:ext cx="1316448" cy="258022"/>
              <a:chOff x="3894666" y="2424536"/>
              <a:chExt cx="1316448" cy="258022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68B1D9B5-3BBA-D2AC-F837-3F3D62E9A0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D29C3D92-2A6E-4620-1551-5DD9C7EDAE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CA2024AB-A878-DCA1-998F-B939A37A88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528C7B6-0A6F-68DD-841A-3BE5C35BC073}"/>
                </a:ext>
              </a:extLst>
            </p:cNvPr>
            <p:cNvSpPr txBox="1"/>
            <p:nvPr/>
          </p:nvSpPr>
          <p:spPr>
            <a:xfrm>
              <a:off x="4389791" y="22193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2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F56A991-B15E-1F66-27E0-0E35497B73B1}"/>
              </a:ext>
            </a:extLst>
          </p:cNvPr>
          <p:cNvGrpSpPr/>
          <p:nvPr/>
        </p:nvGrpSpPr>
        <p:grpSpPr>
          <a:xfrm>
            <a:off x="9104872" y="750513"/>
            <a:ext cx="1316448" cy="586240"/>
            <a:chOff x="3885262" y="2219308"/>
            <a:chExt cx="1316448" cy="586240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3F30B8B0-2066-7E9B-ED65-3C38DE7B45D9}"/>
                </a:ext>
              </a:extLst>
            </p:cNvPr>
            <p:cNvGrpSpPr/>
            <p:nvPr/>
          </p:nvGrpSpPr>
          <p:grpSpPr>
            <a:xfrm>
              <a:off x="3885262" y="2547526"/>
              <a:ext cx="1316448" cy="258022"/>
              <a:chOff x="3894666" y="2424536"/>
              <a:chExt cx="1316448" cy="25802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D7EE3B67-B33B-F2FE-B5D6-FDE4A71E24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4502582A-480B-1FE1-9356-D6B3368063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191217EE-AD30-6E19-CCE9-250FA0CB80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61A1690-7221-AA45-1D6D-88BFBED8F1C7}"/>
                </a:ext>
              </a:extLst>
            </p:cNvPr>
            <p:cNvSpPr txBox="1"/>
            <p:nvPr/>
          </p:nvSpPr>
          <p:spPr>
            <a:xfrm>
              <a:off x="4389791" y="22193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2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6EDB04A-9FCE-E4F7-F278-9EDAE1540EC6}"/>
              </a:ext>
            </a:extLst>
          </p:cNvPr>
          <p:cNvGrpSpPr/>
          <p:nvPr/>
        </p:nvGrpSpPr>
        <p:grpSpPr>
          <a:xfrm>
            <a:off x="4743224" y="1690381"/>
            <a:ext cx="478402" cy="619408"/>
            <a:chOff x="4743224" y="1690381"/>
            <a:chExt cx="478402" cy="619408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60771389-6DA3-870F-B395-EB387D5D09FF}"/>
                </a:ext>
              </a:extLst>
            </p:cNvPr>
            <p:cNvGrpSpPr/>
            <p:nvPr/>
          </p:nvGrpSpPr>
          <p:grpSpPr>
            <a:xfrm rot="5400000">
              <a:off x="4562531" y="1871074"/>
              <a:ext cx="619408" cy="258022"/>
              <a:chOff x="3894666" y="2424536"/>
              <a:chExt cx="1316448" cy="258022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CB4FB06F-CDC1-C339-4B2F-566DD31C5D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B522A653-6B24-4F4E-EA6F-F5AE496CFA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D742B0F8-9E36-F76E-6114-291EC788C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4D529B3-0BD6-81FE-CFC0-3F15AD21B321}"/>
                </a:ext>
              </a:extLst>
            </p:cNvPr>
            <p:cNvSpPr txBox="1"/>
            <p:nvPr/>
          </p:nvSpPr>
          <p:spPr>
            <a:xfrm>
              <a:off x="4913528" y="183488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1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354DE3A-CFF4-13E8-6798-98E7B5DABBB9}"/>
              </a:ext>
            </a:extLst>
          </p:cNvPr>
          <p:cNvGrpSpPr/>
          <p:nvPr/>
        </p:nvGrpSpPr>
        <p:grpSpPr>
          <a:xfrm>
            <a:off x="4743224" y="2637379"/>
            <a:ext cx="478402" cy="619408"/>
            <a:chOff x="4743224" y="1690381"/>
            <a:chExt cx="478402" cy="619408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51493FB6-C2E1-6837-BB6F-0A7945609E90}"/>
                </a:ext>
              </a:extLst>
            </p:cNvPr>
            <p:cNvGrpSpPr/>
            <p:nvPr/>
          </p:nvGrpSpPr>
          <p:grpSpPr>
            <a:xfrm rot="5400000">
              <a:off x="4562531" y="1871074"/>
              <a:ext cx="619408" cy="258022"/>
              <a:chOff x="3894666" y="2424536"/>
              <a:chExt cx="1316448" cy="258022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AE1C3F80-8CBD-EEA3-7339-D783D30F6E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62A8FC3-D4F7-8B50-9939-802ABCD424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2DA88C18-4E8C-A660-FE35-FA48BAEC03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760CB19-A00A-9715-2110-3449A2E225F1}"/>
                </a:ext>
              </a:extLst>
            </p:cNvPr>
            <p:cNvSpPr txBox="1"/>
            <p:nvPr/>
          </p:nvSpPr>
          <p:spPr>
            <a:xfrm>
              <a:off x="4913528" y="183488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1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26C4CEC-356E-2C63-05B9-3C7CF5FC7258}"/>
              </a:ext>
            </a:extLst>
          </p:cNvPr>
          <p:cNvGrpSpPr/>
          <p:nvPr/>
        </p:nvGrpSpPr>
        <p:grpSpPr>
          <a:xfrm>
            <a:off x="11157628" y="1787679"/>
            <a:ext cx="478402" cy="619408"/>
            <a:chOff x="4743224" y="1690381"/>
            <a:chExt cx="478402" cy="619408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283886FA-B145-1594-1E23-91F5719C4CA0}"/>
                </a:ext>
              </a:extLst>
            </p:cNvPr>
            <p:cNvGrpSpPr/>
            <p:nvPr/>
          </p:nvGrpSpPr>
          <p:grpSpPr>
            <a:xfrm rot="5400000">
              <a:off x="4562531" y="1871074"/>
              <a:ext cx="619408" cy="258022"/>
              <a:chOff x="3894666" y="2424536"/>
              <a:chExt cx="1316448" cy="258022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2EEFAAD2-6851-35CC-3B9F-CB4411072B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C1A655C0-EDAA-E809-FC69-5E25E7532B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08EF8FEC-5C73-9538-50E9-FDFD52A3E2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8B76C65-025B-DC7A-135B-A157957AD96E}"/>
                </a:ext>
              </a:extLst>
            </p:cNvPr>
            <p:cNvSpPr txBox="1"/>
            <p:nvPr/>
          </p:nvSpPr>
          <p:spPr>
            <a:xfrm>
              <a:off x="4913528" y="183488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1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48E4461-C06C-D499-201C-58D096220703}"/>
              </a:ext>
            </a:extLst>
          </p:cNvPr>
          <p:cNvGrpSpPr/>
          <p:nvPr/>
        </p:nvGrpSpPr>
        <p:grpSpPr>
          <a:xfrm>
            <a:off x="11157628" y="2734677"/>
            <a:ext cx="478402" cy="619408"/>
            <a:chOff x="4743224" y="1690381"/>
            <a:chExt cx="478402" cy="619408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99047219-0A55-99F7-BBB2-4B6B97087118}"/>
                </a:ext>
              </a:extLst>
            </p:cNvPr>
            <p:cNvGrpSpPr/>
            <p:nvPr/>
          </p:nvGrpSpPr>
          <p:grpSpPr>
            <a:xfrm rot="5400000">
              <a:off x="4562531" y="1871074"/>
              <a:ext cx="619408" cy="258022"/>
              <a:chOff x="3894666" y="2424536"/>
              <a:chExt cx="1316448" cy="258022"/>
            </a:xfrm>
          </p:grpSpPr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466BACEB-D407-3731-7213-97E2C1CC4E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7F3E24B5-8C14-51BA-5A37-1D8AB56D7A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27986AF4-31F6-8D8F-CDD4-BFA07368EC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A62D9E9-979E-0675-00B2-843611C66E8B}"/>
                </a:ext>
              </a:extLst>
            </p:cNvPr>
            <p:cNvSpPr txBox="1"/>
            <p:nvPr/>
          </p:nvSpPr>
          <p:spPr>
            <a:xfrm>
              <a:off x="4913528" y="183488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1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7D52960-A5D5-711A-275F-EA82D7578D86}"/>
              </a:ext>
            </a:extLst>
          </p:cNvPr>
          <p:cNvSpPr txBox="1"/>
          <p:nvPr/>
        </p:nvSpPr>
        <p:spPr>
          <a:xfrm>
            <a:off x="1628986" y="4861630"/>
            <a:ext cx="8934027" cy="1246495"/>
          </a:xfrm>
          <a:custGeom>
            <a:avLst/>
            <a:gdLst>
              <a:gd name="connsiteX0" fmla="*/ 0 w 8934027"/>
              <a:gd name="connsiteY0" fmla="*/ 0 h 1246495"/>
              <a:gd name="connsiteX1" fmla="*/ 774282 w 8934027"/>
              <a:gd name="connsiteY1" fmla="*/ 0 h 1246495"/>
              <a:gd name="connsiteX2" fmla="*/ 1548565 w 8934027"/>
              <a:gd name="connsiteY2" fmla="*/ 0 h 1246495"/>
              <a:gd name="connsiteX3" fmla="*/ 2233507 w 8934027"/>
              <a:gd name="connsiteY3" fmla="*/ 0 h 1246495"/>
              <a:gd name="connsiteX4" fmla="*/ 2829109 w 8934027"/>
              <a:gd name="connsiteY4" fmla="*/ 0 h 1246495"/>
              <a:gd name="connsiteX5" fmla="*/ 3246030 w 8934027"/>
              <a:gd name="connsiteY5" fmla="*/ 0 h 1246495"/>
              <a:gd name="connsiteX6" fmla="*/ 3662951 w 8934027"/>
              <a:gd name="connsiteY6" fmla="*/ 0 h 1246495"/>
              <a:gd name="connsiteX7" fmla="*/ 4079872 w 8934027"/>
              <a:gd name="connsiteY7" fmla="*/ 0 h 1246495"/>
              <a:gd name="connsiteX8" fmla="*/ 4854155 w 8934027"/>
              <a:gd name="connsiteY8" fmla="*/ 0 h 1246495"/>
              <a:gd name="connsiteX9" fmla="*/ 5628437 w 8934027"/>
              <a:gd name="connsiteY9" fmla="*/ 0 h 1246495"/>
              <a:gd name="connsiteX10" fmla="*/ 6045358 w 8934027"/>
              <a:gd name="connsiteY10" fmla="*/ 0 h 1246495"/>
              <a:gd name="connsiteX11" fmla="*/ 6551620 w 8934027"/>
              <a:gd name="connsiteY11" fmla="*/ 0 h 1246495"/>
              <a:gd name="connsiteX12" fmla="*/ 7236562 w 8934027"/>
              <a:gd name="connsiteY12" fmla="*/ 0 h 1246495"/>
              <a:gd name="connsiteX13" fmla="*/ 7832164 w 8934027"/>
              <a:gd name="connsiteY13" fmla="*/ 0 h 1246495"/>
              <a:gd name="connsiteX14" fmla="*/ 8249085 w 8934027"/>
              <a:gd name="connsiteY14" fmla="*/ 0 h 1246495"/>
              <a:gd name="connsiteX15" fmla="*/ 8934027 w 8934027"/>
              <a:gd name="connsiteY15" fmla="*/ 0 h 1246495"/>
              <a:gd name="connsiteX16" fmla="*/ 8934027 w 8934027"/>
              <a:gd name="connsiteY16" fmla="*/ 440428 h 1246495"/>
              <a:gd name="connsiteX17" fmla="*/ 8934027 w 8934027"/>
              <a:gd name="connsiteY17" fmla="*/ 855927 h 1246495"/>
              <a:gd name="connsiteX18" fmla="*/ 8934027 w 8934027"/>
              <a:gd name="connsiteY18" fmla="*/ 1246495 h 1246495"/>
              <a:gd name="connsiteX19" fmla="*/ 8338425 w 8934027"/>
              <a:gd name="connsiteY19" fmla="*/ 1246495 h 1246495"/>
              <a:gd name="connsiteX20" fmla="*/ 7742823 w 8934027"/>
              <a:gd name="connsiteY20" fmla="*/ 1246495 h 1246495"/>
              <a:gd name="connsiteX21" fmla="*/ 7057881 w 8934027"/>
              <a:gd name="connsiteY21" fmla="*/ 1246495 h 1246495"/>
              <a:gd name="connsiteX22" fmla="*/ 6283599 w 8934027"/>
              <a:gd name="connsiteY22" fmla="*/ 1246495 h 1246495"/>
              <a:gd name="connsiteX23" fmla="*/ 5687997 w 8934027"/>
              <a:gd name="connsiteY23" fmla="*/ 1246495 h 1246495"/>
              <a:gd name="connsiteX24" fmla="*/ 5360416 w 8934027"/>
              <a:gd name="connsiteY24" fmla="*/ 1246495 h 1246495"/>
              <a:gd name="connsiteX25" fmla="*/ 5032835 w 8934027"/>
              <a:gd name="connsiteY25" fmla="*/ 1246495 h 1246495"/>
              <a:gd name="connsiteX26" fmla="*/ 4258553 w 8934027"/>
              <a:gd name="connsiteY26" fmla="*/ 1246495 h 1246495"/>
              <a:gd name="connsiteX27" fmla="*/ 3752291 w 8934027"/>
              <a:gd name="connsiteY27" fmla="*/ 1246495 h 1246495"/>
              <a:gd name="connsiteX28" fmla="*/ 3156690 w 8934027"/>
              <a:gd name="connsiteY28" fmla="*/ 1246495 h 1246495"/>
              <a:gd name="connsiteX29" fmla="*/ 2739768 w 8934027"/>
              <a:gd name="connsiteY29" fmla="*/ 1246495 h 1246495"/>
              <a:gd name="connsiteX30" fmla="*/ 2412187 w 8934027"/>
              <a:gd name="connsiteY30" fmla="*/ 1246495 h 1246495"/>
              <a:gd name="connsiteX31" fmla="*/ 1995266 w 8934027"/>
              <a:gd name="connsiteY31" fmla="*/ 1246495 h 1246495"/>
              <a:gd name="connsiteX32" fmla="*/ 1399664 w 8934027"/>
              <a:gd name="connsiteY32" fmla="*/ 1246495 h 1246495"/>
              <a:gd name="connsiteX33" fmla="*/ 982743 w 8934027"/>
              <a:gd name="connsiteY33" fmla="*/ 1246495 h 1246495"/>
              <a:gd name="connsiteX34" fmla="*/ 0 w 8934027"/>
              <a:gd name="connsiteY34" fmla="*/ 1246495 h 1246495"/>
              <a:gd name="connsiteX35" fmla="*/ 0 w 8934027"/>
              <a:gd name="connsiteY35" fmla="*/ 830997 h 1246495"/>
              <a:gd name="connsiteX36" fmla="*/ 0 w 8934027"/>
              <a:gd name="connsiteY36" fmla="*/ 427963 h 1246495"/>
              <a:gd name="connsiteX37" fmla="*/ 0 w 8934027"/>
              <a:gd name="connsiteY37" fmla="*/ 0 h 1246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8934027" h="1246495" extrusionOk="0">
                <a:moveTo>
                  <a:pt x="0" y="0"/>
                </a:moveTo>
                <a:cubicBezTo>
                  <a:pt x="248960" y="-72825"/>
                  <a:pt x="469809" y="83591"/>
                  <a:pt x="774282" y="0"/>
                </a:cubicBezTo>
                <a:cubicBezTo>
                  <a:pt x="1078755" y="-83591"/>
                  <a:pt x="1199867" y="23505"/>
                  <a:pt x="1548565" y="0"/>
                </a:cubicBezTo>
                <a:cubicBezTo>
                  <a:pt x="1897263" y="-23505"/>
                  <a:pt x="2015577" y="60883"/>
                  <a:pt x="2233507" y="0"/>
                </a:cubicBezTo>
                <a:cubicBezTo>
                  <a:pt x="2451437" y="-60883"/>
                  <a:pt x="2652773" y="64829"/>
                  <a:pt x="2829109" y="0"/>
                </a:cubicBezTo>
                <a:cubicBezTo>
                  <a:pt x="3005445" y="-64829"/>
                  <a:pt x="3051470" y="2525"/>
                  <a:pt x="3246030" y="0"/>
                </a:cubicBezTo>
                <a:cubicBezTo>
                  <a:pt x="3440590" y="-2525"/>
                  <a:pt x="3467285" y="23974"/>
                  <a:pt x="3662951" y="0"/>
                </a:cubicBezTo>
                <a:cubicBezTo>
                  <a:pt x="3858617" y="-23974"/>
                  <a:pt x="3920289" y="24567"/>
                  <a:pt x="4079872" y="0"/>
                </a:cubicBezTo>
                <a:cubicBezTo>
                  <a:pt x="4239455" y="-24567"/>
                  <a:pt x="4509059" y="29683"/>
                  <a:pt x="4854155" y="0"/>
                </a:cubicBezTo>
                <a:cubicBezTo>
                  <a:pt x="5199251" y="-29683"/>
                  <a:pt x="5357974" y="46397"/>
                  <a:pt x="5628437" y="0"/>
                </a:cubicBezTo>
                <a:cubicBezTo>
                  <a:pt x="5898900" y="-46397"/>
                  <a:pt x="5892667" y="14294"/>
                  <a:pt x="6045358" y="0"/>
                </a:cubicBezTo>
                <a:cubicBezTo>
                  <a:pt x="6198049" y="-14294"/>
                  <a:pt x="6384432" y="32912"/>
                  <a:pt x="6551620" y="0"/>
                </a:cubicBezTo>
                <a:cubicBezTo>
                  <a:pt x="6718808" y="-32912"/>
                  <a:pt x="7050468" y="59974"/>
                  <a:pt x="7236562" y="0"/>
                </a:cubicBezTo>
                <a:cubicBezTo>
                  <a:pt x="7422656" y="-59974"/>
                  <a:pt x="7537689" y="32695"/>
                  <a:pt x="7832164" y="0"/>
                </a:cubicBezTo>
                <a:cubicBezTo>
                  <a:pt x="8126639" y="-32695"/>
                  <a:pt x="8121502" y="43804"/>
                  <a:pt x="8249085" y="0"/>
                </a:cubicBezTo>
                <a:cubicBezTo>
                  <a:pt x="8376668" y="-43804"/>
                  <a:pt x="8674967" y="25821"/>
                  <a:pt x="8934027" y="0"/>
                </a:cubicBezTo>
                <a:cubicBezTo>
                  <a:pt x="8967390" y="95068"/>
                  <a:pt x="8895087" y="349903"/>
                  <a:pt x="8934027" y="440428"/>
                </a:cubicBezTo>
                <a:cubicBezTo>
                  <a:pt x="8972967" y="530953"/>
                  <a:pt x="8928149" y="705562"/>
                  <a:pt x="8934027" y="855927"/>
                </a:cubicBezTo>
                <a:cubicBezTo>
                  <a:pt x="8939905" y="1006292"/>
                  <a:pt x="8925694" y="1163429"/>
                  <a:pt x="8934027" y="1246495"/>
                </a:cubicBezTo>
                <a:cubicBezTo>
                  <a:pt x="8789729" y="1316554"/>
                  <a:pt x="8568120" y="1207844"/>
                  <a:pt x="8338425" y="1246495"/>
                </a:cubicBezTo>
                <a:cubicBezTo>
                  <a:pt x="8108730" y="1285146"/>
                  <a:pt x="8016852" y="1238447"/>
                  <a:pt x="7742823" y="1246495"/>
                </a:cubicBezTo>
                <a:cubicBezTo>
                  <a:pt x="7468794" y="1254543"/>
                  <a:pt x="7330137" y="1222292"/>
                  <a:pt x="7057881" y="1246495"/>
                </a:cubicBezTo>
                <a:cubicBezTo>
                  <a:pt x="6785625" y="1270698"/>
                  <a:pt x="6568467" y="1244394"/>
                  <a:pt x="6283599" y="1246495"/>
                </a:cubicBezTo>
                <a:cubicBezTo>
                  <a:pt x="5998731" y="1248596"/>
                  <a:pt x="5888150" y="1186485"/>
                  <a:pt x="5687997" y="1246495"/>
                </a:cubicBezTo>
                <a:cubicBezTo>
                  <a:pt x="5487844" y="1306505"/>
                  <a:pt x="5522796" y="1216776"/>
                  <a:pt x="5360416" y="1246495"/>
                </a:cubicBezTo>
                <a:cubicBezTo>
                  <a:pt x="5198036" y="1276214"/>
                  <a:pt x="5119637" y="1215819"/>
                  <a:pt x="5032835" y="1246495"/>
                </a:cubicBezTo>
                <a:cubicBezTo>
                  <a:pt x="4946033" y="1277171"/>
                  <a:pt x="4550447" y="1168389"/>
                  <a:pt x="4258553" y="1246495"/>
                </a:cubicBezTo>
                <a:cubicBezTo>
                  <a:pt x="3966659" y="1324601"/>
                  <a:pt x="3910417" y="1245837"/>
                  <a:pt x="3752291" y="1246495"/>
                </a:cubicBezTo>
                <a:cubicBezTo>
                  <a:pt x="3594165" y="1247153"/>
                  <a:pt x="3356796" y="1205558"/>
                  <a:pt x="3156690" y="1246495"/>
                </a:cubicBezTo>
                <a:cubicBezTo>
                  <a:pt x="2956584" y="1287432"/>
                  <a:pt x="2893883" y="1242183"/>
                  <a:pt x="2739768" y="1246495"/>
                </a:cubicBezTo>
                <a:cubicBezTo>
                  <a:pt x="2585653" y="1250807"/>
                  <a:pt x="2573545" y="1208373"/>
                  <a:pt x="2412187" y="1246495"/>
                </a:cubicBezTo>
                <a:cubicBezTo>
                  <a:pt x="2250829" y="1284617"/>
                  <a:pt x="2199502" y="1232303"/>
                  <a:pt x="1995266" y="1246495"/>
                </a:cubicBezTo>
                <a:cubicBezTo>
                  <a:pt x="1791030" y="1260687"/>
                  <a:pt x="1617613" y="1221395"/>
                  <a:pt x="1399664" y="1246495"/>
                </a:cubicBezTo>
                <a:cubicBezTo>
                  <a:pt x="1181715" y="1271595"/>
                  <a:pt x="1128423" y="1205409"/>
                  <a:pt x="982743" y="1246495"/>
                </a:cubicBezTo>
                <a:cubicBezTo>
                  <a:pt x="837063" y="1287581"/>
                  <a:pt x="341567" y="1144387"/>
                  <a:pt x="0" y="1246495"/>
                </a:cubicBezTo>
                <a:cubicBezTo>
                  <a:pt x="-34572" y="1042784"/>
                  <a:pt x="16246" y="917564"/>
                  <a:pt x="0" y="830997"/>
                </a:cubicBezTo>
                <a:cubicBezTo>
                  <a:pt x="-16246" y="744430"/>
                  <a:pt x="24742" y="514916"/>
                  <a:pt x="0" y="427963"/>
                </a:cubicBezTo>
                <a:cubicBezTo>
                  <a:pt x="-24742" y="341010"/>
                  <a:pt x="31456" y="124088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37069269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PH" sz="2500" dirty="0"/>
              <a:t>Look at these two datasets. If you notice they are different from each other, but they will have the same</a:t>
            </a:r>
            <a:r>
              <a:rPr lang="en-PH" sz="2500" b="1" dirty="0"/>
              <a:t> x-variance </a:t>
            </a:r>
            <a:r>
              <a:rPr lang="en-PH" sz="2500" dirty="0"/>
              <a:t>and </a:t>
            </a:r>
            <a:r>
              <a:rPr lang="en-PH" sz="2500" b="1" dirty="0"/>
              <a:t>y-variance</a:t>
            </a:r>
            <a:r>
              <a:rPr lang="en-PH" sz="2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987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85E5828-24B9-39B2-063C-F5E93E73F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C7FE4C73-EA65-AB9A-8BA9-145E52455C7F}"/>
              </a:ext>
            </a:extLst>
          </p:cNvPr>
          <p:cNvGrpSpPr/>
          <p:nvPr/>
        </p:nvGrpSpPr>
        <p:grpSpPr>
          <a:xfrm>
            <a:off x="545107" y="1385555"/>
            <a:ext cx="4573141" cy="2440537"/>
            <a:chOff x="2897634" y="1570657"/>
            <a:chExt cx="6840726" cy="3419405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6AEC968-0F1E-1B57-35D6-E579B573F4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7634" y="1610592"/>
              <a:ext cx="0" cy="337947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7EE73712-6205-F6DF-CCD3-543BC5AC3F67}"/>
                </a:ext>
              </a:extLst>
            </p:cNvPr>
            <p:cNvCxnSpPr>
              <a:cxnSpLocks/>
            </p:cNvCxnSpPr>
            <p:nvPr/>
          </p:nvCxnSpPr>
          <p:spPr>
            <a:xfrm>
              <a:off x="2897634" y="4960248"/>
              <a:ext cx="6840726" cy="2981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3" name="Picture 2" descr="A cartoon of a house&#10;&#10;Description automatically generated">
              <a:extLst>
                <a:ext uri="{FF2B5EF4-FFF2-40B4-BE49-F238E27FC236}">
                  <a16:creationId xmlns:a16="http://schemas.microsoft.com/office/drawing/2014/main" id="{8AC6C230-2570-7785-DCC2-1D20E8457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48493" y="1570657"/>
              <a:ext cx="664167" cy="563411"/>
            </a:xfrm>
            <a:prstGeom prst="rect">
              <a:avLst/>
            </a:prstGeom>
          </p:spPr>
        </p:pic>
        <p:pic>
          <p:nvPicPr>
            <p:cNvPr id="21" name="Picture 20" descr="A cartoon of a house&#10;&#10;Description automatically generated">
              <a:extLst>
                <a:ext uri="{FF2B5EF4-FFF2-40B4-BE49-F238E27FC236}">
                  <a16:creationId xmlns:a16="http://schemas.microsoft.com/office/drawing/2014/main" id="{C43F3A27-3F49-BEF4-61FC-17298F4B9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63916" y="2865589"/>
              <a:ext cx="664167" cy="563411"/>
            </a:xfrm>
            <a:prstGeom prst="rect">
              <a:avLst/>
            </a:prstGeom>
          </p:spPr>
        </p:pic>
        <p:pic>
          <p:nvPicPr>
            <p:cNvPr id="22" name="Picture 21" descr="A cartoon of a house&#10;&#10;Description automatically generated">
              <a:extLst>
                <a:ext uri="{FF2B5EF4-FFF2-40B4-BE49-F238E27FC236}">
                  <a16:creationId xmlns:a16="http://schemas.microsoft.com/office/drawing/2014/main" id="{DD879399-6B16-2B7E-A2C4-61ADD634B7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16616" y="4046689"/>
              <a:ext cx="664167" cy="563411"/>
            </a:xfrm>
            <a:prstGeom prst="rect">
              <a:avLst/>
            </a:prstGeom>
          </p:spPr>
        </p:pic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AB01144-1068-1834-6786-0520552BD451}"/>
              </a:ext>
            </a:extLst>
          </p:cNvPr>
          <p:cNvCxnSpPr>
            <a:cxnSpLocks/>
          </p:cNvCxnSpPr>
          <p:nvPr/>
        </p:nvCxnSpPr>
        <p:spPr>
          <a:xfrm flipV="1">
            <a:off x="6839198" y="1435337"/>
            <a:ext cx="0" cy="241203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BE56345-6088-47F0-BB91-8DFEC403DF80}"/>
              </a:ext>
            </a:extLst>
          </p:cNvPr>
          <p:cNvCxnSpPr>
            <a:cxnSpLocks/>
          </p:cNvCxnSpPr>
          <p:nvPr/>
        </p:nvCxnSpPr>
        <p:spPr>
          <a:xfrm>
            <a:off x="6839198" y="3826092"/>
            <a:ext cx="4573141" cy="2127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2" name="Picture 31" descr="A cartoon of a house&#10;&#10;Description automatically generated">
            <a:extLst>
              <a:ext uri="{FF2B5EF4-FFF2-40B4-BE49-F238E27FC236}">
                <a16:creationId xmlns:a16="http://schemas.microsoft.com/office/drawing/2014/main" id="{989A3F8B-0171-83A0-AFE1-2B72B4BF8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9118" y="1435337"/>
            <a:ext cx="444007" cy="402124"/>
          </a:xfrm>
          <a:prstGeom prst="rect">
            <a:avLst/>
          </a:prstGeom>
        </p:spPr>
      </p:pic>
      <p:pic>
        <p:nvPicPr>
          <p:cNvPr id="33" name="Picture 32" descr="A cartoon of a house&#10;&#10;Description automatically generated">
            <a:extLst>
              <a:ext uri="{FF2B5EF4-FFF2-40B4-BE49-F238E27FC236}">
                <a16:creationId xmlns:a16="http://schemas.microsoft.com/office/drawing/2014/main" id="{C577A16D-2C26-0F8F-7BEC-F444BC3DF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356" y="2331068"/>
            <a:ext cx="444007" cy="402124"/>
          </a:xfrm>
          <a:prstGeom prst="rect">
            <a:avLst/>
          </a:prstGeom>
        </p:spPr>
      </p:pic>
      <p:pic>
        <p:nvPicPr>
          <p:cNvPr id="34" name="Picture 33" descr="A cartoon of a house&#10;&#10;Description automatically generated">
            <a:extLst>
              <a:ext uri="{FF2B5EF4-FFF2-40B4-BE49-F238E27FC236}">
                <a16:creationId xmlns:a16="http://schemas.microsoft.com/office/drawing/2014/main" id="{052D4FDB-85D8-B9EB-BF53-28D14EF1F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267" y="3227938"/>
            <a:ext cx="444007" cy="4021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267BA3A-3060-654F-9354-74C2523A5501}"/>
                  </a:ext>
                </a:extLst>
              </p:cNvPr>
              <p:cNvSpPr txBox="1"/>
              <p:nvPr/>
            </p:nvSpPr>
            <p:spPr>
              <a:xfrm>
                <a:off x="3787707" y="4336990"/>
                <a:ext cx="4616585" cy="7719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𝒗𝒂𝒓𝒊𝒂𝒏𝒄𝒆</m:t>
                      </m:r>
                      <m:r>
                        <a:rPr lang="en-PH" sz="25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2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PH" sz="2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PH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2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PH" sz="2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PH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2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PH" sz="2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PH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PH" sz="25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267BA3A-3060-654F-9354-74C2523A5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7707" y="4336990"/>
                <a:ext cx="4616585" cy="7719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6FCE3D4-F8D4-0BA2-DDC3-838990ABE785}"/>
                  </a:ext>
                </a:extLst>
              </p:cNvPr>
              <p:cNvSpPr txBox="1"/>
              <p:nvPr/>
            </p:nvSpPr>
            <p:spPr>
              <a:xfrm>
                <a:off x="3787706" y="5457254"/>
                <a:ext cx="4741619" cy="7719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𝒗𝒂𝒓𝒊𝒂𝒏𝒄𝒆</m:t>
                      </m:r>
                      <m:r>
                        <a:rPr lang="en-PH" sz="25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2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PH" sz="2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PH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2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PH" sz="2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PH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2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PH" sz="2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PH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PH" sz="25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6FCE3D4-F8D4-0BA2-DDC3-838990ABE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7706" y="5457254"/>
                <a:ext cx="4741619" cy="7719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4D28E366-827B-A0AC-229E-0C61D1535E4B}"/>
              </a:ext>
            </a:extLst>
          </p:cNvPr>
          <p:cNvGrpSpPr/>
          <p:nvPr/>
        </p:nvGrpSpPr>
        <p:grpSpPr>
          <a:xfrm>
            <a:off x="1210942" y="674359"/>
            <a:ext cx="1316448" cy="586240"/>
            <a:chOff x="3885262" y="2219308"/>
            <a:chExt cx="1316448" cy="58624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5A59E5B-9C1C-0C9C-8117-795F3AD766B4}"/>
                </a:ext>
              </a:extLst>
            </p:cNvPr>
            <p:cNvGrpSpPr/>
            <p:nvPr/>
          </p:nvGrpSpPr>
          <p:grpSpPr>
            <a:xfrm>
              <a:off x="3885262" y="2547526"/>
              <a:ext cx="1316448" cy="258022"/>
              <a:chOff x="3894666" y="2424536"/>
              <a:chExt cx="1316448" cy="258022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514D5E96-6F39-70D2-035B-1F38B96FC5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D5371D6-7EA6-BE46-4FF7-71FB021229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89E2446-B7A1-26AE-6331-DC06EC9E34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94DE5E3-CA78-7C3F-B711-797CD53258DE}"/>
                </a:ext>
              </a:extLst>
            </p:cNvPr>
            <p:cNvSpPr txBox="1"/>
            <p:nvPr/>
          </p:nvSpPr>
          <p:spPr>
            <a:xfrm>
              <a:off x="4389791" y="22193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2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1ECFF35-F5B2-0EC7-752B-4D60A2F01AD9}"/>
              </a:ext>
            </a:extLst>
          </p:cNvPr>
          <p:cNvGrpSpPr/>
          <p:nvPr/>
        </p:nvGrpSpPr>
        <p:grpSpPr>
          <a:xfrm>
            <a:off x="2851340" y="674359"/>
            <a:ext cx="1316448" cy="586240"/>
            <a:chOff x="3885262" y="2219308"/>
            <a:chExt cx="1316448" cy="58624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2F5C841-9A35-12EB-9570-9C7C4B053BAA}"/>
                </a:ext>
              </a:extLst>
            </p:cNvPr>
            <p:cNvGrpSpPr/>
            <p:nvPr/>
          </p:nvGrpSpPr>
          <p:grpSpPr>
            <a:xfrm>
              <a:off x="3885262" y="2547526"/>
              <a:ext cx="1316448" cy="258022"/>
              <a:chOff x="3894666" y="2424536"/>
              <a:chExt cx="1316448" cy="258022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E88CB7E2-ED1F-2604-ADF1-45E3682F16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6BB132F-674F-AD06-E222-F8E8027D83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838112E7-B301-EA83-7913-8C9A2FE456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BF877BC-7876-03E1-EFE5-7DE2B71A5159}"/>
                </a:ext>
              </a:extLst>
            </p:cNvPr>
            <p:cNvSpPr txBox="1"/>
            <p:nvPr/>
          </p:nvSpPr>
          <p:spPr>
            <a:xfrm>
              <a:off x="4389791" y="22193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2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AB3F903-994B-2097-B3F5-FD4452FC17E0}"/>
              </a:ext>
            </a:extLst>
          </p:cNvPr>
          <p:cNvGrpSpPr/>
          <p:nvPr/>
        </p:nvGrpSpPr>
        <p:grpSpPr>
          <a:xfrm>
            <a:off x="7464474" y="750513"/>
            <a:ext cx="1316448" cy="586240"/>
            <a:chOff x="3885262" y="2219308"/>
            <a:chExt cx="1316448" cy="58624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9A6BFC0-CF1B-50BD-A854-71495E1DF431}"/>
                </a:ext>
              </a:extLst>
            </p:cNvPr>
            <p:cNvGrpSpPr/>
            <p:nvPr/>
          </p:nvGrpSpPr>
          <p:grpSpPr>
            <a:xfrm>
              <a:off x="3885262" y="2547526"/>
              <a:ext cx="1316448" cy="258022"/>
              <a:chOff x="3894666" y="2424536"/>
              <a:chExt cx="1316448" cy="258022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1FEAEF26-6246-F67C-4676-E79588CEB5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11DDBB25-B691-ABE0-D860-77E7E90206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A644C16A-0838-CD11-2FEC-524F70E8EE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02E880D-9D92-39EC-2647-E938E9D392B7}"/>
                </a:ext>
              </a:extLst>
            </p:cNvPr>
            <p:cNvSpPr txBox="1"/>
            <p:nvPr/>
          </p:nvSpPr>
          <p:spPr>
            <a:xfrm>
              <a:off x="4389791" y="22193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2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B4BED4B-1A9D-42A7-0EFB-FBB7AFE87714}"/>
              </a:ext>
            </a:extLst>
          </p:cNvPr>
          <p:cNvGrpSpPr/>
          <p:nvPr/>
        </p:nvGrpSpPr>
        <p:grpSpPr>
          <a:xfrm>
            <a:off x="9104872" y="750513"/>
            <a:ext cx="1316448" cy="586240"/>
            <a:chOff x="3885262" y="2219308"/>
            <a:chExt cx="1316448" cy="586240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B8A1CB92-7AD4-E5D6-E305-CBBA7E4508E8}"/>
                </a:ext>
              </a:extLst>
            </p:cNvPr>
            <p:cNvGrpSpPr/>
            <p:nvPr/>
          </p:nvGrpSpPr>
          <p:grpSpPr>
            <a:xfrm>
              <a:off x="3885262" y="2547526"/>
              <a:ext cx="1316448" cy="258022"/>
              <a:chOff x="3894666" y="2424536"/>
              <a:chExt cx="1316448" cy="25802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26547808-2D2B-9E75-230F-33D2CDAD1F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84CE04CA-14CE-9BBA-567A-03B6FDB670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2B3A618F-1805-624B-4D9D-EA7C6BF1BB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80FF4E7-32D6-FCBB-91DE-ACE2A8FF69E4}"/>
                </a:ext>
              </a:extLst>
            </p:cNvPr>
            <p:cNvSpPr txBox="1"/>
            <p:nvPr/>
          </p:nvSpPr>
          <p:spPr>
            <a:xfrm>
              <a:off x="4389791" y="22193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2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52A6BAD-0EBD-E3E3-CA3E-2C7FF16A3CBA}"/>
              </a:ext>
            </a:extLst>
          </p:cNvPr>
          <p:cNvGrpSpPr/>
          <p:nvPr/>
        </p:nvGrpSpPr>
        <p:grpSpPr>
          <a:xfrm>
            <a:off x="4743224" y="1690381"/>
            <a:ext cx="478402" cy="619408"/>
            <a:chOff x="4743224" y="1690381"/>
            <a:chExt cx="478402" cy="619408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AAEF5E79-4C96-ABE6-BDE4-8EDA56B4F5C9}"/>
                </a:ext>
              </a:extLst>
            </p:cNvPr>
            <p:cNvGrpSpPr/>
            <p:nvPr/>
          </p:nvGrpSpPr>
          <p:grpSpPr>
            <a:xfrm rot="5400000">
              <a:off x="4562531" y="1871074"/>
              <a:ext cx="619408" cy="258022"/>
              <a:chOff x="3894666" y="2424536"/>
              <a:chExt cx="1316448" cy="258022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BFE21400-EB5A-1C88-4154-E3BD0F87A6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DF38EAAB-7F4E-B959-DF51-D7A836B119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1C227897-400C-245B-631C-9C2C599EE5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5755213-4D28-2C67-7F07-C74056DD7D33}"/>
                </a:ext>
              </a:extLst>
            </p:cNvPr>
            <p:cNvSpPr txBox="1"/>
            <p:nvPr/>
          </p:nvSpPr>
          <p:spPr>
            <a:xfrm>
              <a:off x="4913528" y="183488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1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5A6F17C-F2D9-9A49-87D1-471F3725371E}"/>
              </a:ext>
            </a:extLst>
          </p:cNvPr>
          <p:cNvGrpSpPr/>
          <p:nvPr/>
        </p:nvGrpSpPr>
        <p:grpSpPr>
          <a:xfrm>
            <a:off x="4743224" y="2637379"/>
            <a:ext cx="478402" cy="619408"/>
            <a:chOff x="4743224" y="1690381"/>
            <a:chExt cx="478402" cy="619408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89195FE9-01E2-5207-9EF0-DF486B090726}"/>
                </a:ext>
              </a:extLst>
            </p:cNvPr>
            <p:cNvGrpSpPr/>
            <p:nvPr/>
          </p:nvGrpSpPr>
          <p:grpSpPr>
            <a:xfrm rot="5400000">
              <a:off x="4562531" y="1871074"/>
              <a:ext cx="619408" cy="258022"/>
              <a:chOff x="3894666" y="2424536"/>
              <a:chExt cx="1316448" cy="258022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3465072A-F9E0-7A2A-4F2C-28701FBBA8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0CE1A6BF-2D53-D6DB-1503-FCBF61A0B2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25CA51A0-B3A4-10C7-4E75-0FA5D38241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CED83F6-706E-292D-99F0-254EBAFEC7F6}"/>
                </a:ext>
              </a:extLst>
            </p:cNvPr>
            <p:cNvSpPr txBox="1"/>
            <p:nvPr/>
          </p:nvSpPr>
          <p:spPr>
            <a:xfrm>
              <a:off x="4913528" y="183488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1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9AEBBD3-FACB-99B9-7297-2D941413BBC5}"/>
              </a:ext>
            </a:extLst>
          </p:cNvPr>
          <p:cNvGrpSpPr/>
          <p:nvPr/>
        </p:nvGrpSpPr>
        <p:grpSpPr>
          <a:xfrm>
            <a:off x="11157628" y="1787679"/>
            <a:ext cx="478402" cy="619408"/>
            <a:chOff x="4743224" y="1690381"/>
            <a:chExt cx="478402" cy="619408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BFDF74A6-04DD-E188-98B1-885D63843B0D}"/>
                </a:ext>
              </a:extLst>
            </p:cNvPr>
            <p:cNvGrpSpPr/>
            <p:nvPr/>
          </p:nvGrpSpPr>
          <p:grpSpPr>
            <a:xfrm rot="5400000">
              <a:off x="4562531" y="1871074"/>
              <a:ext cx="619408" cy="258022"/>
              <a:chOff x="3894666" y="2424536"/>
              <a:chExt cx="1316448" cy="258022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645E96C0-9F45-026D-E110-D27369F9BB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8CCEA29E-C0D8-1C16-6BF5-4C7F1AD9EA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A0E11D59-3B10-F163-E753-37B307012A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C1E4BAF-ACAE-D629-9E26-6D9D6EFD4675}"/>
                </a:ext>
              </a:extLst>
            </p:cNvPr>
            <p:cNvSpPr txBox="1"/>
            <p:nvPr/>
          </p:nvSpPr>
          <p:spPr>
            <a:xfrm>
              <a:off x="4913528" y="183488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1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806905C-511E-954C-9E85-353513F2A3A2}"/>
              </a:ext>
            </a:extLst>
          </p:cNvPr>
          <p:cNvGrpSpPr/>
          <p:nvPr/>
        </p:nvGrpSpPr>
        <p:grpSpPr>
          <a:xfrm>
            <a:off x="11157628" y="2734677"/>
            <a:ext cx="478402" cy="619408"/>
            <a:chOff x="4743224" y="1690381"/>
            <a:chExt cx="478402" cy="619408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E18BAB18-5C20-D23B-4BBA-9501AC08BDFA}"/>
                </a:ext>
              </a:extLst>
            </p:cNvPr>
            <p:cNvGrpSpPr/>
            <p:nvPr/>
          </p:nvGrpSpPr>
          <p:grpSpPr>
            <a:xfrm rot="5400000">
              <a:off x="4562531" y="1871074"/>
              <a:ext cx="619408" cy="258022"/>
              <a:chOff x="3894666" y="2424536"/>
              <a:chExt cx="1316448" cy="258022"/>
            </a:xfrm>
          </p:grpSpPr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2BF86FCA-9BD6-0EA6-3236-038572BA89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97372EB0-890D-D845-5748-CCA0216C9F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D5E9BD0B-F8F3-DDDE-D7FA-8677326F89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A390A7B2-EBEA-52A8-034E-9E48F388F614}"/>
                </a:ext>
              </a:extLst>
            </p:cNvPr>
            <p:cNvSpPr txBox="1"/>
            <p:nvPr/>
          </p:nvSpPr>
          <p:spPr>
            <a:xfrm>
              <a:off x="4913528" y="183488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1313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45C6AD3-045C-8D05-A117-4BCA33852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7E6B9AF6-0B99-EAB8-885F-055D931E4A08}"/>
              </a:ext>
            </a:extLst>
          </p:cNvPr>
          <p:cNvGrpSpPr/>
          <p:nvPr/>
        </p:nvGrpSpPr>
        <p:grpSpPr>
          <a:xfrm>
            <a:off x="545107" y="1385555"/>
            <a:ext cx="4573141" cy="2440537"/>
            <a:chOff x="2897634" y="1570657"/>
            <a:chExt cx="6840726" cy="3419405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40A54DA-3442-44CF-EA45-A36334F084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7634" y="1610592"/>
              <a:ext cx="0" cy="337947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79B88EE8-CA3C-AB34-A37D-27EDCB006006}"/>
                </a:ext>
              </a:extLst>
            </p:cNvPr>
            <p:cNvCxnSpPr>
              <a:cxnSpLocks/>
            </p:cNvCxnSpPr>
            <p:nvPr/>
          </p:nvCxnSpPr>
          <p:spPr>
            <a:xfrm>
              <a:off x="2897634" y="4960248"/>
              <a:ext cx="6840726" cy="2981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3" name="Picture 2" descr="A cartoon of a house&#10;&#10;Description automatically generated">
              <a:extLst>
                <a:ext uri="{FF2B5EF4-FFF2-40B4-BE49-F238E27FC236}">
                  <a16:creationId xmlns:a16="http://schemas.microsoft.com/office/drawing/2014/main" id="{159C6614-4E9F-BC8F-5CA1-5CE28E951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48493" y="1570657"/>
              <a:ext cx="664167" cy="563411"/>
            </a:xfrm>
            <a:prstGeom prst="rect">
              <a:avLst/>
            </a:prstGeom>
          </p:spPr>
        </p:pic>
        <p:pic>
          <p:nvPicPr>
            <p:cNvPr id="21" name="Picture 20" descr="A cartoon of a house&#10;&#10;Description automatically generated">
              <a:extLst>
                <a:ext uri="{FF2B5EF4-FFF2-40B4-BE49-F238E27FC236}">
                  <a16:creationId xmlns:a16="http://schemas.microsoft.com/office/drawing/2014/main" id="{A91A565B-9538-0005-CB8F-2A5B9102A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63916" y="2865589"/>
              <a:ext cx="664167" cy="563411"/>
            </a:xfrm>
            <a:prstGeom prst="rect">
              <a:avLst/>
            </a:prstGeom>
          </p:spPr>
        </p:pic>
        <p:pic>
          <p:nvPicPr>
            <p:cNvPr id="22" name="Picture 21" descr="A cartoon of a house&#10;&#10;Description automatically generated">
              <a:extLst>
                <a:ext uri="{FF2B5EF4-FFF2-40B4-BE49-F238E27FC236}">
                  <a16:creationId xmlns:a16="http://schemas.microsoft.com/office/drawing/2014/main" id="{471B0450-0C37-8A09-E3EE-0B274F56A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16616" y="4046689"/>
              <a:ext cx="664167" cy="563411"/>
            </a:xfrm>
            <a:prstGeom prst="rect">
              <a:avLst/>
            </a:prstGeom>
          </p:spPr>
        </p:pic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BB84D7C-A80E-0205-100F-E2CB850374DC}"/>
              </a:ext>
            </a:extLst>
          </p:cNvPr>
          <p:cNvCxnSpPr>
            <a:cxnSpLocks/>
          </p:cNvCxnSpPr>
          <p:nvPr/>
        </p:nvCxnSpPr>
        <p:spPr>
          <a:xfrm flipV="1">
            <a:off x="6839198" y="1435337"/>
            <a:ext cx="0" cy="241203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9F64FC8-0FA3-569F-025B-5957282F3439}"/>
              </a:ext>
            </a:extLst>
          </p:cNvPr>
          <p:cNvCxnSpPr>
            <a:cxnSpLocks/>
          </p:cNvCxnSpPr>
          <p:nvPr/>
        </p:nvCxnSpPr>
        <p:spPr>
          <a:xfrm>
            <a:off x="6839198" y="3826092"/>
            <a:ext cx="4573141" cy="2127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2" name="Picture 31" descr="A cartoon of a house&#10;&#10;Description automatically generated">
            <a:extLst>
              <a:ext uri="{FF2B5EF4-FFF2-40B4-BE49-F238E27FC236}">
                <a16:creationId xmlns:a16="http://schemas.microsoft.com/office/drawing/2014/main" id="{B66F03F9-BB56-43CE-DFCB-8AB7B1D17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9118" y="1435337"/>
            <a:ext cx="444007" cy="402124"/>
          </a:xfrm>
          <a:prstGeom prst="rect">
            <a:avLst/>
          </a:prstGeom>
        </p:spPr>
      </p:pic>
      <p:pic>
        <p:nvPicPr>
          <p:cNvPr id="33" name="Picture 32" descr="A cartoon of a house&#10;&#10;Description automatically generated">
            <a:extLst>
              <a:ext uri="{FF2B5EF4-FFF2-40B4-BE49-F238E27FC236}">
                <a16:creationId xmlns:a16="http://schemas.microsoft.com/office/drawing/2014/main" id="{5F511E5D-8EAD-AF5F-985E-B0308976D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356" y="2331068"/>
            <a:ext cx="444007" cy="402124"/>
          </a:xfrm>
          <a:prstGeom prst="rect">
            <a:avLst/>
          </a:prstGeom>
        </p:spPr>
      </p:pic>
      <p:pic>
        <p:nvPicPr>
          <p:cNvPr id="34" name="Picture 33" descr="A cartoon of a house&#10;&#10;Description automatically generated">
            <a:extLst>
              <a:ext uri="{FF2B5EF4-FFF2-40B4-BE49-F238E27FC236}">
                <a16:creationId xmlns:a16="http://schemas.microsoft.com/office/drawing/2014/main" id="{870D0DA2-0CC1-5F4B-0963-630788EE2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267" y="3227938"/>
            <a:ext cx="444007" cy="402124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82A68B17-E2D4-A56E-E822-95D3BBFE8DE5}"/>
              </a:ext>
            </a:extLst>
          </p:cNvPr>
          <p:cNvGrpSpPr/>
          <p:nvPr/>
        </p:nvGrpSpPr>
        <p:grpSpPr>
          <a:xfrm>
            <a:off x="1210942" y="674359"/>
            <a:ext cx="1316448" cy="586240"/>
            <a:chOff x="3885262" y="2219308"/>
            <a:chExt cx="1316448" cy="58624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D5A4D87F-9A1D-167E-527F-9C4318589B8A}"/>
                </a:ext>
              </a:extLst>
            </p:cNvPr>
            <p:cNvGrpSpPr/>
            <p:nvPr/>
          </p:nvGrpSpPr>
          <p:grpSpPr>
            <a:xfrm>
              <a:off x="3885262" y="2547526"/>
              <a:ext cx="1316448" cy="258022"/>
              <a:chOff x="3894666" y="2424536"/>
              <a:chExt cx="1316448" cy="258022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2CF6EB13-C341-69F9-8462-6FDC50DBB4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85A11E77-107E-289B-6BE7-BEDD457BD8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0658B586-A82D-EF4B-BDEA-B3C4B13951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FF94973-8A6B-6E13-FE34-EE2D70C9E2F5}"/>
                </a:ext>
              </a:extLst>
            </p:cNvPr>
            <p:cNvSpPr txBox="1"/>
            <p:nvPr/>
          </p:nvSpPr>
          <p:spPr>
            <a:xfrm>
              <a:off x="4389791" y="22193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2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EAF329D-C2A5-89F6-9EA6-745FB3EF3BAB}"/>
              </a:ext>
            </a:extLst>
          </p:cNvPr>
          <p:cNvGrpSpPr/>
          <p:nvPr/>
        </p:nvGrpSpPr>
        <p:grpSpPr>
          <a:xfrm>
            <a:off x="2851340" y="674359"/>
            <a:ext cx="1316448" cy="586240"/>
            <a:chOff x="3885262" y="2219308"/>
            <a:chExt cx="1316448" cy="58624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51F4E3C-3A17-A75B-A970-F0D4AEE23F6C}"/>
                </a:ext>
              </a:extLst>
            </p:cNvPr>
            <p:cNvGrpSpPr/>
            <p:nvPr/>
          </p:nvGrpSpPr>
          <p:grpSpPr>
            <a:xfrm>
              <a:off x="3885262" y="2547526"/>
              <a:ext cx="1316448" cy="258022"/>
              <a:chOff x="3894666" y="2424536"/>
              <a:chExt cx="1316448" cy="258022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95279CBB-6492-FF73-6A02-43080E70C7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280024F2-CED2-F2DB-71BD-9847C8078D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69E07A6F-E92B-BC93-2C4B-8CCD2A2338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EA3FD4E-5EAC-C489-EBFE-EB73384C3B83}"/>
                </a:ext>
              </a:extLst>
            </p:cNvPr>
            <p:cNvSpPr txBox="1"/>
            <p:nvPr/>
          </p:nvSpPr>
          <p:spPr>
            <a:xfrm>
              <a:off x="4389791" y="22193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2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A4F35B4-EE14-D474-D2FC-6200106C388F}"/>
              </a:ext>
            </a:extLst>
          </p:cNvPr>
          <p:cNvGrpSpPr/>
          <p:nvPr/>
        </p:nvGrpSpPr>
        <p:grpSpPr>
          <a:xfrm>
            <a:off x="7464474" y="750513"/>
            <a:ext cx="1316448" cy="586240"/>
            <a:chOff x="3885262" y="2219308"/>
            <a:chExt cx="1316448" cy="58624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7D43CE0-3B61-37CB-A528-3E165E2588D8}"/>
                </a:ext>
              </a:extLst>
            </p:cNvPr>
            <p:cNvGrpSpPr/>
            <p:nvPr/>
          </p:nvGrpSpPr>
          <p:grpSpPr>
            <a:xfrm>
              <a:off x="3885262" y="2547526"/>
              <a:ext cx="1316448" cy="258022"/>
              <a:chOff x="3894666" y="2424536"/>
              <a:chExt cx="1316448" cy="258022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5AA0147A-7633-2323-A113-C003E13C49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901EA72F-E1E6-76A6-706D-7AA72A3FAF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33BFB523-6001-A152-17F4-49D1F9F215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99CB12B-B767-E8AB-11A3-3E04400660D5}"/>
                </a:ext>
              </a:extLst>
            </p:cNvPr>
            <p:cNvSpPr txBox="1"/>
            <p:nvPr/>
          </p:nvSpPr>
          <p:spPr>
            <a:xfrm>
              <a:off x="4389791" y="22193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2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5A0CB79-7795-D7C1-0531-0B7B20450136}"/>
              </a:ext>
            </a:extLst>
          </p:cNvPr>
          <p:cNvGrpSpPr/>
          <p:nvPr/>
        </p:nvGrpSpPr>
        <p:grpSpPr>
          <a:xfrm>
            <a:off x="9104872" y="750513"/>
            <a:ext cx="1316448" cy="586240"/>
            <a:chOff x="3885262" y="2219308"/>
            <a:chExt cx="1316448" cy="586240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66BD1FB-A709-1C09-B7BA-520D613BE9A5}"/>
                </a:ext>
              </a:extLst>
            </p:cNvPr>
            <p:cNvGrpSpPr/>
            <p:nvPr/>
          </p:nvGrpSpPr>
          <p:grpSpPr>
            <a:xfrm>
              <a:off x="3885262" y="2547526"/>
              <a:ext cx="1316448" cy="258022"/>
              <a:chOff x="3894666" y="2424536"/>
              <a:chExt cx="1316448" cy="25802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51C5658D-8481-74D8-7B32-70FA9BC89D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62D38E2D-5490-08C0-B376-E608286D82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2F1E7A8A-C662-95C8-8ED3-2D733D5070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56443A9-B1AB-5E7C-CF8A-9F95139B483C}"/>
                </a:ext>
              </a:extLst>
            </p:cNvPr>
            <p:cNvSpPr txBox="1"/>
            <p:nvPr/>
          </p:nvSpPr>
          <p:spPr>
            <a:xfrm>
              <a:off x="4389791" y="22193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2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9A38991-ED7C-FC27-D1B2-AC47CD2E6389}"/>
              </a:ext>
            </a:extLst>
          </p:cNvPr>
          <p:cNvGrpSpPr/>
          <p:nvPr/>
        </p:nvGrpSpPr>
        <p:grpSpPr>
          <a:xfrm>
            <a:off x="4743224" y="1690381"/>
            <a:ext cx="478402" cy="619408"/>
            <a:chOff x="4743224" y="1690381"/>
            <a:chExt cx="478402" cy="619408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80239E87-1321-EB88-9E37-02B6E1386290}"/>
                </a:ext>
              </a:extLst>
            </p:cNvPr>
            <p:cNvGrpSpPr/>
            <p:nvPr/>
          </p:nvGrpSpPr>
          <p:grpSpPr>
            <a:xfrm rot="5400000">
              <a:off x="4562531" y="1871074"/>
              <a:ext cx="619408" cy="258022"/>
              <a:chOff x="3894666" y="2424536"/>
              <a:chExt cx="1316448" cy="258022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DA013890-0932-73FC-F608-4866D56A1A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335DC5E4-6065-09C3-59D5-C2FD70EB61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282FE24D-1720-CB80-CDEE-9882958D09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FD19DB3-ED66-EA95-5B17-27DAF8FEA087}"/>
                </a:ext>
              </a:extLst>
            </p:cNvPr>
            <p:cNvSpPr txBox="1"/>
            <p:nvPr/>
          </p:nvSpPr>
          <p:spPr>
            <a:xfrm>
              <a:off x="4913528" y="183488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1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968A99E-D6F2-B66C-F2E4-0D9BE6F6D747}"/>
              </a:ext>
            </a:extLst>
          </p:cNvPr>
          <p:cNvGrpSpPr/>
          <p:nvPr/>
        </p:nvGrpSpPr>
        <p:grpSpPr>
          <a:xfrm>
            <a:off x="4743224" y="2637379"/>
            <a:ext cx="478402" cy="619408"/>
            <a:chOff x="4743224" y="1690381"/>
            <a:chExt cx="478402" cy="619408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BCB9CDB9-65E6-FFDF-A104-08C6591A757A}"/>
                </a:ext>
              </a:extLst>
            </p:cNvPr>
            <p:cNvGrpSpPr/>
            <p:nvPr/>
          </p:nvGrpSpPr>
          <p:grpSpPr>
            <a:xfrm rot="5400000">
              <a:off x="4562531" y="1871074"/>
              <a:ext cx="619408" cy="258022"/>
              <a:chOff x="3894666" y="2424536"/>
              <a:chExt cx="1316448" cy="258022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D1E99BCE-2B03-AE38-40BF-134718C953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0E8B8ACF-4EB3-3A6D-E348-8617D41AEF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CBC3DDC8-D51C-5B76-94A4-E9F238CA9D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6B1BA5C-BCA0-20AA-0DD5-395BE0C32B81}"/>
                </a:ext>
              </a:extLst>
            </p:cNvPr>
            <p:cNvSpPr txBox="1"/>
            <p:nvPr/>
          </p:nvSpPr>
          <p:spPr>
            <a:xfrm>
              <a:off x="4913528" y="183488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1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732AA05-61A6-FB9F-6C58-BBEC714A31BE}"/>
              </a:ext>
            </a:extLst>
          </p:cNvPr>
          <p:cNvGrpSpPr/>
          <p:nvPr/>
        </p:nvGrpSpPr>
        <p:grpSpPr>
          <a:xfrm>
            <a:off x="11157628" y="1787679"/>
            <a:ext cx="478402" cy="619408"/>
            <a:chOff x="4743224" y="1690381"/>
            <a:chExt cx="478402" cy="619408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B1386A11-987D-322D-E3FD-B2B98C64051D}"/>
                </a:ext>
              </a:extLst>
            </p:cNvPr>
            <p:cNvGrpSpPr/>
            <p:nvPr/>
          </p:nvGrpSpPr>
          <p:grpSpPr>
            <a:xfrm rot="5400000">
              <a:off x="4562531" y="1871074"/>
              <a:ext cx="619408" cy="258022"/>
              <a:chOff x="3894666" y="2424536"/>
              <a:chExt cx="1316448" cy="258022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890818F3-67AB-BC8A-F572-11864EDCC4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D04BC4AB-4DA6-EE7B-2A5D-622817E777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25BA148D-A61B-6D9A-E69C-4A9E5E92A9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5CDEC05-A01E-B3B8-8575-54FABF53AC04}"/>
                </a:ext>
              </a:extLst>
            </p:cNvPr>
            <p:cNvSpPr txBox="1"/>
            <p:nvPr/>
          </p:nvSpPr>
          <p:spPr>
            <a:xfrm>
              <a:off x="4913528" y="183488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1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3B5CD4C8-F080-9BB0-D7EB-9EEB82CEE589}"/>
              </a:ext>
            </a:extLst>
          </p:cNvPr>
          <p:cNvGrpSpPr/>
          <p:nvPr/>
        </p:nvGrpSpPr>
        <p:grpSpPr>
          <a:xfrm>
            <a:off x="11157628" y="2734677"/>
            <a:ext cx="478402" cy="619408"/>
            <a:chOff x="4743224" y="1690381"/>
            <a:chExt cx="478402" cy="619408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E5C8F57-B1B1-33DD-6C28-E56687BF61CA}"/>
                </a:ext>
              </a:extLst>
            </p:cNvPr>
            <p:cNvGrpSpPr/>
            <p:nvPr/>
          </p:nvGrpSpPr>
          <p:grpSpPr>
            <a:xfrm rot="5400000">
              <a:off x="4562531" y="1871074"/>
              <a:ext cx="619408" cy="258022"/>
              <a:chOff x="3894666" y="2424536"/>
              <a:chExt cx="1316448" cy="258022"/>
            </a:xfrm>
          </p:grpSpPr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3D3F4561-869E-B263-429A-4BE33D5E9F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F47BD168-CB56-845A-6AB7-4CA6802C05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B205CC70-4148-3831-AC4D-1289C45C81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A455D82B-AE64-321E-C904-D02A0D2698BD}"/>
                </a:ext>
              </a:extLst>
            </p:cNvPr>
            <p:cNvSpPr txBox="1"/>
            <p:nvPr/>
          </p:nvSpPr>
          <p:spPr>
            <a:xfrm>
              <a:off x="4913528" y="183488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1</a:t>
              </a: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D38CD916-3244-F356-293B-D969C1B04C65}"/>
              </a:ext>
            </a:extLst>
          </p:cNvPr>
          <p:cNvSpPr txBox="1"/>
          <p:nvPr/>
        </p:nvSpPr>
        <p:spPr>
          <a:xfrm>
            <a:off x="2153920" y="4445513"/>
            <a:ext cx="8934027" cy="861774"/>
          </a:xfrm>
          <a:custGeom>
            <a:avLst/>
            <a:gdLst>
              <a:gd name="connsiteX0" fmla="*/ 0 w 8934027"/>
              <a:gd name="connsiteY0" fmla="*/ 0 h 861774"/>
              <a:gd name="connsiteX1" fmla="*/ 774282 w 8934027"/>
              <a:gd name="connsiteY1" fmla="*/ 0 h 861774"/>
              <a:gd name="connsiteX2" fmla="*/ 1548565 w 8934027"/>
              <a:gd name="connsiteY2" fmla="*/ 0 h 861774"/>
              <a:gd name="connsiteX3" fmla="*/ 2233507 w 8934027"/>
              <a:gd name="connsiteY3" fmla="*/ 0 h 861774"/>
              <a:gd name="connsiteX4" fmla="*/ 2829109 w 8934027"/>
              <a:gd name="connsiteY4" fmla="*/ 0 h 861774"/>
              <a:gd name="connsiteX5" fmla="*/ 3246030 w 8934027"/>
              <a:gd name="connsiteY5" fmla="*/ 0 h 861774"/>
              <a:gd name="connsiteX6" fmla="*/ 3662951 w 8934027"/>
              <a:gd name="connsiteY6" fmla="*/ 0 h 861774"/>
              <a:gd name="connsiteX7" fmla="*/ 4079872 w 8934027"/>
              <a:gd name="connsiteY7" fmla="*/ 0 h 861774"/>
              <a:gd name="connsiteX8" fmla="*/ 4854155 w 8934027"/>
              <a:gd name="connsiteY8" fmla="*/ 0 h 861774"/>
              <a:gd name="connsiteX9" fmla="*/ 5628437 w 8934027"/>
              <a:gd name="connsiteY9" fmla="*/ 0 h 861774"/>
              <a:gd name="connsiteX10" fmla="*/ 6045358 w 8934027"/>
              <a:gd name="connsiteY10" fmla="*/ 0 h 861774"/>
              <a:gd name="connsiteX11" fmla="*/ 6551620 w 8934027"/>
              <a:gd name="connsiteY11" fmla="*/ 0 h 861774"/>
              <a:gd name="connsiteX12" fmla="*/ 7236562 w 8934027"/>
              <a:gd name="connsiteY12" fmla="*/ 0 h 861774"/>
              <a:gd name="connsiteX13" fmla="*/ 7832164 w 8934027"/>
              <a:gd name="connsiteY13" fmla="*/ 0 h 861774"/>
              <a:gd name="connsiteX14" fmla="*/ 8249085 w 8934027"/>
              <a:gd name="connsiteY14" fmla="*/ 0 h 861774"/>
              <a:gd name="connsiteX15" fmla="*/ 8934027 w 8934027"/>
              <a:gd name="connsiteY15" fmla="*/ 0 h 861774"/>
              <a:gd name="connsiteX16" fmla="*/ 8934027 w 8934027"/>
              <a:gd name="connsiteY16" fmla="*/ 448122 h 861774"/>
              <a:gd name="connsiteX17" fmla="*/ 8934027 w 8934027"/>
              <a:gd name="connsiteY17" fmla="*/ 861774 h 861774"/>
              <a:gd name="connsiteX18" fmla="*/ 8159745 w 8934027"/>
              <a:gd name="connsiteY18" fmla="*/ 861774 h 861774"/>
              <a:gd name="connsiteX19" fmla="*/ 7653483 w 8934027"/>
              <a:gd name="connsiteY19" fmla="*/ 861774 h 861774"/>
              <a:gd name="connsiteX20" fmla="*/ 7057881 w 8934027"/>
              <a:gd name="connsiteY20" fmla="*/ 861774 h 861774"/>
              <a:gd name="connsiteX21" fmla="*/ 6372939 w 8934027"/>
              <a:gd name="connsiteY21" fmla="*/ 861774 h 861774"/>
              <a:gd name="connsiteX22" fmla="*/ 5598657 w 8934027"/>
              <a:gd name="connsiteY22" fmla="*/ 861774 h 861774"/>
              <a:gd name="connsiteX23" fmla="*/ 5003055 w 8934027"/>
              <a:gd name="connsiteY23" fmla="*/ 861774 h 861774"/>
              <a:gd name="connsiteX24" fmla="*/ 4675474 w 8934027"/>
              <a:gd name="connsiteY24" fmla="*/ 861774 h 861774"/>
              <a:gd name="connsiteX25" fmla="*/ 4347893 w 8934027"/>
              <a:gd name="connsiteY25" fmla="*/ 861774 h 861774"/>
              <a:gd name="connsiteX26" fmla="*/ 3573611 w 8934027"/>
              <a:gd name="connsiteY26" fmla="*/ 861774 h 861774"/>
              <a:gd name="connsiteX27" fmla="*/ 3067349 w 8934027"/>
              <a:gd name="connsiteY27" fmla="*/ 861774 h 861774"/>
              <a:gd name="connsiteX28" fmla="*/ 2471747 w 8934027"/>
              <a:gd name="connsiteY28" fmla="*/ 861774 h 861774"/>
              <a:gd name="connsiteX29" fmla="*/ 2054826 w 8934027"/>
              <a:gd name="connsiteY29" fmla="*/ 861774 h 861774"/>
              <a:gd name="connsiteX30" fmla="*/ 1727245 w 8934027"/>
              <a:gd name="connsiteY30" fmla="*/ 861774 h 861774"/>
              <a:gd name="connsiteX31" fmla="*/ 1310324 w 8934027"/>
              <a:gd name="connsiteY31" fmla="*/ 861774 h 861774"/>
              <a:gd name="connsiteX32" fmla="*/ 714722 w 8934027"/>
              <a:gd name="connsiteY32" fmla="*/ 861774 h 861774"/>
              <a:gd name="connsiteX33" fmla="*/ 0 w 8934027"/>
              <a:gd name="connsiteY33" fmla="*/ 861774 h 861774"/>
              <a:gd name="connsiteX34" fmla="*/ 0 w 8934027"/>
              <a:gd name="connsiteY34" fmla="*/ 413652 h 861774"/>
              <a:gd name="connsiteX35" fmla="*/ 0 w 8934027"/>
              <a:gd name="connsiteY35" fmla="*/ 0 h 861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34027" h="861774" extrusionOk="0">
                <a:moveTo>
                  <a:pt x="0" y="0"/>
                </a:moveTo>
                <a:cubicBezTo>
                  <a:pt x="248960" y="-72825"/>
                  <a:pt x="469809" y="83591"/>
                  <a:pt x="774282" y="0"/>
                </a:cubicBezTo>
                <a:cubicBezTo>
                  <a:pt x="1078755" y="-83591"/>
                  <a:pt x="1199867" y="23505"/>
                  <a:pt x="1548565" y="0"/>
                </a:cubicBezTo>
                <a:cubicBezTo>
                  <a:pt x="1897263" y="-23505"/>
                  <a:pt x="2015577" y="60883"/>
                  <a:pt x="2233507" y="0"/>
                </a:cubicBezTo>
                <a:cubicBezTo>
                  <a:pt x="2451437" y="-60883"/>
                  <a:pt x="2652773" y="64829"/>
                  <a:pt x="2829109" y="0"/>
                </a:cubicBezTo>
                <a:cubicBezTo>
                  <a:pt x="3005445" y="-64829"/>
                  <a:pt x="3051470" y="2525"/>
                  <a:pt x="3246030" y="0"/>
                </a:cubicBezTo>
                <a:cubicBezTo>
                  <a:pt x="3440590" y="-2525"/>
                  <a:pt x="3467285" y="23974"/>
                  <a:pt x="3662951" y="0"/>
                </a:cubicBezTo>
                <a:cubicBezTo>
                  <a:pt x="3858617" y="-23974"/>
                  <a:pt x="3920289" y="24567"/>
                  <a:pt x="4079872" y="0"/>
                </a:cubicBezTo>
                <a:cubicBezTo>
                  <a:pt x="4239455" y="-24567"/>
                  <a:pt x="4509059" y="29683"/>
                  <a:pt x="4854155" y="0"/>
                </a:cubicBezTo>
                <a:cubicBezTo>
                  <a:pt x="5199251" y="-29683"/>
                  <a:pt x="5357974" y="46397"/>
                  <a:pt x="5628437" y="0"/>
                </a:cubicBezTo>
                <a:cubicBezTo>
                  <a:pt x="5898900" y="-46397"/>
                  <a:pt x="5892667" y="14294"/>
                  <a:pt x="6045358" y="0"/>
                </a:cubicBezTo>
                <a:cubicBezTo>
                  <a:pt x="6198049" y="-14294"/>
                  <a:pt x="6384432" y="32912"/>
                  <a:pt x="6551620" y="0"/>
                </a:cubicBezTo>
                <a:cubicBezTo>
                  <a:pt x="6718808" y="-32912"/>
                  <a:pt x="7050468" y="59974"/>
                  <a:pt x="7236562" y="0"/>
                </a:cubicBezTo>
                <a:cubicBezTo>
                  <a:pt x="7422656" y="-59974"/>
                  <a:pt x="7537689" y="32695"/>
                  <a:pt x="7832164" y="0"/>
                </a:cubicBezTo>
                <a:cubicBezTo>
                  <a:pt x="8126639" y="-32695"/>
                  <a:pt x="8121502" y="43804"/>
                  <a:pt x="8249085" y="0"/>
                </a:cubicBezTo>
                <a:cubicBezTo>
                  <a:pt x="8376668" y="-43804"/>
                  <a:pt x="8674967" y="25821"/>
                  <a:pt x="8934027" y="0"/>
                </a:cubicBezTo>
                <a:cubicBezTo>
                  <a:pt x="8968528" y="186166"/>
                  <a:pt x="8895994" y="333137"/>
                  <a:pt x="8934027" y="448122"/>
                </a:cubicBezTo>
                <a:cubicBezTo>
                  <a:pt x="8972060" y="563107"/>
                  <a:pt x="8887313" y="696102"/>
                  <a:pt x="8934027" y="861774"/>
                </a:cubicBezTo>
                <a:cubicBezTo>
                  <a:pt x="8730948" y="951529"/>
                  <a:pt x="8488712" y="859419"/>
                  <a:pt x="8159745" y="861774"/>
                </a:cubicBezTo>
                <a:cubicBezTo>
                  <a:pt x="7830778" y="864129"/>
                  <a:pt x="7893480" y="835254"/>
                  <a:pt x="7653483" y="861774"/>
                </a:cubicBezTo>
                <a:cubicBezTo>
                  <a:pt x="7413486" y="888294"/>
                  <a:pt x="7331910" y="853726"/>
                  <a:pt x="7057881" y="861774"/>
                </a:cubicBezTo>
                <a:cubicBezTo>
                  <a:pt x="6783852" y="869822"/>
                  <a:pt x="6645195" y="837571"/>
                  <a:pt x="6372939" y="861774"/>
                </a:cubicBezTo>
                <a:cubicBezTo>
                  <a:pt x="6100683" y="885977"/>
                  <a:pt x="5883525" y="859673"/>
                  <a:pt x="5598657" y="861774"/>
                </a:cubicBezTo>
                <a:cubicBezTo>
                  <a:pt x="5313789" y="863875"/>
                  <a:pt x="5203208" y="801764"/>
                  <a:pt x="5003055" y="861774"/>
                </a:cubicBezTo>
                <a:cubicBezTo>
                  <a:pt x="4802902" y="921784"/>
                  <a:pt x="4837854" y="832055"/>
                  <a:pt x="4675474" y="861774"/>
                </a:cubicBezTo>
                <a:cubicBezTo>
                  <a:pt x="4513094" y="891493"/>
                  <a:pt x="4434695" y="831098"/>
                  <a:pt x="4347893" y="861774"/>
                </a:cubicBezTo>
                <a:cubicBezTo>
                  <a:pt x="4261091" y="892450"/>
                  <a:pt x="3865505" y="783668"/>
                  <a:pt x="3573611" y="861774"/>
                </a:cubicBezTo>
                <a:cubicBezTo>
                  <a:pt x="3281717" y="939880"/>
                  <a:pt x="3225475" y="861116"/>
                  <a:pt x="3067349" y="861774"/>
                </a:cubicBezTo>
                <a:cubicBezTo>
                  <a:pt x="2909223" y="862432"/>
                  <a:pt x="2672818" y="821445"/>
                  <a:pt x="2471747" y="861774"/>
                </a:cubicBezTo>
                <a:cubicBezTo>
                  <a:pt x="2270676" y="902103"/>
                  <a:pt x="2202297" y="853561"/>
                  <a:pt x="2054826" y="861774"/>
                </a:cubicBezTo>
                <a:cubicBezTo>
                  <a:pt x="1907355" y="869987"/>
                  <a:pt x="1888603" y="823652"/>
                  <a:pt x="1727245" y="861774"/>
                </a:cubicBezTo>
                <a:cubicBezTo>
                  <a:pt x="1565887" y="899896"/>
                  <a:pt x="1514560" y="847582"/>
                  <a:pt x="1310324" y="861774"/>
                </a:cubicBezTo>
                <a:cubicBezTo>
                  <a:pt x="1106088" y="875966"/>
                  <a:pt x="932671" y="836674"/>
                  <a:pt x="714722" y="861774"/>
                </a:cubicBezTo>
                <a:cubicBezTo>
                  <a:pt x="496773" y="886874"/>
                  <a:pt x="274453" y="777909"/>
                  <a:pt x="0" y="861774"/>
                </a:cubicBezTo>
                <a:cubicBezTo>
                  <a:pt x="-4197" y="671166"/>
                  <a:pt x="23170" y="582362"/>
                  <a:pt x="0" y="413652"/>
                </a:cubicBezTo>
                <a:cubicBezTo>
                  <a:pt x="-23170" y="244942"/>
                  <a:pt x="19080" y="101269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37069269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PH" sz="2500" dirty="0"/>
              <a:t>These two data sets have the same </a:t>
            </a:r>
            <a:r>
              <a:rPr lang="en-PH" sz="2500" b="1" dirty="0"/>
              <a:t>x-variance </a:t>
            </a:r>
            <a:r>
              <a:rPr lang="en-PH" sz="2500" dirty="0"/>
              <a:t>and </a:t>
            </a:r>
            <a:r>
              <a:rPr lang="en-PH" sz="2500" b="1" dirty="0"/>
              <a:t>y-variance</a:t>
            </a:r>
            <a:r>
              <a:rPr lang="en-PH" sz="2500" dirty="0"/>
              <a:t> but they are fundamentally different.</a:t>
            </a:r>
          </a:p>
        </p:txBody>
      </p:sp>
    </p:spTree>
    <p:extLst>
      <p:ext uri="{BB962C8B-B14F-4D97-AF65-F5344CB8AC3E}">
        <p14:creationId xmlns:p14="http://schemas.microsoft.com/office/powerpoint/2010/main" val="2261923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AB6850B-D45E-2854-F7DF-75C74A198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968B4F81-5DCA-8652-2835-35AA72F67027}"/>
              </a:ext>
            </a:extLst>
          </p:cNvPr>
          <p:cNvGrpSpPr/>
          <p:nvPr/>
        </p:nvGrpSpPr>
        <p:grpSpPr>
          <a:xfrm>
            <a:off x="545107" y="1385555"/>
            <a:ext cx="4573141" cy="2440537"/>
            <a:chOff x="2897634" y="1570657"/>
            <a:chExt cx="6840726" cy="3419405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B1DCBE3-31C1-272E-ACDB-7A032599D0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7634" y="1610592"/>
              <a:ext cx="0" cy="337947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7D3ADD2A-9922-6C54-2576-B3D0352D4BA1}"/>
                </a:ext>
              </a:extLst>
            </p:cNvPr>
            <p:cNvCxnSpPr>
              <a:cxnSpLocks/>
            </p:cNvCxnSpPr>
            <p:nvPr/>
          </p:nvCxnSpPr>
          <p:spPr>
            <a:xfrm>
              <a:off x="2897634" y="4960248"/>
              <a:ext cx="6840726" cy="2981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3" name="Picture 2" descr="A cartoon of a house&#10;&#10;Description automatically generated">
              <a:extLst>
                <a:ext uri="{FF2B5EF4-FFF2-40B4-BE49-F238E27FC236}">
                  <a16:creationId xmlns:a16="http://schemas.microsoft.com/office/drawing/2014/main" id="{54F2E392-8CC0-C878-A428-8F7E0E88E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48493" y="1570657"/>
              <a:ext cx="664167" cy="563411"/>
            </a:xfrm>
            <a:prstGeom prst="rect">
              <a:avLst/>
            </a:prstGeom>
          </p:spPr>
        </p:pic>
        <p:pic>
          <p:nvPicPr>
            <p:cNvPr id="21" name="Picture 20" descr="A cartoon of a house&#10;&#10;Description automatically generated">
              <a:extLst>
                <a:ext uri="{FF2B5EF4-FFF2-40B4-BE49-F238E27FC236}">
                  <a16:creationId xmlns:a16="http://schemas.microsoft.com/office/drawing/2014/main" id="{7724F24E-B891-B0C2-1882-01AE41ABA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63916" y="2865589"/>
              <a:ext cx="664167" cy="563411"/>
            </a:xfrm>
            <a:prstGeom prst="rect">
              <a:avLst/>
            </a:prstGeom>
          </p:spPr>
        </p:pic>
        <p:pic>
          <p:nvPicPr>
            <p:cNvPr id="22" name="Picture 21" descr="A cartoon of a house&#10;&#10;Description automatically generated">
              <a:extLst>
                <a:ext uri="{FF2B5EF4-FFF2-40B4-BE49-F238E27FC236}">
                  <a16:creationId xmlns:a16="http://schemas.microsoft.com/office/drawing/2014/main" id="{6CB55A97-2099-DCFA-2F32-FCAFD5642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16616" y="4046689"/>
              <a:ext cx="664167" cy="563411"/>
            </a:xfrm>
            <a:prstGeom prst="rect">
              <a:avLst/>
            </a:prstGeom>
          </p:spPr>
        </p:pic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CEDDB26-5192-FED0-7B28-32C9E525F663}"/>
              </a:ext>
            </a:extLst>
          </p:cNvPr>
          <p:cNvCxnSpPr>
            <a:cxnSpLocks/>
          </p:cNvCxnSpPr>
          <p:nvPr/>
        </p:nvCxnSpPr>
        <p:spPr>
          <a:xfrm flipV="1">
            <a:off x="6839198" y="1435337"/>
            <a:ext cx="0" cy="241203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7BF6E6B-18AD-00CD-C1A0-97F32B90007B}"/>
              </a:ext>
            </a:extLst>
          </p:cNvPr>
          <p:cNvCxnSpPr>
            <a:cxnSpLocks/>
          </p:cNvCxnSpPr>
          <p:nvPr/>
        </p:nvCxnSpPr>
        <p:spPr>
          <a:xfrm>
            <a:off x="6839198" y="3826092"/>
            <a:ext cx="4573141" cy="2127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2" name="Picture 31" descr="A cartoon of a house&#10;&#10;Description automatically generated">
            <a:extLst>
              <a:ext uri="{FF2B5EF4-FFF2-40B4-BE49-F238E27FC236}">
                <a16:creationId xmlns:a16="http://schemas.microsoft.com/office/drawing/2014/main" id="{6542A34A-286C-667C-1432-8BB76FDDE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9118" y="1435337"/>
            <a:ext cx="444007" cy="402124"/>
          </a:xfrm>
          <a:prstGeom prst="rect">
            <a:avLst/>
          </a:prstGeom>
        </p:spPr>
      </p:pic>
      <p:pic>
        <p:nvPicPr>
          <p:cNvPr id="33" name="Picture 32" descr="A cartoon of a house&#10;&#10;Description automatically generated">
            <a:extLst>
              <a:ext uri="{FF2B5EF4-FFF2-40B4-BE49-F238E27FC236}">
                <a16:creationId xmlns:a16="http://schemas.microsoft.com/office/drawing/2014/main" id="{C145A058-3CF2-B64C-971D-52636CBE6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356" y="2331068"/>
            <a:ext cx="444007" cy="402124"/>
          </a:xfrm>
          <a:prstGeom prst="rect">
            <a:avLst/>
          </a:prstGeom>
        </p:spPr>
      </p:pic>
      <p:pic>
        <p:nvPicPr>
          <p:cNvPr id="34" name="Picture 33" descr="A cartoon of a house&#10;&#10;Description automatically generated">
            <a:extLst>
              <a:ext uri="{FF2B5EF4-FFF2-40B4-BE49-F238E27FC236}">
                <a16:creationId xmlns:a16="http://schemas.microsoft.com/office/drawing/2014/main" id="{95B5AB10-B715-601F-75F4-5988A76C3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267" y="3227938"/>
            <a:ext cx="444007" cy="402124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0B628A9D-7C0F-CBEA-F499-9DC786257166}"/>
              </a:ext>
            </a:extLst>
          </p:cNvPr>
          <p:cNvGrpSpPr/>
          <p:nvPr/>
        </p:nvGrpSpPr>
        <p:grpSpPr>
          <a:xfrm>
            <a:off x="1210942" y="674359"/>
            <a:ext cx="1316448" cy="586240"/>
            <a:chOff x="3885262" y="2219308"/>
            <a:chExt cx="1316448" cy="58624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D48A14A-545D-A2D9-E39B-3770E0A74A33}"/>
                </a:ext>
              </a:extLst>
            </p:cNvPr>
            <p:cNvGrpSpPr/>
            <p:nvPr/>
          </p:nvGrpSpPr>
          <p:grpSpPr>
            <a:xfrm>
              <a:off x="3885262" y="2547526"/>
              <a:ext cx="1316448" cy="258022"/>
              <a:chOff x="3894666" y="2424536"/>
              <a:chExt cx="1316448" cy="258022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9859C42A-B7F5-32AE-F59D-0E464782A4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98830C7-BA84-79D4-D6B5-7654514338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217D5C11-F679-6AD8-03BF-F657B23CB3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D3196E4-857D-2624-37F6-D1E14A2BF09C}"/>
                </a:ext>
              </a:extLst>
            </p:cNvPr>
            <p:cNvSpPr txBox="1"/>
            <p:nvPr/>
          </p:nvSpPr>
          <p:spPr>
            <a:xfrm>
              <a:off x="4389791" y="22193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2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1971A08-9387-1F1B-A8F1-8497984B500D}"/>
              </a:ext>
            </a:extLst>
          </p:cNvPr>
          <p:cNvGrpSpPr/>
          <p:nvPr/>
        </p:nvGrpSpPr>
        <p:grpSpPr>
          <a:xfrm>
            <a:off x="2851340" y="674359"/>
            <a:ext cx="1316448" cy="586240"/>
            <a:chOff x="3885262" y="2219308"/>
            <a:chExt cx="1316448" cy="58624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840A7A9-FA4B-9D5C-0ECA-84E7BCF81888}"/>
                </a:ext>
              </a:extLst>
            </p:cNvPr>
            <p:cNvGrpSpPr/>
            <p:nvPr/>
          </p:nvGrpSpPr>
          <p:grpSpPr>
            <a:xfrm>
              <a:off x="3885262" y="2547526"/>
              <a:ext cx="1316448" cy="258022"/>
              <a:chOff x="3894666" y="2424536"/>
              <a:chExt cx="1316448" cy="258022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82F45E87-A38B-1B2F-C24F-1FB516C77B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64A2C27C-06B1-8EDD-64AF-39211AB78D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C87F84C-0E82-A83C-EDD7-B95B8F29CC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3BBB417-CAB1-6F58-A4CC-5527914CA665}"/>
                </a:ext>
              </a:extLst>
            </p:cNvPr>
            <p:cNvSpPr txBox="1"/>
            <p:nvPr/>
          </p:nvSpPr>
          <p:spPr>
            <a:xfrm>
              <a:off x="4389791" y="22193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2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D21E917-2E9E-F7F9-EBA2-697579DE9A97}"/>
              </a:ext>
            </a:extLst>
          </p:cNvPr>
          <p:cNvGrpSpPr/>
          <p:nvPr/>
        </p:nvGrpSpPr>
        <p:grpSpPr>
          <a:xfrm>
            <a:off x="7464474" y="750513"/>
            <a:ext cx="1316448" cy="586240"/>
            <a:chOff x="3885262" y="2219308"/>
            <a:chExt cx="1316448" cy="58624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71B0AD93-A240-CFF8-03BA-E61E18872F27}"/>
                </a:ext>
              </a:extLst>
            </p:cNvPr>
            <p:cNvGrpSpPr/>
            <p:nvPr/>
          </p:nvGrpSpPr>
          <p:grpSpPr>
            <a:xfrm>
              <a:off x="3885262" y="2547526"/>
              <a:ext cx="1316448" cy="258022"/>
              <a:chOff x="3894666" y="2424536"/>
              <a:chExt cx="1316448" cy="258022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B48D7651-F1AE-D113-099F-E3261EFCC9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A732A851-5ED3-54E1-55A5-7AC088CE84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352512BB-8A70-82AD-F819-6EA2E90B45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172C8C4-454A-1A1A-E35E-3FEFC979E12F}"/>
                </a:ext>
              </a:extLst>
            </p:cNvPr>
            <p:cNvSpPr txBox="1"/>
            <p:nvPr/>
          </p:nvSpPr>
          <p:spPr>
            <a:xfrm>
              <a:off x="4389791" y="22193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2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FDCDF6A-E1D9-45EC-113E-63ED17BC00E1}"/>
              </a:ext>
            </a:extLst>
          </p:cNvPr>
          <p:cNvGrpSpPr/>
          <p:nvPr/>
        </p:nvGrpSpPr>
        <p:grpSpPr>
          <a:xfrm>
            <a:off x="9104872" y="750513"/>
            <a:ext cx="1316448" cy="586240"/>
            <a:chOff x="3885262" y="2219308"/>
            <a:chExt cx="1316448" cy="586240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C7054FEB-2805-83B9-DED0-845222F152A8}"/>
                </a:ext>
              </a:extLst>
            </p:cNvPr>
            <p:cNvGrpSpPr/>
            <p:nvPr/>
          </p:nvGrpSpPr>
          <p:grpSpPr>
            <a:xfrm>
              <a:off x="3885262" y="2547526"/>
              <a:ext cx="1316448" cy="258022"/>
              <a:chOff x="3894666" y="2424536"/>
              <a:chExt cx="1316448" cy="25802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1F2867F4-BB91-E88D-5E56-B1BBC4926D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E859367-DDA1-532F-FE73-2C6D53E8F1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C2D740F-3128-C3B1-B1CD-245FED87DC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B730AFE-C8F2-6A2C-43C1-F719A3CB1D7F}"/>
                </a:ext>
              </a:extLst>
            </p:cNvPr>
            <p:cNvSpPr txBox="1"/>
            <p:nvPr/>
          </p:nvSpPr>
          <p:spPr>
            <a:xfrm>
              <a:off x="4389791" y="22193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2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E428745-B2FC-998D-84D7-675193C07739}"/>
              </a:ext>
            </a:extLst>
          </p:cNvPr>
          <p:cNvGrpSpPr/>
          <p:nvPr/>
        </p:nvGrpSpPr>
        <p:grpSpPr>
          <a:xfrm>
            <a:off x="4743224" y="1690381"/>
            <a:ext cx="478402" cy="619408"/>
            <a:chOff x="4743224" y="1690381"/>
            <a:chExt cx="478402" cy="619408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9834936-80DA-9A29-E8AF-545754B0AD69}"/>
                </a:ext>
              </a:extLst>
            </p:cNvPr>
            <p:cNvGrpSpPr/>
            <p:nvPr/>
          </p:nvGrpSpPr>
          <p:grpSpPr>
            <a:xfrm rot="5400000">
              <a:off x="4562531" y="1871074"/>
              <a:ext cx="619408" cy="258022"/>
              <a:chOff x="3894666" y="2424536"/>
              <a:chExt cx="1316448" cy="258022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7F6EDF8F-DB01-6E6A-215C-76716EF1BD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1097365B-607D-4699-ECE4-101621BEB3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CB9AF398-CC60-487B-68A0-F85DC24CB3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8496B07-957F-DA87-E185-E2C6475DBD13}"/>
                </a:ext>
              </a:extLst>
            </p:cNvPr>
            <p:cNvSpPr txBox="1"/>
            <p:nvPr/>
          </p:nvSpPr>
          <p:spPr>
            <a:xfrm>
              <a:off x="4913528" y="183488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1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8D8F1D8-91FC-296D-3FB8-DF2AFAFD557C}"/>
              </a:ext>
            </a:extLst>
          </p:cNvPr>
          <p:cNvGrpSpPr/>
          <p:nvPr/>
        </p:nvGrpSpPr>
        <p:grpSpPr>
          <a:xfrm>
            <a:off x="4743224" y="2637379"/>
            <a:ext cx="478402" cy="619408"/>
            <a:chOff x="4743224" y="1690381"/>
            <a:chExt cx="478402" cy="619408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517C078D-922A-D38B-5C79-8D691F5A2E20}"/>
                </a:ext>
              </a:extLst>
            </p:cNvPr>
            <p:cNvGrpSpPr/>
            <p:nvPr/>
          </p:nvGrpSpPr>
          <p:grpSpPr>
            <a:xfrm rot="5400000">
              <a:off x="4562531" y="1871074"/>
              <a:ext cx="619408" cy="258022"/>
              <a:chOff x="3894666" y="2424536"/>
              <a:chExt cx="1316448" cy="258022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97B26D93-552B-7DF6-97C2-0D8BBA9FE3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AE0CE82A-A2AA-D02F-9C0C-43D3439751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89D9D480-F577-7305-428E-4814DBE09C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47A4E9F-1A3B-F848-5E6B-DCE3F49B1439}"/>
                </a:ext>
              </a:extLst>
            </p:cNvPr>
            <p:cNvSpPr txBox="1"/>
            <p:nvPr/>
          </p:nvSpPr>
          <p:spPr>
            <a:xfrm>
              <a:off x="4913528" y="183488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1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65CA96F-071F-C944-73D9-27DAB6A799CF}"/>
              </a:ext>
            </a:extLst>
          </p:cNvPr>
          <p:cNvGrpSpPr/>
          <p:nvPr/>
        </p:nvGrpSpPr>
        <p:grpSpPr>
          <a:xfrm>
            <a:off x="11157628" y="1787679"/>
            <a:ext cx="478402" cy="619408"/>
            <a:chOff x="4743224" y="1690381"/>
            <a:chExt cx="478402" cy="619408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3FB62304-C7C4-356B-AFDC-CFE97E20F91A}"/>
                </a:ext>
              </a:extLst>
            </p:cNvPr>
            <p:cNvGrpSpPr/>
            <p:nvPr/>
          </p:nvGrpSpPr>
          <p:grpSpPr>
            <a:xfrm rot="5400000">
              <a:off x="4562531" y="1871074"/>
              <a:ext cx="619408" cy="258022"/>
              <a:chOff x="3894666" y="2424536"/>
              <a:chExt cx="1316448" cy="258022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417DCA8F-4AE0-7EC9-1D44-44EF85648A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C4317570-4F37-AAC2-A03E-816A66D33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A6A16CB0-0BA6-9AC8-9EE7-947545F85C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6F5F566-C876-4CC7-F86C-AC7CE68643A8}"/>
                </a:ext>
              </a:extLst>
            </p:cNvPr>
            <p:cNvSpPr txBox="1"/>
            <p:nvPr/>
          </p:nvSpPr>
          <p:spPr>
            <a:xfrm>
              <a:off x="4913528" y="183488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1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D3ADC26-1AFA-FCF1-6CAD-ED6FDC8B1167}"/>
              </a:ext>
            </a:extLst>
          </p:cNvPr>
          <p:cNvGrpSpPr/>
          <p:nvPr/>
        </p:nvGrpSpPr>
        <p:grpSpPr>
          <a:xfrm>
            <a:off x="11157628" y="2734677"/>
            <a:ext cx="478402" cy="619408"/>
            <a:chOff x="4743224" y="1690381"/>
            <a:chExt cx="478402" cy="619408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D75CA129-5676-84EB-5645-3CCE50E996AA}"/>
                </a:ext>
              </a:extLst>
            </p:cNvPr>
            <p:cNvGrpSpPr/>
            <p:nvPr/>
          </p:nvGrpSpPr>
          <p:grpSpPr>
            <a:xfrm rot="5400000">
              <a:off x="4562531" y="1871074"/>
              <a:ext cx="619408" cy="258022"/>
              <a:chOff x="3894666" y="2424536"/>
              <a:chExt cx="1316448" cy="258022"/>
            </a:xfrm>
          </p:grpSpPr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0FC4215C-6F5E-FE3A-3E07-40C5F06C97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4666" y="2553547"/>
                <a:ext cx="1316448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403E0237-97B6-B7E4-23A5-69C432B865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367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4446C1F8-3754-F529-A567-FE08BE0D45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1114" y="2424536"/>
                <a:ext cx="0" cy="25802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ED5A2DF-3703-B72E-65B1-7F669A07EB5A}"/>
                </a:ext>
              </a:extLst>
            </p:cNvPr>
            <p:cNvSpPr txBox="1"/>
            <p:nvPr/>
          </p:nvSpPr>
          <p:spPr>
            <a:xfrm>
              <a:off x="4913528" y="183488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b="1" dirty="0"/>
                <a:t>1</a:t>
              </a: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BD4EDF03-88C4-29D9-81AA-EBE4DCDD08BB}"/>
              </a:ext>
            </a:extLst>
          </p:cNvPr>
          <p:cNvSpPr txBox="1"/>
          <p:nvPr/>
        </p:nvSpPr>
        <p:spPr>
          <a:xfrm>
            <a:off x="1628986" y="4448850"/>
            <a:ext cx="8934027" cy="477054"/>
          </a:xfrm>
          <a:custGeom>
            <a:avLst/>
            <a:gdLst>
              <a:gd name="connsiteX0" fmla="*/ 0 w 8934027"/>
              <a:gd name="connsiteY0" fmla="*/ 0 h 477054"/>
              <a:gd name="connsiteX1" fmla="*/ 774282 w 8934027"/>
              <a:gd name="connsiteY1" fmla="*/ 0 h 477054"/>
              <a:gd name="connsiteX2" fmla="*/ 1548565 w 8934027"/>
              <a:gd name="connsiteY2" fmla="*/ 0 h 477054"/>
              <a:gd name="connsiteX3" fmla="*/ 2233507 w 8934027"/>
              <a:gd name="connsiteY3" fmla="*/ 0 h 477054"/>
              <a:gd name="connsiteX4" fmla="*/ 2829109 w 8934027"/>
              <a:gd name="connsiteY4" fmla="*/ 0 h 477054"/>
              <a:gd name="connsiteX5" fmla="*/ 3246030 w 8934027"/>
              <a:gd name="connsiteY5" fmla="*/ 0 h 477054"/>
              <a:gd name="connsiteX6" fmla="*/ 3662951 w 8934027"/>
              <a:gd name="connsiteY6" fmla="*/ 0 h 477054"/>
              <a:gd name="connsiteX7" fmla="*/ 4079872 w 8934027"/>
              <a:gd name="connsiteY7" fmla="*/ 0 h 477054"/>
              <a:gd name="connsiteX8" fmla="*/ 4854155 w 8934027"/>
              <a:gd name="connsiteY8" fmla="*/ 0 h 477054"/>
              <a:gd name="connsiteX9" fmla="*/ 5628437 w 8934027"/>
              <a:gd name="connsiteY9" fmla="*/ 0 h 477054"/>
              <a:gd name="connsiteX10" fmla="*/ 6045358 w 8934027"/>
              <a:gd name="connsiteY10" fmla="*/ 0 h 477054"/>
              <a:gd name="connsiteX11" fmla="*/ 6551620 w 8934027"/>
              <a:gd name="connsiteY11" fmla="*/ 0 h 477054"/>
              <a:gd name="connsiteX12" fmla="*/ 7236562 w 8934027"/>
              <a:gd name="connsiteY12" fmla="*/ 0 h 477054"/>
              <a:gd name="connsiteX13" fmla="*/ 7832164 w 8934027"/>
              <a:gd name="connsiteY13" fmla="*/ 0 h 477054"/>
              <a:gd name="connsiteX14" fmla="*/ 8249085 w 8934027"/>
              <a:gd name="connsiteY14" fmla="*/ 0 h 477054"/>
              <a:gd name="connsiteX15" fmla="*/ 8934027 w 8934027"/>
              <a:gd name="connsiteY15" fmla="*/ 0 h 477054"/>
              <a:gd name="connsiteX16" fmla="*/ 8934027 w 8934027"/>
              <a:gd name="connsiteY16" fmla="*/ 477054 h 477054"/>
              <a:gd name="connsiteX17" fmla="*/ 8338425 w 8934027"/>
              <a:gd name="connsiteY17" fmla="*/ 477054 h 477054"/>
              <a:gd name="connsiteX18" fmla="*/ 7653483 w 8934027"/>
              <a:gd name="connsiteY18" fmla="*/ 477054 h 477054"/>
              <a:gd name="connsiteX19" fmla="*/ 7147222 w 8934027"/>
              <a:gd name="connsiteY19" fmla="*/ 477054 h 477054"/>
              <a:gd name="connsiteX20" fmla="*/ 6551620 w 8934027"/>
              <a:gd name="connsiteY20" fmla="*/ 477054 h 477054"/>
              <a:gd name="connsiteX21" fmla="*/ 5866678 w 8934027"/>
              <a:gd name="connsiteY21" fmla="*/ 477054 h 477054"/>
              <a:gd name="connsiteX22" fmla="*/ 5092395 w 8934027"/>
              <a:gd name="connsiteY22" fmla="*/ 477054 h 477054"/>
              <a:gd name="connsiteX23" fmla="*/ 4496794 w 8934027"/>
              <a:gd name="connsiteY23" fmla="*/ 477054 h 477054"/>
              <a:gd name="connsiteX24" fmla="*/ 4169213 w 8934027"/>
              <a:gd name="connsiteY24" fmla="*/ 477054 h 477054"/>
              <a:gd name="connsiteX25" fmla="*/ 3841632 w 8934027"/>
              <a:gd name="connsiteY25" fmla="*/ 477054 h 477054"/>
              <a:gd name="connsiteX26" fmla="*/ 3067349 w 8934027"/>
              <a:gd name="connsiteY26" fmla="*/ 477054 h 477054"/>
              <a:gd name="connsiteX27" fmla="*/ 2561088 w 8934027"/>
              <a:gd name="connsiteY27" fmla="*/ 477054 h 477054"/>
              <a:gd name="connsiteX28" fmla="*/ 1965486 w 8934027"/>
              <a:gd name="connsiteY28" fmla="*/ 477054 h 477054"/>
              <a:gd name="connsiteX29" fmla="*/ 1548565 w 8934027"/>
              <a:gd name="connsiteY29" fmla="*/ 477054 h 477054"/>
              <a:gd name="connsiteX30" fmla="*/ 1220984 w 8934027"/>
              <a:gd name="connsiteY30" fmla="*/ 477054 h 477054"/>
              <a:gd name="connsiteX31" fmla="*/ 804062 w 8934027"/>
              <a:gd name="connsiteY31" fmla="*/ 477054 h 477054"/>
              <a:gd name="connsiteX32" fmla="*/ 0 w 8934027"/>
              <a:gd name="connsiteY32" fmla="*/ 477054 h 477054"/>
              <a:gd name="connsiteX33" fmla="*/ 0 w 8934027"/>
              <a:gd name="connsiteY33" fmla="*/ 0 h 477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934027" h="477054" extrusionOk="0">
                <a:moveTo>
                  <a:pt x="0" y="0"/>
                </a:moveTo>
                <a:cubicBezTo>
                  <a:pt x="248960" y="-72825"/>
                  <a:pt x="469809" y="83591"/>
                  <a:pt x="774282" y="0"/>
                </a:cubicBezTo>
                <a:cubicBezTo>
                  <a:pt x="1078755" y="-83591"/>
                  <a:pt x="1199867" y="23505"/>
                  <a:pt x="1548565" y="0"/>
                </a:cubicBezTo>
                <a:cubicBezTo>
                  <a:pt x="1897263" y="-23505"/>
                  <a:pt x="2015577" y="60883"/>
                  <a:pt x="2233507" y="0"/>
                </a:cubicBezTo>
                <a:cubicBezTo>
                  <a:pt x="2451437" y="-60883"/>
                  <a:pt x="2652773" y="64829"/>
                  <a:pt x="2829109" y="0"/>
                </a:cubicBezTo>
                <a:cubicBezTo>
                  <a:pt x="3005445" y="-64829"/>
                  <a:pt x="3051470" y="2525"/>
                  <a:pt x="3246030" y="0"/>
                </a:cubicBezTo>
                <a:cubicBezTo>
                  <a:pt x="3440590" y="-2525"/>
                  <a:pt x="3467285" y="23974"/>
                  <a:pt x="3662951" y="0"/>
                </a:cubicBezTo>
                <a:cubicBezTo>
                  <a:pt x="3858617" y="-23974"/>
                  <a:pt x="3920289" y="24567"/>
                  <a:pt x="4079872" y="0"/>
                </a:cubicBezTo>
                <a:cubicBezTo>
                  <a:pt x="4239455" y="-24567"/>
                  <a:pt x="4509059" y="29683"/>
                  <a:pt x="4854155" y="0"/>
                </a:cubicBezTo>
                <a:cubicBezTo>
                  <a:pt x="5199251" y="-29683"/>
                  <a:pt x="5357974" y="46397"/>
                  <a:pt x="5628437" y="0"/>
                </a:cubicBezTo>
                <a:cubicBezTo>
                  <a:pt x="5898900" y="-46397"/>
                  <a:pt x="5892667" y="14294"/>
                  <a:pt x="6045358" y="0"/>
                </a:cubicBezTo>
                <a:cubicBezTo>
                  <a:pt x="6198049" y="-14294"/>
                  <a:pt x="6384432" y="32912"/>
                  <a:pt x="6551620" y="0"/>
                </a:cubicBezTo>
                <a:cubicBezTo>
                  <a:pt x="6718808" y="-32912"/>
                  <a:pt x="7050468" y="59974"/>
                  <a:pt x="7236562" y="0"/>
                </a:cubicBezTo>
                <a:cubicBezTo>
                  <a:pt x="7422656" y="-59974"/>
                  <a:pt x="7537689" y="32695"/>
                  <a:pt x="7832164" y="0"/>
                </a:cubicBezTo>
                <a:cubicBezTo>
                  <a:pt x="8126639" y="-32695"/>
                  <a:pt x="8121502" y="43804"/>
                  <a:pt x="8249085" y="0"/>
                </a:cubicBezTo>
                <a:cubicBezTo>
                  <a:pt x="8376668" y="-43804"/>
                  <a:pt x="8674967" y="25821"/>
                  <a:pt x="8934027" y="0"/>
                </a:cubicBezTo>
                <a:cubicBezTo>
                  <a:pt x="8939149" y="130769"/>
                  <a:pt x="8921947" y="251796"/>
                  <a:pt x="8934027" y="477054"/>
                </a:cubicBezTo>
                <a:cubicBezTo>
                  <a:pt x="8784448" y="515362"/>
                  <a:pt x="8514235" y="450675"/>
                  <a:pt x="8338425" y="477054"/>
                </a:cubicBezTo>
                <a:cubicBezTo>
                  <a:pt x="8162615" y="503433"/>
                  <a:pt x="7913733" y="472186"/>
                  <a:pt x="7653483" y="477054"/>
                </a:cubicBezTo>
                <a:cubicBezTo>
                  <a:pt x="7393233" y="481922"/>
                  <a:pt x="7385509" y="445835"/>
                  <a:pt x="7147222" y="477054"/>
                </a:cubicBezTo>
                <a:cubicBezTo>
                  <a:pt x="6908935" y="508273"/>
                  <a:pt x="6825649" y="469006"/>
                  <a:pt x="6551620" y="477054"/>
                </a:cubicBezTo>
                <a:cubicBezTo>
                  <a:pt x="6277591" y="485102"/>
                  <a:pt x="6138934" y="452851"/>
                  <a:pt x="5866678" y="477054"/>
                </a:cubicBezTo>
                <a:cubicBezTo>
                  <a:pt x="5594422" y="501257"/>
                  <a:pt x="5379877" y="385662"/>
                  <a:pt x="5092395" y="477054"/>
                </a:cubicBezTo>
                <a:cubicBezTo>
                  <a:pt x="4804913" y="568446"/>
                  <a:pt x="4690755" y="413302"/>
                  <a:pt x="4496794" y="477054"/>
                </a:cubicBezTo>
                <a:cubicBezTo>
                  <a:pt x="4302833" y="540806"/>
                  <a:pt x="4331593" y="447335"/>
                  <a:pt x="4169213" y="477054"/>
                </a:cubicBezTo>
                <a:cubicBezTo>
                  <a:pt x="4006833" y="506773"/>
                  <a:pt x="3928434" y="446378"/>
                  <a:pt x="3841632" y="477054"/>
                </a:cubicBezTo>
                <a:cubicBezTo>
                  <a:pt x="3754830" y="507730"/>
                  <a:pt x="3360355" y="400703"/>
                  <a:pt x="3067349" y="477054"/>
                </a:cubicBezTo>
                <a:cubicBezTo>
                  <a:pt x="2774343" y="553405"/>
                  <a:pt x="2713042" y="476131"/>
                  <a:pt x="2561088" y="477054"/>
                </a:cubicBezTo>
                <a:cubicBezTo>
                  <a:pt x="2409134" y="477977"/>
                  <a:pt x="2166557" y="436725"/>
                  <a:pt x="1965486" y="477054"/>
                </a:cubicBezTo>
                <a:cubicBezTo>
                  <a:pt x="1764415" y="517383"/>
                  <a:pt x="1696036" y="468841"/>
                  <a:pt x="1548565" y="477054"/>
                </a:cubicBezTo>
                <a:cubicBezTo>
                  <a:pt x="1401094" y="485267"/>
                  <a:pt x="1382342" y="438932"/>
                  <a:pt x="1220984" y="477054"/>
                </a:cubicBezTo>
                <a:cubicBezTo>
                  <a:pt x="1059626" y="515176"/>
                  <a:pt x="1012191" y="463191"/>
                  <a:pt x="804062" y="477054"/>
                </a:cubicBezTo>
                <a:cubicBezTo>
                  <a:pt x="595933" y="490917"/>
                  <a:pt x="360009" y="436689"/>
                  <a:pt x="0" y="477054"/>
                </a:cubicBezTo>
                <a:cubicBezTo>
                  <a:pt x="-29239" y="296702"/>
                  <a:pt x="30747" y="186312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37069269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PH" sz="2500" dirty="0"/>
              <a:t>Is there another metric to tell us that these two are different?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6DB38E-C9DF-A16B-9F10-FAC556EFEBA0}"/>
              </a:ext>
            </a:extLst>
          </p:cNvPr>
          <p:cNvSpPr txBox="1"/>
          <p:nvPr/>
        </p:nvSpPr>
        <p:spPr>
          <a:xfrm>
            <a:off x="4213858" y="5218374"/>
            <a:ext cx="3764282" cy="477054"/>
          </a:xfrm>
          <a:custGeom>
            <a:avLst/>
            <a:gdLst>
              <a:gd name="connsiteX0" fmla="*/ 0 w 3764282"/>
              <a:gd name="connsiteY0" fmla="*/ 0 h 477054"/>
              <a:gd name="connsiteX1" fmla="*/ 613040 w 3764282"/>
              <a:gd name="connsiteY1" fmla="*/ 0 h 477054"/>
              <a:gd name="connsiteX2" fmla="*/ 1226080 w 3764282"/>
              <a:gd name="connsiteY2" fmla="*/ 0 h 477054"/>
              <a:gd name="connsiteX3" fmla="*/ 1801478 w 3764282"/>
              <a:gd name="connsiteY3" fmla="*/ 0 h 477054"/>
              <a:gd name="connsiteX4" fmla="*/ 2339232 w 3764282"/>
              <a:gd name="connsiteY4" fmla="*/ 0 h 477054"/>
              <a:gd name="connsiteX5" fmla="*/ 2801701 w 3764282"/>
              <a:gd name="connsiteY5" fmla="*/ 0 h 477054"/>
              <a:gd name="connsiteX6" fmla="*/ 3264170 w 3764282"/>
              <a:gd name="connsiteY6" fmla="*/ 0 h 477054"/>
              <a:gd name="connsiteX7" fmla="*/ 3764282 w 3764282"/>
              <a:gd name="connsiteY7" fmla="*/ 0 h 477054"/>
              <a:gd name="connsiteX8" fmla="*/ 3764282 w 3764282"/>
              <a:gd name="connsiteY8" fmla="*/ 477054 h 477054"/>
              <a:gd name="connsiteX9" fmla="*/ 3188885 w 3764282"/>
              <a:gd name="connsiteY9" fmla="*/ 477054 h 477054"/>
              <a:gd name="connsiteX10" fmla="*/ 2726416 w 3764282"/>
              <a:gd name="connsiteY10" fmla="*/ 477054 h 477054"/>
              <a:gd name="connsiteX11" fmla="*/ 2113375 w 3764282"/>
              <a:gd name="connsiteY11" fmla="*/ 477054 h 477054"/>
              <a:gd name="connsiteX12" fmla="*/ 1650907 w 3764282"/>
              <a:gd name="connsiteY12" fmla="*/ 477054 h 477054"/>
              <a:gd name="connsiteX13" fmla="*/ 1037866 w 3764282"/>
              <a:gd name="connsiteY13" fmla="*/ 477054 h 477054"/>
              <a:gd name="connsiteX14" fmla="*/ 0 w 3764282"/>
              <a:gd name="connsiteY14" fmla="*/ 477054 h 477054"/>
              <a:gd name="connsiteX15" fmla="*/ 0 w 3764282"/>
              <a:gd name="connsiteY15" fmla="*/ 0 h 477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764282" h="477054" extrusionOk="0">
                <a:moveTo>
                  <a:pt x="0" y="0"/>
                </a:moveTo>
                <a:cubicBezTo>
                  <a:pt x="150329" y="-45632"/>
                  <a:pt x="342301" y="1272"/>
                  <a:pt x="613040" y="0"/>
                </a:cubicBezTo>
                <a:cubicBezTo>
                  <a:pt x="883779" y="-1272"/>
                  <a:pt x="1067052" y="47386"/>
                  <a:pt x="1226080" y="0"/>
                </a:cubicBezTo>
                <a:cubicBezTo>
                  <a:pt x="1385108" y="-47386"/>
                  <a:pt x="1596213" y="57659"/>
                  <a:pt x="1801478" y="0"/>
                </a:cubicBezTo>
                <a:cubicBezTo>
                  <a:pt x="2006743" y="-57659"/>
                  <a:pt x="2229737" y="30709"/>
                  <a:pt x="2339232" y="0"/>
                </a:cubicBezTo>
                <a:cubicBezTo>
                  <a:pt x="2448727" y="-30709"/>
                  <a:pt x="2590722" y="7530"/>
                  <a:pt x="2801701" y="0"/>
                </a:cubicBezTo>
                <a:cubicBezTo>
                  <a:pt x="3012680" y="-7530"/>
                  <a:pt x="3160145" y="12167"/>
                  <a:pt x="3264170" y="0"/>
                </a:cubicBezTo>
                <a:cubicBezTo>
                  <a:pt x="3368195" y="-12167"/>
                  <a:pt x="3612670" y="49192"/>
                  <a:pt x="3764282" y="0"/>
                </a:cubicBezTo>
                <a:cubicBezTo>
                  <a:pt x="3782968" y="178763"/>
                  <a:pt x="3722608" y="238531"/>
                  <a:pt x="3764282" y="477054"/>
                </a:cubicBezTo>
                <a:cubicBezTo>
                  <a:pt x="3587557" y="509901"/>
                  <a:pt x="3390331" y="419143"/>
                  <a:pt x="3188885" y="477054"/>
                </a:cubicBezTo>
                <a:cubicBezTo>
                  <a:pt x="2987439" y="534965"/>
                  <a:pt x="2952939" y="429705"/>
                  <a:pt x="2726416" y="477054"/>
                </a:cubicBezTo>
                <a:cubicBezTo>
                  <a:pt x="2499893" y="524403"/>
                  <a:pt x="2309838" y="447156"/>
                  <a:pt x="2113375" y="477054"/>
                </a:cubicBezTo>
                <a:cubicBezTo>
                  <a:pt x="1916912" y="506952"/>
                  <a:pt x="1802761" y="450228"/>
                  <a:pt x="1650907" y="477054"/>
                </a:cubicBezTo>
                <a:cubicBezTo>
                  <a:pt x="1499053" y="503880"/>
                  <a:pt x="1286931" y="416929"/>
                  <a:pt x="1037866" y="477054"/>
                </a:cubicBezTo>
                <a:cubicBezTo>
                  <a:pt x="788801" y="537179"/>
                  <a:pt x="253956" y="366969"/>
                  <a:pt x="0" y="477054"/>
                </a:cubicBezTo>
                <a:cubicBezTo>
                  <a:pt x="-40419" y="354984"/>
                  <a:pt x="31905" y="118858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37069269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PH" sz="2500" b="1" dirty="0"/>
              <a:t>Yes! </a:t>
            </a:r>
            <a:r>
              <a:rPr lang="en-PH" sz="2500" dirty="0"/>
              <a:t>Its called </a:t>
            </a:r>
            <a:r>
              <a:rPr lang="en-PH" sz="2500" b="1" dirty="0"/>
              <a:t>covariance</a:t>
            </a:r>
          </a:p>
        </p:txBody>
      </p:sp>
    </p:spTree>
    <p:extLst>
      <p:ext uri="{BB962C8B-B14F-4D97-AF65-F5344CB8AC3E}">
        <p14:creationId xmlns:p14="http://schemas.microsoft.com/office/powerpoint/2010/main" val="38457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3E7B2-4C1E-4FB1-35CE-AAC956ABB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Covariance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1E120-BC9A-56D3-5518-0E5BBF372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Covariance</a:t>
            </a:r>
            <a:r>
              <a:rPr lang="en-US" dirty="0"/>
              <a:t> is a measure of the joint variability of two </a:t>
            </a:r>
            <a:r>
              <a:rPr lang="en-US" dirty="0">
                <a:hlinkClick r:id="rId2" tooltip="Random variable"/>
              </a:rPr>
              <a:t>random variables</a:t>
            </a:r>
            <a:r>
              <a:rPr lang="en-US" dirty="0"/>
              <a:t>.</a:t>
            </a:r>
            <a:r>
              <a:rPr lang="en-US" baseline="30000" dirty="0">
                <a:hlinkClick r:id="rId3"/>
              </a:rPr>
              <a:t>[1]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8027995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360D920-CFE4-3EEC-FF69-9A43B43CF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4220B98-5274-3AD2-399C-9BAC8E86C11D}"/>
              </a:ext>
            </a:extLst>
          </p:cNvPr>
          <p:cNvCxnSpPr>
            <a:cxnSpLocks/>
          </p:cNvCxnSpPr>
          <p:nvPr/>
        </p:nvCxnSpPr>
        <p:spPr>
          <a:xfrm flipV="1">
            <a:off x="6096000" y="630287"/>
            <a:ext cx="0" cy="5215100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F6B63FE-E3A3-C032-4E91-1BF215A118C7}"/>
              </a:ext>
            </a:extLst>
          </p:cNvPr>
          <p:cNvCxnSpPr>
            <a:cxnSpLocks/>
          </p:cNvCxnSpPr>
          <p:nvPr/>
        </p:nvCxnSpPr>
        <p:spPr>
          <a:xfrm>
            <a:off x="2015371" y="3076187"/>
            <a:ext cx="8630368" cy="0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2" descr="A cartoon of a house&#10;&#10;Description automatically generated">
            <a:extLst>
              <a:ext uri="{FF2B5EF4-FFF2-40B4-BE49-F238E27FC236}">
                <a16:creationId xmlns:a16="http://schemas.microsoft.com/office/drawing/2014/main" id="{08BA6EFF-6A06-58DE-02DE-AAD11405B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705" y="1447305"/>
            <a:ext cx="444007" cy="402124"/>
          </a:xfrm>
          <a:prstGeom prst="rect">
            <a:avLst/>
          </a:prstGeom>
        </p:spPr>
      </p:pic>
      <p:pic>
        <p:nvPicPr>
          <p:cNvPr id="21" name="Picture 20" descr="A cartoon of a house&#10;&#10;Description automatically generated">
            <a:extLst>
              <a:ext uri="{FF2B5EF4-FFF2-40B4-BE49-F238E27FC236}">
                <a16:creationId xmlns:a16="http://schemas.microsoft.com/office/drawing/2014/main" id="{482A7A77-5C36-B931-843C-F6D3FCAD3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996" y="2835713"/>
            <a:ext cx="444007" cy="402124"/>
          </a:xfrm>
          <a:prstGeom prst="rect">
            <a:avLst/>
          </a:prstGeom>
        </p:spPr>
      </p:pic>
      <p:pic>
        <p:nvPicPr>
          <p:cNvPr id="22" name="Picture 21" descr="A cartoon of a house&#10;&#10;Description automatically generated">
            <a:extLst>
              <a:ext uri="{FF2B5EF4-FFF2-40B4-BE49-F238E27FC236}">
                <a16:creationId xmlns:a16="http://schemas.microsoft.com/office/drawing/2014/main" id="{48E8181D-822E-BEC4-10C8-535684053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289" y="1447305"/>
            <a:ext cx="444007" cy="4021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EC1A55-C64F-BD15-BB3E-E6A4A91810FD}"/>
                  </a:ext>
                </a:extLst>
              </p:cNvPr>
              <p:cNvSpPr txBox="1"/>
              <p:nvPr/>
            </p:nvSpPr>
            <p:spPr>
              <a:xfrm>
                <a:off x="3065578" y="1062584"/>
                <a:ext cx="992259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−2,1</m:t>
                          </m:r>
                        </m:e>
                      </m:d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EC1A55-C64F-BD15-BB3E-E6A4A9181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578" y="1062584"/>
                <a:ext cx="992259" cy="384721"/>
              </a:xfrm>
              <a:prstGeom prst="rect">
                <a:avLst/>
              </a:prstGeom>
              <a:blipFill>
                <a:blip r:embed="rId3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cartoon of a house&#10;&#10;Description automatically generated">
            <a:extLst>
              <a:ext uri="{FF2B5EF4-FFF2-40B4-BE49-F238E27FC236}">
                <a16:creationId xmlns:a16="http://schemas.microsoft.com/office/drawing/2014/main" id="{6A3DC970-0C51-1B8F-CCA1-47D699C4C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705" y="4151189"/>
            <a:ext cx="444007" cy="402124"/>
          </a:xfrm>
          <a:prstGeom prst="rect">
            <a:avLst/>
          </a:prstGeom>
        </p:spPr>
      </p:pic>
      <p:pic>
        <p:nvPicPr>
          <p:cNvPr id="10" name="Picture 9" descr="A cartoon of a house&#10;&#10;Description automatically generated">
            <a:extLst>
              <a:ext uri="{FF2B5EF4-FFF2-40B4-BE49-F238E27FC236}">
                <a16:creationId xmlns:a16="http://schemas.microsoft.com/office/drawing/2014/main" id="{39A558CE-29D0-5AAD-8A1B-327F98BA0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288" y="4151189"/>
            <a:ext cx="444007" cy="4021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E91FBEF-B9B9-14C5-3ACC-353B00731C7A}"/>
                  </a:ext>
                </a:extLst>
              </p:cNvPr>
              <p:cNvSpPr txBox="1"/>
              <p:nvPr/>
            </p:nvSpPr>
            <p:spPr>
              <a:xfrm>
                <a:off x="6095999" y="2450992"/>
                <a:ext cx="75341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E91FBEF-B9B9-14C5-3ACC-353B00731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2450992"/>
                <a:ext cx="753411" cy="384721"/>
              </a:xfrm>
              <a:prstGeom prst="rect">
                <a:avLst/>
              </a:prstGeom>
              <a:blipFill>
                <a:blip r:embed="rId4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C5F3E08-085A-1391-ACD5-F5AD9C134F3D}"/>
                  </a:ext>
                </a:extLst>
              </p:cNvPr>
              <p:cNvSpPr txBox="1"/>
              <p:nvPr/>
            </p:nvSpPr>
            <p:spPr>
              <a:xfrm>
                <a:off x="2773318" y="4553313"/>
                <a:ext cx="1284519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−2,−1</m:t>
                          </m:r>
                        </m:e>
                      </m:d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C5F3E08-085A-1391-ACD5-F5AD9C134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318" y="4553313"/>
                <a:ext cx="1284519" cy="384721"/>
              </a:xfrm>
              <a:prstGeom prst="rect">
                <a:avLst/>
              </a:prstGeom>
              <a:blipFill>
                <a:blip r:embed="rId5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D5BE07-171A-0FB8-6467-DF0190F6767E}"/>
                  </a:ext>
                </a:extLst>
              </p:cNvPr>
              <p:cNvSpPr txBox="1"/>
              <p:nvPr/>
            </p:nvSpPr>
            <p:spPr>
              <a:xfrm>
                <a:off x="7988031" y="4553312"/>
                <a:ext cx="99225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−2,1</m:t>
                          </m:r>
                        </m:e>
                      </m:d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D5BE07-171A-0FB8-6467-DF0190F67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8031" y="4553312"/>
                <a:ext cx="992258" cy="384721"/>
              </a:xfrm>
              <a:prstGeom prst="rect">
                <a:avLst/>
              </a:prstGeom>
              <a:blipFill>
                <a:blip r:embed="rId6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A1D9374-C405-E973-FB0D-5F91471E4802}"/>
                  </a:ext>
                </a:extLst>
              </p:cNvPr>
              <p:cNvSpPr txBox="1"/>
              <p:nvPr/>
            </p:nvSpPr>
            <p:spPr>
              <a:xfrm>
                <a:off x="8271224" y="1070670"/>
                <a:ext cx="75341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2,1</m:t>
                          </m:r>
                        </m:e>
                      </m:d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A1D9374-C405-E973-FB0D-5F91471E4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1224" y="1070670"/>
                <a:ext cx="753411" cy="384721"/>
              </a:xfrm>
              <a:prstGeom prst="rect">
                <a:avLst/>
              </a:prstGeom>
              <a:blipFill>
                <a:blip r:embed="rId7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2BF28B8-6462-5AFE-DC81-C2E6C2DD400C}"/>
                  </a:ext>
                </a:extLst>
              </p:cNvPr>
              <p:cNvSpPr txBox="1"/>
              <p:nvPr/>
            </p:nvSpPr>
            <p:spPr>
              <a:xfrm>
                <a:off x="3202640" y="1845523"/>
                <a:ext cx="718134" cy="38472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PH" sz="25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PH" sz="25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2BF28B8-6462-5AFE-DC81-C2E6C2DD4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640" y="1845523"/>
                <a:ext cx="718134" cy="3847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3FC1565-B901-17FE-2A3E-1D5CCDC8208D}"/>
                  </a:ext>
                </a:extLst>
              </p:cNvPr>
              <p:cNvSpPr txBox="1"/>
              <p:nvPr/>
            </p:nvSpPr>
            <p:spPr>
              <a:xfrm>
                <a:off x="3202640" y="5025974"/>
                <a:ext cx="718134" cy="38472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PH" sz="25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PH" sz="2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3FC1565-B901-17FE-2A3E-1D5CCDC82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640" y="5025974"/>
                <a:ext cx="718134" cy="3847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DDCA7D-BED0-1F0F-55D3-825186E9C171}"/>
                  </a:ext>
                </a:extLst>
              </p:cNvPr>
              <p:cNvSpPr txBox="1"/>
              <p:nvPr/>
            </p:nvSpPr>
            <p:spPr>
              <a:xfrm>
                <a:off x="8271224" y="1845522"/>
                <a:ext cx="718134" cy="38472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PH" sz="25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PH" sz="2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DDCA7D-BED0-1F0F-55D3-825186E9C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1224" y="1845522"/>
                <a:ext cx="718134" cy="384721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9FCDE6-48F3-C226-0536-D7B4ABE3B512}"/>
                  </a:ext>
                </a:extLst>
              </p:cNvPr>
              <p:cNvSpPr txBox="1"/>
              <p:nvPr/>
            </p:nvSpPr>
            <p:spPr>
              <a:xfrm>
                <a:off x="8149688" y="4938033"/>
                <a:ext cx="718134" cy="38472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PH" sz="25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PH" sz="25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9FCDE6-48F3-C226-0536-D7B4ABE3B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688" y="4938033"/>
                <a:ext cx="718134" cy="3847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7667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3D0FE55-F28D-CCF5-44AB-A4D27B925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5ADBF3-4C20-24B1-E649-6EBD9FD8066E}"/>
              </a:ext>
            </a:extLst>
          </p:cNvPr>
          <p:cNvCxnSpPr>
            <a:cxnSpLocks/>
          </p:cNvCxnSpPr>
          <p:nvPr/>
        </p:nvCxnSpPr>
        <p:spPr>
          <a:xfrm flipV="1">
            <a:off x="2899131" y="276224"/>
            <a:ext cx="0" cy="3292687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C8A4B0F-E8E5-B0AA-DCCB-DC81CA4277CB}"/>
              </a:ext>
            </a:extLst>
          </p:cNvPr>
          <p:cNvCxnSpPr>
            <a:cxnSpLocks/>
          </p:cNvCxnSpPr>
          <p:nvPr/>
        </p:nvCxnSpPr>
        <p:spPr>
          <a:xfrm>
            <a:off x="171449" y="1820506"/>
            <a:ext cx="5591176" cy="0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2" descr="A cartoon of a house&#10;&#10;Description automatically generated">
            <a:extLst>
              <a:ext uri="{FF2B5EF4-FFF2-40B4-BE49-F238E27FC236}">
                <a16:creationId xmlns:a16="http://schemas.microsoft.com/office/drawing/2014/main" id="{0AFA4149-6EAC-3117-4BC7-4BC4FD0CA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95" y="792069"/>
            <a:ext cx="296795" cy="253891"/>
          </a:xfrm>
          <a:prstGeom prst="rect">
            <a:avLst/>
          </a:prstGeom>
        </p:spPr>
      </p:pic>
      <p:pic>
        <p:nvPicPr>
          <p:cNvPr id="21" name="Picture 20" descr="A cartoon of a house&#10;&#10;Description automatically generated">
            <a:extLst>
              <a:ext uri="{FF2B5EF4-FFF2-40B4-BE49-F238E27FC236}">
                <a16:creationId xmlns:a16="http://schemas.microsoft.com/office/drawing/2014/main" id="{7A92C72E-D36E-7475-4399-14ACFAEA5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733" y="1668676"/>
            <a:ext cx="296795" cy="2538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C4F16D8-BF85-1780-2957-4AFA1C5547AB}"/>
                  </a:ext>
                </a:extLst>
              </p:cNvPr>
              <p:cNvSpPr txBox="1"/>
              <p:nvPr/>
            </p:nvSpPr>
            <p:spPr>
              <a:xfrm>
                <a:off x="873456" y="549166"/>
                <a:ext cx="7157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−2,1</m:t>
                          </m:r>
                        </m:e>
                      </m:d>
                    </m:oMath>
                  </m:oMathPara>
                </a14:m>
                <a:endParaRPr lang="en-PH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C4F16D8-BF85-1780-2957-4AFA1C554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456" y="549166"/>
                <a:ext cx="715773" cy="276999"/>
              </a:xfrm>
              <a:prstGeom prst="rect">
                <a:avLst/>
              </a:prstGeom>
              <a:blipFill>
                <a:blip r:embed="rId3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cartoon of a house&#10;&#10;Description automatically generated">
            <a:extLst>
              <a:ext uri="{FF2B5EF4-FFF2-40B4-BE49-F238E27FC236}">
                <a16:creationId xmlns:a16="http://schemas.microsoft.com/office/drawing/2014/main" id="{B0ED4648-9754-FB7A-6503-B17C6A4D5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772" y="2499236"/>
            <a:ext cx="296795" cy="2538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31F0C1-DA6F-1296-C7E3-072511CC766E}"/>
                  </a:ext>
                </a:extLst>
              </p:cNvPr>
              <p:cNvSpPr txBox="1"/>
              <p:nvPr/>
            </p:nvSpPr>
            <p:spPr>
              <a:xfrm>
                <a:off x="2899131" y="1425773"/>
                <a:ext cx="5426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PH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31F0C1-DA6F-1296-C7E3-072511CC7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9131" y="1425773"/>
                <a:ext cx="542648" cy="276999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FE3EB1-E2E6-A5FA-F1F6-46A037992F5F}"/>
                  </a:ext>
                </a:extLst>
              </p:cNvPr>
              <p:cNvSpPr txBox="1"/>
              <p:nvPr/>
            </p:nvSpPr>
            <p:spPr>
              <a:xfrm>
                <a:off x="4163853" y="2753126"/>
                <a:ext cx="7157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−2,1</m:t>
                          </m:r>
                        </m:e>
                      </m:d>
                    </m:oMath>
                  </m:oMathPara>
                </a14:m>
                <a:endParaRPr lang="en-PH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FE3EB1-E2E6-A5FA-F1F6-46A037992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853" y="2753126"/>
                <a:ext cx="715773" cy="276999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D451B7-4BE4-AE6E-D2CB-E792BBA51870}"/>
                  </a:ext>
                </a:extLst>
              </p:cNvPr>
              <p:cNvSpPr txBox="1"/>
              <p:nvPr/>
            </p:nvSpPr>
            <p:spPr>
              <a:xfrm>
                <a:off x="965075" y="1043494"/>
                <a:ext cx="480034" cy="276999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PH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PH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D451B7-4BE4-AE6E-D2CB-E792BBA51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075" y="1043494"/>
                <a:ext cx="48003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9450D1-AF9D-1D0C-5EC9-E8311BAD4497}"/>
                  </a:ext>
                </a:extLst>
              </p:cNvPr>
              <p:cNvSpPr txBox="1"/>
              <p:nvPr/>
            </p:nvSpPr>
            <p:spPr>
              <a:xfrm>
                <a:off x="4271912" y="2996030"/>
                <a:ext cx="480034" cy="276999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PH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PH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9450D1-AF9D-1D0C-5EC9-E8311BAD4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912" y="2996030"/>
                <a:ext cx="480034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463B34-346D-9B42-D68E-246C3E6E2010}"/>
              </a:ext>
            </a:extLst>
          </p:cNvPr>
          <p:cNvCxnSpPr>
            <a:cxnSpLocks/>
          </p:cNvCxnSpPr>
          <p:nvPr/>
        </p:nvCxnSpPr>
        <p:spPr>
          <a:xfrm flipV="1">
            <a:off x="9150299" y="276224"/>
            <a:ext cx="0" cy="3292687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FDEB056-E8ED-6814-B9A5-B5533484A377}"/>
              </a:ext>
            </a:extLst>
          </p:cNvPr>
          <p:cNvCxnSpPr>
            <a:cxnSpLocks/>
          </p:cNvCxnSpPr>
          <p:nvPr/>
        </p:nvCxnSpPr>
        <p:spPr>
          <a:xfrm>
            <a:off x="6422617" y="1820506"/>
            <a:ext cx="5591176" cy="0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3" name="Picture 22" descr="A cartoon of a house&#10;&#10;Description automatically generated">
            <a:extLst>
              <a:ext uri="{FF2B5EF4-FFF2-40B4-BE49-F238E27FC236}">
                <a16:creationId xmlns:a16="http://schemas.microsoft.com/office/drawing/2014/main" id="{D579C069-A0BF-EDBA-7650-91E85781E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901" y="1668676"/>
            <a:ext cx="296795" cy="253891"/>
          </a:xfrm>
          <a:prstGeom prst="rect">
            <a:avLst/>
          </a:prstGeom>
        </p:spPr>
      </p:pic>
      <p:pic>
        <p:nvPicPr>
          <p:cNvPr id="24" name="Picture 23" descr="A cartoon of a house&#10;&#10;Description automatically generated">
            <a:extLst>
              <a:ext uri="{FF2B5EF4-FFF2-40B4-BE49-F238E27FC236}">
                <a16:creationId xmlns:a16="http://schemas.microsoft.com/office/drawing/2014/main" id="{58B6552A-CD1B-2D01-493B-2E31787AB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5941" y="792069"/>
            <a:ext cx="296795" cy="253891"/>
          </a:xfrm>
          <a:prstGeom prst="rect">
            <a:avLst/>
          </a:prstGeom>
        </p:spPr>
      </p:pic>
      <p:pic>
        <p:nvPicPr>
          <p:cNvPr id="26" name="Picture 25" descr="A cartoon of a house&#10;&#10;Description automatically generated">
            <a:extLst>
              <a:ext uri="{FF2B5EF4-FFF2-40B4-BE49-F238E27FC236}">
                <a16:creationId xmlns:a16="http://schemas.microsoft.com/office/drawing/2014/main" id="{D21501B3-944B-F895-FF1D-E5E7D843E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863" y="2499236"/>
            <a:ext cx="296795" cy="2538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27D6E42-13B0-6154-0F9C-E8D6B13E045C}"/>
                  </a:ext>
                </a:extLst>
              </p:cNvPr>
              <p:cNvSpPr txBox="1"/>
              <p:nvPr/>
            </p:nvSpPr>
            <p:spPr>
              <a:xfrm>
                <a:off x="9150299" y="1425773"/>
                <a:ext cx="5426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PH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27D6E42-13B0-6154-0F9C-E8D6B13E0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0299" y="1425773"/>
                <a:ext cx="542648" cy="276999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BC10A73-7951-BAA8-9D4D-79607D8D9EED}"/>
                  </a:ext>
                </a:extLst>
              </p:cNvPr>
              <p:cNvSpPr txBox="1"/>
              <p:nvPr/>
            </p:nvSpPr>
            <p:spPr>
              <a:xfrm>
                <a:off x="6929264" y="2753127"/>
                <a:ext cx="9273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−2,−1</m:t>
                          </m:r>
                        </m:e>
                      </m:d>
                    </m:oMath>
                  </m:oMathPara>
                </a14:m>
                <a:endParaRPr lang="en-PH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BC10A73-7951-BAA8-9D4D-79607D8D9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264" y="2753127"/>
                <a:ext cx="927370" cy="276999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560728A-3A95-9C9D-0B28-E01D0E95D6BE}"/>
                  </a:ext>
                </a:extLst>
              </p:cNvPr>
              <p:cNvSpPr txBox="1"/>
              <p:nvPr/>
            </p:nvSpPr>
            <p:spPr>
              <a:xfrm>
                <a:off x="10604320" y="554271"/>
                <a:ext cx="5426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2,1</m:t>
                          </m:r>
                        </m:e>
                      </m:d>
                    </m:oMath>
                  </m:oMathPara>
                </a14:m>
                <a:endParaRPr lang="en-PH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560728A-3A95-9C9D-0B28-E01D0E95D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4320" y="554271"/>
                <a:ext cx="542648" cy="276999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5632666-555C-2BA9-6A3E-D15A395BC717}"/>
                  </a:ext>
                </a:extLst>
              </p:cNvPr>
              <p:cNvSpPr txBox="1"/>
              <p:nvPr/>
            </p:nvSpPr>
            <p:spPr>
              <a:xfrm>
                <a:off x="7216243" y="3051554"/>
                <a:ext cx="480034" cy="276999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PH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PH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5632666-555C-2BA9-6A3E-D15A395BC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243" y="3051554"/>
                <a:ext cx="480034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0649DDD-93EA-881C-2242-BC887C1DB557}"/>
                  </a:ext>
                </a:extLst>
              </p:cNvPr>
              <p:cNvSpPr txBox="1"/>
              <p:nvPr/>
            </p:nvSpPr>
            <p:spPr>
              <a:xfrm>
                <a:off x="10604320" y="1043494"/>
                <a:ext cx="480034" cy="276999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PH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PH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0649DDD-93EA-881C-2242-BC887C1DB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4320" y="1043494"/>
                <a:ext cx="480034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DEB5F78-7543-F6DA-7142-900C577FD82D}"/>
                  </a:ext>
                </a:extLst>
              </p:cNvPr>
              <p:cNvSpPr txBox="1"/>
              <p:nvPr/>
            </p:nvSpPr>
            <p:spPr>
              <a:xfrm>
                <a:off x="208012" y="4352077"/>
                <a:ext cx="5607561" cy="1502206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endParaRPr lang="en-PH" sz="25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𝒄𝒐𝒗𝒂𝒓𝒊𝒂𝒏𝒄𝒆</m:t>
                      </m:r>
                      <m:r>
                        <a:rPr lang="en-PH" sz="25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(−2)+</m:t>
                          </m:r>
                          <m:r>
                            <a:rPr lang="en-PH" sz="25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+(−2)</m:t>
                          </m:r>
                        </m:num>
                        <m:den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PH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PH" sz="25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PH" sz="25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PH" sz="2500" b="1" dirty="0"/>
              </a:p>
              <a:p>
                <a:endParaRPr lang="en-PH" sz="25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DEB5F78-7543-F6DA-7142-900C577FD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012" y="4352077"/>
                <a:ext cx="5607561" cy="150220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BD2984A-83C5-9C80-7BF0-351B301B5BE7}"/>
                  </a:ext>
                </a:extLst>
              </p:cNvPr>
              <p:cNvSpPr txBox="1"/>
              <p:nvPr/>
            </p:nvSpPr>
            <p:spPr>
              <a:xfrm>
                <a:off x="6776250" y="4322992"/>
                <a:ext cx="4831451" cy="1502206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endParaRPr lang="en-PH" sz="25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𝒄𝒐𝒗𝒂𝒓𝒊𝒂𝒏𝒄𝒆</m:t>
                      </m:r>
                      <m:r>
                        <a:rPr lang="en-PH" sz="25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(2)+</m:t>
                          </m:r>
                          <m:r>
                            <a:rPr lang="en-PH" sz="25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+(2)</m:t>
                          </m:r>
                        </m:num>
                        <m:den>
                          <m:r>
                            <a:rPr lang="en-PH" sz="2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PH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PH" sz="25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PH" sz="2500" b="1" dirty="0"/>
              </a:p>
              <a:p>
                <a:endParaRPr lang="en-PH" sz="25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BD2984A-83C5-9C80-7BF0-351B301B5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6250" y="4322992"/>
                <a:ext cx="4831451" cy="150220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33545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5EA98C1-D460-AAE8-F694-D755ADCBE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55CC708-ADCD-E147-0AC9-41EA404D1E8A}"/>
              </a:ext>
            </a:extLst>
          </p:cNvPr>
          <p:cNvCxnSpPr>
            <a:cxnSpLocks/>
          </p:cNvCxnSpPr>
          <p:nvPr/>
        </p:nvCxnSpPr>
        <p:spPr>
          <a:xfrm flipV="1">
            <a:off x="6096000" y="630287"/>
            <a:ext cx="0" cy="5215100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73C647A-2CA6-CC1A-0FBB-9F4A84345FA3}"/>
              </a:ext>
            </a:extLst>
          </p:cNvPr>
          <p:cNvCxnSpPr>
            <a:cxnSpLocks/>
          </p:cNvCxnSpPr>
          <p:nvPr/>
        </p:nvCxnSpPr>
        <p:spPr>
          <a:xfrm>
            <a:off x="2015371" y="3076187"/>
            <a:ext cx="8630368" cy="0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 descr="A cartoon of a house&#10;&#10;Description automatically generated">
            <a:extLst>
              <a:ext uri="{FF2B5EF4-FFF2-40B4-BE49-F238E27FC236}">
                <a16:creationId xmlns:a16="http://schemas.microsoft.com/office/drawing/2014/main" id="{2394E22F-F83E-5BDC-254D-159B86B31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858" y="3237837"/>
            <a:ext cx="444007" cy="402124"/>
          </a:xfrm>
          <a:prstGeom prst="rect">
            <a:avLst/>
          </a:prstGeom>
        </p:spPr>
      </p:pic>
      <p:pic>
        <p:nvPicPr>
          <p:cNvPr id="9" name="Picture 8" descr="A cartoon of a house&#10;&#10;Description automatically generated">
            <a:extLst>
              <a:ext uri="{FF2B5EF4-FFF2-40B4-BE49-F238E27FC236}">
                <a16:creationId xmlns:a16="http://schemas.microsoft.com/office/drawing/2014/main" id="{94743815-4486-ACB8-F0D1-0F51556E3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996" y="2835713"/>
            <a:ext cx="444007" cy="402124"/>
          </a:xfrm>
          <a:prstGeom prst="rect">
            <a:avLst/>
          </a:prstGeom>
        </p:spPr>
      </p:pic>
      <p:pic>
        <p:nvPicPr>
          <p:cNvPr id="12" name="Picture 11" descr="A cartoon of a house&#10;&#10;Description automatically generated">
            <a:extLst>
              <a:ext uri="{FF2B5EF4-FFF2-40B4-BE49-F238E27FC236}">
                <a16:creationId xmlns:a16="http://schemas.microsoft.com/office/drawing/2014/main" id="{BB14FF72-BBDB-4DA4-1170-E34AEF416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810" y="2337339"/>
            <a:ext cx="444007" cy="402124"/>
          </a:xfrm>
          <a:prstGeom prst="rect">
            <a:avLst/>
          </a:prstGeom>
        </p:spPr>
      </p:pic>
      <p:pic>
        <p:nvPicPr>
          <p:cNvPr id="17" name="Picture 16" descr="A cartoon of a house&#10;&#10;Description automatically generated">
            <a:extLst>
              <a:ext uri="{FF2B5EF4-FFF2-40B4-BE49-F238E27FC236}">
                <a16:creationId xmlns:a16="http://schemas.microsoft.com/office/drawing/2014/main" id="{46525D73-E4BD-58C7-26B3-ACF5AED55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861" y="3781813"/>
            <a:ext cx="444007" cy="402124"/>
          </a:xfrm>
          <a:prstGeom prst="rect">
            <a:avLst/>
          </a:prstGeom>
        </p:spPr>
      </p:pic>
      <p:pic>
        <p:nvPicPr>
          <p:cNvPr id="20" name="Picture 19" descr="A cartoon of a house&#10;&#10;Description automatically generated">
            <a:extLst>
              <a:ext uri="{FF2B5EF4-FFF2-40B4-BE49-F238E27FC236}">
                <a16:creationId xmlns:a16="http://schemas.microsoft.com/office/drawing/2014/main" id="{2663C004-A2CA-199E-5FBA-66C4DA7A2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145" y="3115600"/>
            <a:ext cx="444007" cy="4021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B7DD519-D734-282B-4C88-22861076945C}"/>
                  </a:ext>
                </a:extLst>
              </p:cNvPr>
              <p:cNvSpPr txBox="1"/>
              <p:nvPr/>
            </p:nvSpPr>
            <p:spPr>
              <a:xfrm>
                <a:off x="7073152" y="299767"/>
                <a:ext cx="4759825" cy="94776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endParaRPr lang="en-PH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PH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PH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PH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𝑎𝑟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𝑐𝑜𝑣𝑎𝑟𝑖𝑎𝑛𝑐𝑒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𝑐𝑜𝑣𝑎𝑟𝑖𝑎𝑛𝑐𝑒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𝑎𝑟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nary>
                    </m:oMath>
                  </m:oMathPara>
                </a14:m>
                <a:endParaRPr lang="en-PH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B7DD519-D734-282B-4C88-228610769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152" y="299767"/>
                <a:ext cx="4759825" cy="947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Picture 40" descr="A cartoon of a house&#10;&#10;Description automatically generated">
            <a:extLst>
              <a:ext uri="{FF2B5EF4-FFF2-40B4-BE49-F238E27FC236}">
                <a16:creationId xmlns:a16="http://schemas.microsoft.com/office/drawing/2014/main" id="{D0093E54-A029-E9FE-40E2-88B9D4363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998" y="3450886"/>
            <a:ext cx="444007" cy="402124"/>
          </a:xfrm>
          <a:prstGeom prst="rect">
            <a:avLst/>
          </a:prstGeom>
        </p:spPr>
      </p:pic>
      <p:pic>
        <p:nvPicPr>
          <p:cNvPr id="42" name="Picture 41" descr="A cartoon of a house&#10;&#10;Description automatically generated">
            <a:extLst>
              <a:ext uri="{FF2B5EF4-FFF2-40B4-BE49-F238E27FC236}">
                <a16:creationId xmlns:a16="http://schemas.microsoft.com/office/drawing/2014/main" id="{FDC1FF4B-E7A2-139B-A64A-CA2FE9EDE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998" y="2634651"/>
            <a:ext cx="444007" cy="402124"/>
          </a:xfrm>
          <a:prstGeom prst="rect">
            <a:avLst/>
          </a:prstGeom>
        </p:spPr>
      </p:pic>
      <p:pic>
        <p:nvPicPr>
          <p:cNvPr id="43" name="Picture 42" descr="A cartoon of a house&#10;&#10;Description automatically generated">
            <a:extLst>
              <a:ext uri="{FF2B5EF4-FFF2-40B4-BE49-F238E27FC236}">
                <a16:creationId xmlns:a16="http://schemas.microsoft.com/office/drawing/2014/main" id="{9E4C384A-7402-E7D6-EC66-B45401D33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395" y="2169500"/>
            <a:ext cx="444007" cy="402124"/>
          </a:xfrm>
          <a:prstGeom prst="rect">
            <a:avLst/>
          </a:prstGeom>
        </p:spPr>
      </p:pic>
      <p:pic>
        <p:nvPicPr>
          <p:cNvPr id="44" name="Picture 43" descr="A cartoon of a house&#10;&#10;Description automatically generated">
            <a:extLst>
              <a:ext uri="{FF2B5EF4-FFF2-40B4-BE49-F238E27FC236}">
                <a16:creationId xmlns:a16="http://schemas.microsoft.com/office/drawing/2014/main" id="{0E451101-919B-DA0C-03F9-C454AC549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533" y="2500427"/>
            <a:ext cx="444007" cy="402124"/>
          </a:xfrm>
          <a:prstGeom prst="rect">
            <a:avLst/>
          </a:prstGeom>
        </p:spPr>
      </p:pic>
      <p:pic>
        <p:nvPicPr>
          <p:cNvPr id="45" name="Picture 44" descr="A cartoon of a house&#10;&#10;Description automatically generated">
            <a:extLst>
              <a:ext uri="{FF2B5EF4-FFF2-40B4-BE49-F238E27FC236}">
                <a16:creationId xmlns:a16="http://schemas.microsoft.com/office/drawing/2014/main" id="{4B54FC57-6551-589E-EBA9-7D82B0336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391" y="1723605"/>
            <a:ext cx="444007" cy="4021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2A2EB0B-5BCC-85AA-0EB9-FD22A28518BF}"/>
                  </a:ext>
                </a:extLst>
              </p:cNvPr>
              <p:cNvSpPr txBox="1"/>
              <p:nvPr/>
            </p:nvSpPr>
            <p:spPr>
              <a:xfrm>
                <a:off x="8768772" y="3669962"/>
                <a:ext cx="2915227" cy="288957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endParaRPr lang="en-PH" sz="5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5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5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50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PH" sz="5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5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PH" sz="5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5000" dirty="0"/>
              </a:p>
              <a:p>
                <a:endParaRPr lang="en-PH" sz="5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2A2EB0B-5BCC-85AA-0EB9-FD22A2851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8772" y="3669962"/>
                <a:ext cx="2915227" cy="28895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32718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C005-FE6B-2082-9E4C-0290FEBB9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Covariance Matrix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85A5B5D-94C5-DD86-3DAB-7D773B3E8684}"/>
              </a:ext>
            </a:extLst>
          </p:cNvPr>
          <p:cNvCxnSpPr>
            <a:cxnSpLocks/>
          </p:cNvCxnSpPr>
          <p:nvPr/>
        </p:nvCxnSpPr>
        <p:spPr>
          <a:xfrm flipV="1">
            <a:off x="6096000" y="1260207"/>
            <a:ext cx="0" cy="5215100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BF118C-5530-0073-2C45-F76F14CFF79D}"/>
              </a:ext>
            </a:extLst>
          </p:cNvPr>
          <p:cNvCxnSpPr>
            <a:cxnSpLocks/>
          </p:cNvCxnSpPr>
          <p:nvPr/>
        </p:nvCxnSpPr>
        <p:spPr>
          <a:xfrm>
            <a:off x="2015371" y="3706107"/>
            <a:ext cx="8630368" cy="0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 descr="A cartoon of a house&#10;&#10;Description automatically generated">
            <a:extLst>
              <a:ext uri="{FF2B5EF4-FFF2-40B4-BE49-F238E27FC236}">
                <a16:creationId xmlns:a16="http://schemas.microsoft.com/office/drawing/2014/main" id="{B9FE5057-29E0-8B7B-98E5-F58198C4E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858" y="3867757"/>
            <a:ext cx="444007" cy="402124"/>
          </a:xfrm>
          <a:prstGeom prst="rect">
            <a:avLst/>
          </a:prstGeom>
        </p:spPr>
      </p:pic>
      <p:pic>
        <p:nvPicPr>
          <p:cNvPr id="7" name="Picture 6" descr="A cartoon of a house&#10;&#10;Description automatically generated">
            <a:extLst>
              <a:ext uri="{FF2B5EF4-FFF2-40B4-BE49-F238E27FC236}">
                <a16:creationId xmlns:a16="http://schemas.microsoft.com/office/drawing/2014/main" id="{F7806DCC-364B-51E1-4BCA-E4554A52A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996" y="3465633"/>
            <a:ext cx="444007" cy="402124"/>
          </a:xfrm>
          <a:prstGeom prst="rect">
            <a:avLst/>
          </a:prstGeom>
        </p:spPr>
      </p:pic>
      <p:pic>
        <p:nvPicPr>
          <p:cNvPr id="8" name="Picture 7" descr="A cartoon of a house&#10;&#10;Description automatically generated">
            <a:extLst>
              <a:ext uri="{FF2B5EF4-FFF2-40B4-BE49-F238E27FC236}">
                <a16:creationId xmlns:a16="http://schemas.microsoft.com/office/drawing/2014/main" id="{F2D57D00-F1BB-4FA1-6AA2-93581F699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810" y="2967259"/>
            <a:ext cx="444007" cy="402124"/>
          </a:xfrm>
          <a:prstGeom prst="rect">
            <a:avLst/>
          </a:prstGeom>
        </p:spPr>
      </p:pic>
      <p:pic>
        <p:nvPicPr>
          <p:cNvPr id="9" name="Picture 8" descr="A cartoon of a house&#10;&#10;Description automatically generated">
            <a:extLst>
              <a:ext uri="{FF2B5EF4-FFF2-40B4-BE49-F238E27FC236}">
                <a16:creationId xmlns:a16="http://schemas.microsoft.com/office/drawing/2014/main" id="{038D3838-5E30-8E3A-4C97-DBA2B663C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861" y="4411733"/>
            <a:ext cx="444007" cy="402124"/>
          </a:xfrm>
          <a:prstGeom prst="rect">
            <a:avLst/>
          </a:prstGeom>
        </p:spPr>
      </p:pic>
      <p:pic>
        <p:nvPicPr>
          <p:cNvPr id="10" name="Picture 9" descr="A cartoon of a house&#10;&#10;Description automatically generated">
            <a:extLst>
              <a:ext uri="{FF2B5EF4-FFF2-40B4-BE49-F238E27FC236}">
                <a16:creationId xmlns:a16="http://schemas.microsoft.com/office/drawing/2014/main" id="{39B56B42-989F-9D8A-CD79-F7FE63244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145" y="3745520"/>
            <a:ext cx="444007" cy="4021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B82850-EB04-82CE-5C8C-2D1EFB78E585}"/>
                  </a:ext>
                </a:extLst>
              </p:cNvPr>
              <p:cNvSpPr txBox="1"/>
              <p:nvPr/>
            </p:nvSpPr>
            <p:spPr>
              <a:xfrm>
                <a:off x="7073152" y="929687"/>
                <a:ext cx="4759825" cy="122475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endParaRPr lang="en-PH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PH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PH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PH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𝑎𝑟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𝑐𝑜𝑣𝑎𝑟𝑖𝑎𝑛𝑐𝑒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𝑐𝑜𝑣𝑎𝑟𝑖𝑎𝑛𝑐𝑒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𝑎𝑟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nary>
                    </m:oMath>
                  </m:oMathPara>
                </a14:m>
                <a:endParaRPr lang="en-PH" dirty="0"/>
              </a:p>
              <a:p>
                <a:endParaRPr lang="en-PH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B82850-EB04-82CE-5C8C-2D1EFB78E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152" y="929687"/>
                <a:ext cx="4759825" cy="12247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A cartoon of a house&#10;&#10;Description automatically generated">
            <a:extLst>
              <a:ext uri="{FF2B5EF4-FFF2-40B4-BE49-F238E27FC236}">
                <a16:creationId xmlns:a16="http://schemas.microsoft.com/office/drawing/2014/main" id="{2E5A266D-A047-C7D5-1941-5F16B80DA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998" y="4080806"/>
            <a:ext cx="444007" cy="402124"/>
          </a:xfrm>
          <a:prstGeom prst="rect">
            <a:avLst/>
          </a:prstGeom>
        </p:spPr>
      </p:pic>
      <p:pic>
        <p:nvPicPr>
          <p:cNvPr id="13" name="Picture 12" descr="A cartoon of a house&#10;&#10;Description automatically generated">
            <a:extLst>
              <a:ext uri="{FF2B5EF4-FFF2-40B4-BE49-F238E27FC236}">
                <a16:creationId xmlns:a16="http://schemas.microsoft.com/office/drawing/2014/main" id="{91BAEFC1-DC2B-2BFB-BC99-914C7C5EC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998" y="3264571"/>
            <a:ext cx="444007" cy="402124"/>
          </a:xfrm>
          <a:prstGeom prst="rect">
            <a:avLst/>
          </a:prstGeom>
        </p:spPr>
      </p:pic>
      <p:pic>
        <p:nvPicPr>
          <p:cNvPr id="14" name="Picture 13" descr="A cartoon of a house&#10;&#10;Description automatically generated">
            <a:extLst>
              <a:ext uri="{FF2B5EF4-FFF2-40B4-BE49-F238E27FC236}">
                <a16:creationId xmlns:a16="http://schemas.microsoft.com/office/drawing/2014/main" id="{9B6D4044-B264-CE38-5B27-676C8F11B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395" y="2799420"/>
            <a:ext cx="444007" cy="402124"/>
          </a:xfrm>
          <a:prstGeom prst="rect">
            <a:avLst/>
          </a:prstGeom>
        </p:spPr>
      </p:pic>
      <p:pic>
        <p:nvPicPr>
          <p:cNvPr id="15" name="Picture 14" descr="A cartoon of a house&#10;&#10;Description automatically generated">
            <a:extLst>
              <a:ext uri="{FF2B5EF4-FFF2-40B4-BE49-F238E27FC236}">
                <a16:creationId xmlns:a16="http://schemas.microsoft.com/office/drawing/2014/main" id="{3DC01B48-B646-4716-DA15-1A62F947C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533" y="3130347"/>
            <a:ext cx="444007" cy="402124"/>
          </a:xfrm>
          <a:prstGeom prst="rect">
            <a:avLst/>
          </a:prstGeom>
        </p:spPr>
      </p:pic>
      <p:pic>
        <p:nvPicPr>
          <p:cNvPr id="16" name="Picture 15" descr="A cartoon of a house&#10;&#10;Description automatically generated">
            <a:extLst>
              <a:ext uri="{FF2B5EF4-FFF2-40B4-BE49-F238E27FC236}">
                <a16:creationId xmlns:a16="http://schemas.microsoft.com/office/drawing/2014/main" id="{DB62B239-E52B-0A44-E496-FBAACACFC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391" y="2353525"/>
            <a:ext cx="444007" cy="4021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63377E4-7EF9-C95F-70B0-5871D5663A68}"/>
                  </a:ext>
                </a:extLst>
              </p:cNvPr>
              <p:cNvSpPr txBox="1"/>
              <p:nvPr/>
            </p:nvSpPr>
            <p:spPr>
              <a:xfrm>
                <a:off x="8768773" y="4269881"/>
                <a:ext cx="2915227" cy="288957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endParaRPr lang="en-PH" sz="5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5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5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50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PH" sz="5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5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PH" sz="5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5000" dirty="0"/>
              </a:p>
              <a:p>
                <a:endParaRPr lang="en-PH" sz="5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63377E4-7EF9-C95F-70B0-5871D5663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8773" y="4269881"/>
                <a:ext cx="2915227" cy="28895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12279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6732-9D14-8194-198B-B52D5C672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09A9A-A41E-BABE-6A59-3E6549E90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Covariance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14DFB3-2E66-436C-C5A0-3F1A0012A74A}"/>
                  </a:ext>
                </a:extLst>
              </p:cNvPr>
              <p:cNvSpPr txBox="1"/>
              <p:nvPr/>
            </p:nvSpPr>
            <p:spPr>
              <a:xfrm>
                <a:off x="4160619" y="4539873"/>
                <a:ext cx="4759825" cy="122475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endParaRPr lang="en-PH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PH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PH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PH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𝑎𝑟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𝑐𝑜𝑣𝑎𝑟𝑖𝑎𝑛𝑐𝑒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𝑐𝑜𝑣𝑎𝑟𝑖𝑎𝑛𝑐𝑒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𝑎𝑟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nary>
                    </m:oMath>
                  </m:oMathPara>
                </a14:m>
                <a:endParaRPr lang="en-PH" dirty="0"/>
              </a:p>
              <a:p>
                <a:endParaRPr lang="en-PH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14DFB3-2E66-436C-C5A0-3F1A0012A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619" y="4539873"/>
                <a:ext cx="4759825" cy="12247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48038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CCCCA-6214-C68D-7142-D6629F056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Covariance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1B586-6076-41C5-5895-EFFF780FC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 covariance matrix is a square matrix with diagonal elements that represent the variance and the non-diagonal components that express covariance.</a:t>
            </a:r>
            <a:endParaRPr lang="en-P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3DFE9D-8C61-7B80-207D-D908FE719E99}"/>
                  </a:ext>
                </a:extLst>
              </p:cNvPr>
              <p:cNvSpPr txBox="1"/>
              <p:nvPr/>
            </p:nvSpPr>
            <p:spPr>
              <a:xfrm>
                <a:off x="4160619" y="4539873"/>
                <a:ext cx="4759825" cy="122475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endParaRPr lang="en-PH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PH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PH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PH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𝑎𝑟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𝑐𝑜𝑣𝑎𝑟𝑖𝑎𝑛𝑐𝑒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𝑐𝑜𝑣𝑎𝑟𝑖𝑎𝑛𝑐𝑒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𝑎𝑟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nary>
                    </m:oMath>
                  </m:oMathPara>
                </a14:m>
                <a:endParaRPr lang="en-PH" dirty="0"/>
              </a:p>
              <a:p>
                <a:endParaRPr lang="en-PH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3DFE9D-8C61-7B80-207D-D908FE719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619" y="4539873"/>
                <a:ext cx="4759825" cy="12247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13139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3FC44A-A152-1B56-7F17-F61EDE91C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A683DED-1C88-15E6-7962-2F8254E57674}"/>
                  </a:ext>
                </a:extLst>
              </p:cNvPr>
              <p:cNvSpPr txBox="1"/>
              <p:nvPr/>
            </p:nvSpPr>
            <p:spPr>
              <a:xfrm>
                <a:off x="4791584" y="-419438"/>
                <a:ext cx="2061152" cy="282192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endParaRPr lang="en-PH" sz="5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5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5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50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PH" sz="5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5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PH" sz="5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5000" dirty="0"/>
              </a:p>
              <a:p>
                <a:endParaRPr lang="en-PH" sz="5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A683DED-1C88-15E6-7962-2F8254E57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584" y="-419438"/>
                <a:ext cx="2061152" cy="28219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5BD0CE88-FF33-89FD-3546-B2C91099B5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5008576"/>
              </p:ext>
            </p:extLst>
          </p:nvPr>
        </p:nvGraphicFramePr>
        <p:xfrm>
          <a:off x="276557" y="203087"/>
          <a:ext cx="4576106" cy="3983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19424800-8748-9610-4714-10E619BE89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2725346"/>
              </p:ext>
            </p:extLst>
          </p:nvPr>
        </p:nvGraphicFramePr>
        <p:xfrm>
          <a:off x="6791657" y="203087"/>
          <a:ext cx="4576106" cy="3983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AB5BCDF-D59E-81F1-CBD0-713100F8F05C}"/>
                  </a:ext>
                </a:extLst>
              </p:cNvPr>
              <p:cNvSpPr txBox="1"/>
              <p:nvPr/>
            </p:nvSpPr>
            <p:spPr>
              <a:xfrm>
                <a:off x="2170801" y="4186653"/>
                <a:ext cx="82766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AB5BCDF-D59E-81F1-CBD0-713100F8F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801" y="4186653"/>
                <a:ext cx="827662" cy="384721"/>
              </a:xfrm>
              <a:prstGeom prst="rect">
                <a:avLst/>
              </a:prstGeom>
              <a:blipFill>
                <a:blip r:embed="rId5"/>
                <a:stretch>
                  <a:fillRect l="-13235" t="-3175" r="-13971" b="-3174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61A07B6-D61F-38AE-236E-F6B6965D2DA5}"/>
                  </a:ext>
                </a:extLst>
              </p:cNvPr>
              <p:cNvSpPr txBox="1"/>
              <p:nvPr/>
            </p:nvSpPr>
            <p:spPr>
              <a:xfrm>
                <a:off x="2170801" y="4571374"/>
                <a:ext cx="83567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61A07B6-D61F-38AE-236E-F6B6965D2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801" y="4571374"/>
                <a:ext cx="835678" cy="384721"/>
              </a:xfrm>
              <a:prstGeom prst="rect">
                <a:avLst/>
              </a:prstGeom>
              <a:blipFill>
                <a:blip r:embed="rId6"/>
                <a:stretch>
                  <a:fillRect l="-13139" t="-3175" r="-13869" b="-3174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1637712-CB2A-D328-AFFB-0AF7E11809C7}"/>
                  </a:ext>
                </a:extLst>
              </p:cNvPr>
              <p:cNvSpPr txBox="1"/>
              <p:nvPr/>
            </p:nvSpPr>
            <p:spPr>
              <a:xfrm>
                <a:off x="2162785" y="4956095"/>
                <a:ext cx="83567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1637712-CB2A-D328-AFFB-0AF7E1180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2785" y="4956095"/>
                <a:ext cx="835678" cy="384721"/>
              </a:xfrm>
              <a:prstGeom prst="rect">
                <a:avLst/>
              </a:prstGeom>
              <a:blipFill>
                <a:blip r:embed="rId7"/>
                <a:stretch>
                  <a:fillRect l="-13869" t="-1587" r="-13139" b="-3333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28B3274-8A8D-0E3B-B1E8-A51A7FBB12BC}"/>
                  </a:ext>
                </a:extLst>
              </p:cNvPr>
              <p:cNvSpPr txBox="1"/>
              <p:nvPr/>
            </p:nvSpPr>
            <p:spPr>
              <a:xfrm>
                <a:off x="2162785" y="5340816"/>
                <a:ext cx="835678" cy="3847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28B3274-8A8D-0E3B-B1E8-A51A7FBB1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2785" y="5340816"/>
                <a:ext cx="835678" cy="384721"/>
              </a:xfrm>
              <a:prstGeom prst="rect">
                <a:avLst/>
              </a:prstGeom>
              <a:blipFill>
                <a:blip r:embed="rId8"/>
                <a:stretch>
                  <a:fillRect l="-13869" t="-1587" r="-13139" b="-3333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BFAE31B-BAA9-0C0E-29C0-B8AFCF074788}"/>
                  </a:ext>
                </a:extLst>
              </p:cNvPr>
              <p:cNvSpPr txBox="1"/>
              <p:nvPr/>
            </p:nvSpPr>
            <p:spPr>
              <a:xfrm>
                <a:off x="2176748" y="5725537"/>
                <a:ext cx="1074525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BFAE31B-BAA9-0C0E-29C0-B8AFCF074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748" y="5725537"/>
                <a:ext cx="1074525" cy="384721"/>
              </a:xfrm>
              <a:prstGeom prst="rect">
                <a:avLst/>
              </a:prstGeom>
              <a:blipFill>
                <a:blip r:embed="rId9"/>
                <a:stretch>
                  <a:fillRect l="-10227" t="-1587" r="-10795" b="-3333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AC70CDC-76C8-A648-6F61-C60E3F532538}"/>
                  </a:ext>
                </a:extLst>
              </p:cNvPr>
              <p:cNvSpPr txBox="1"/>
              <p:nvPr/>
            </p:nvSpPr>
            <p:spPr>
              <a:xfrm>
                <a:off x="2162785" y="6163178"/>
                <a:ext cx="1074525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,−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AC70CDC-76C8-A648-6F61-C60E3F532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2785" y="6163178"/>
                <a:ext cx="1074525" cy="384721"/>
              </a:xfrm>
              <a:prstGeom prst="rect">
                <a:avLst/>
              </a:prstGeom>
              <a:blipFill>
                <a:blip r:embed="rId10"/>
                <a:stretch>
                  <a:fillRect l="-10795" t="-1587" r="-10227" b="-3333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6DCC622-17EB-6EB3-4DC2-57047E6C7146}"/>
                  </a:ext>
                </a:extLst>
              </p:cNvPr>
              <p:cNvSpPr txBox="1"/>
              <p:nvPr/>
            </p:nvSpPr>
            <p:spPr>
              <a:xfrm>
                <a:off x="8673201" y="4186653"/>
                <a:ext cx="2736455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6DCC622-17EB-6EB3-4DC2-57047E6C7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3201" y="4186653"/>
                <a:ext cx="2736455" cy="384721"/>
              </a:xfrm>
              <a:prstGeom prst="rect">
                <a:avLst/>
              </a:prstGeom>
              <a:blipFill>
                <a:blip r:embed="rId11"/>
                <a:stretch>
                  <a:fillRect l="-4009" t="-3175" r="-3786" b="-3174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45939C6-22AA-584D-6310-6C2056B409C6}"/>
                  </a:ext>
                </a:extLst>
              </p:cNvPr>
              <p:cNvSpPr txBox="1"/>
              <p:nvPr/>
            </p:nvSpPr>
            <p:spPr>
              <a:xfrm>
                <a:off x="8673201" y="4571374"/>
                <a:ext cx="83567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45939C6-22AA-584D-6310-6C2056B40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3201" y="4571374"/>
                <a:ext cx="835678" cy="384721"/>
              </a:xfrm>
              <a:prstGeom prst="rect">
                <a:avLst/>
              </a:prstGeom>
              <a:blipFill>
                <a:blip r:embed="rId12"/>
                <a:stretch>
                  <a:fillRect l="-13869" t="-3175" r="-13139" b="-3174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F63CD1F-372B-CB39-055E-3FC28AF9D98E}"/>
                  </a:ext>
                </a:extLst>
              </p:cNvPr>
              <p:cNvSpPr txBox="1"/>
              <p:nvPr/>
            </p:nvSpPr>
            <p:spPr>
              <a:xfrm>
                <a:off x="8665185" y="4956095"/>
                <a:ext cx="83567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F63CD1F-372B-CB39-055E-3FC28AF9D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5185" y="4956095"/>
                <a:ext cx="835678" cy="384721"/>
              </a:xfrm>
              <a:prstGeom prst="rect">
                <a:avLst/>
              </a:prstGeom>
              <a:blipFill>
                <a:blip r:embed="rId13"/>
                <a:stretch>
                  <a:fillRect l="-13043" t="-1587" r="-13043" b="-3333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5CE4A21-E838-1B1A-AD40-A47A76F7693C}"/>
                  </a:ext>
                </a:extLst>
              </p:cNvPr>
              <p:cNvSpPr txBox="1"/>
              <p:nvPr/>
            </p:nvSpPr>
            <p:spPr>
              <a:xfrm>
                <a:off x="8665185" y="5340816"/>
                <a:ext cx="835678" cy="3847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5CE4A21-E838-1B1A-AD40-A47A76F76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5185" y="5340816"/>
                <a:ext cx="835678" cy="384721"/>
              </a:xfrm>
              <a:prstGeom prst="rect">
                <a:avLst/>
              </a:prstGeom>
              <a:blipFill>
                <a:blip r:embed="rId14"/>
                <a:stretch>
                  <a:fillRect l="-13043" t="-1587" r="-13043" b="-3333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3877FCC-4C45-EF5B-4EB0-F42DA0C4DEA7}"/>
                  </a:ext>
                </a:extLst>
              </p:cNvPr>
              <p:cNvSpPr txBox="1"/>
              <p:nvPr/>
            </p:nvSpPr>
            <p:spPr>
              <a:xfrm>
                <a:off x="8679148" y="5725537"/>
                <a:ext cx="1313373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,−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3877FCC-4C45-EF5B-4EB0-F42DA0C4D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9148" y="5725537"/>
                <a:ext cx="1313373" cy="384721"/>
              </a:xfrm>
              <a:prstGeom prst="rect">
                <a:avLst/>
              </a:prstGeom>
              <a:blipFill>
                <a:blip r:embed="rId15"/>
                <a:stretch>
                  <a:fillRect l="-8837" t="-1587" r="-8372" b="-3333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47F4227-72B1-CCE1-3768-276ACC27D82E}"/>
                  </a:ext>
                </a:extLst>
              </p:cNvPr>
              <p:cNvSpPr txBox="1"/>
              <p:nvPr/>
            </p:nvSpPr>
            <p:spPr>
              <a:xfrm>
                <a:off x="8665185" y="6163178"/>
                <a:ext cx="1313373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,−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PH" sz="25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47F4227-72B1-CCE1-3768-276ACC27D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5185" y="6163178"/>
                <a:ext cx="1313373" cy="384721"/>
              </a:xfrm>
              <a:prstGeom prst="rect">
                <a:avLst/>
              </a:prstGeom>
              <a:blipFill>
                <a:blip r:embed="rId16"/>
                <a:stretch>
                  <a:fillRect l="-8333" t="-1587" r="-8333" b="-3333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Arrow: Right 51">
            <a:extLst>
              <a:ext uri="{FF2B5EF4-FFF2-40B4-BE49-F238E27FC236}">
                <a16:creationId xmlns:a16="http://schemas.microsoft.com/office/drawing/2014/main" id="{0BF0F53F-73E8-6D84-DF4A-3218657504FF}"/>
              </a:ext>
            </a:extLst>
          </p:cNvPr>
          <p:cNvSpPr/>
          <p:nvPr/>
        </p:nvSpPr>
        <p:spPr>
          <a:xfrm>
            <a:off x="5431471" y="1881944"/>
            <a:ext cx="978408" cy="48463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61958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3883</TotalTime>
  <Words>505</Words>
  <Application>Microsoft Office PowerPoint</Application>
  <PresentationFormat>Widescreen</PresentationFormat>
  <Paragraphs>195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Cambria Math</vt:lpstr>
      <vt:lpstr>Wingdings</vt:lpstr>
      <vt:lpstr>Office Theme</vt:lpstr>
      <vt:lpstr>Covariance Matrix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Covariance</vt:lpstr>
      <vt:lpstr>PowerPoint Presentation</vt:lpstr>
      <vt:lpstr>PowerPoint Presentation</vt:lpstr>
      <vt:lpstr>PowerPoint Presentation</vt:lpstr>
      <vt:lpstr>Covariance Matrix</vt:lpstr>
      <vt:lpstr>Covariance Matrix</vt:lpstr>
      <vt:lpstr>Covariance Matrix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SLY Ponio</cp:lastModifiedBy>
  <cp:revision>453</cp:revision>
  <dcterms:created xsi:type="dcterms:W3CDTF">2024-08-08T01:29:50Z</dcterms:created>
  <dcterms:modified xsi:type="dcterms:W3CDTF">2025-12-11T13:44:45Z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