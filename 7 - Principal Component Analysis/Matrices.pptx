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7" r:id="rId2"/>
    <p:sldId id="263" r:id="rId3"/>
    <p:sldId id="593" r:id="rId4"/>
    <p:sldId id="632" r:id="rId5"/>
    <p:sldId id="629" r:id="rId6"/>
    <p:sldId id="635" r:id="rId7"/>
    <p:sldId id="636" r:id="rId8"/>
    <p:sldId id="637" r:id="rId9"/>
    <p:sldId id="633" r:id="rId10"/>
    <p:sldId id="634" r:id="rId11"/>
    <p:sldId id="643" r:id="rId12"/>
    <p:sldId id="644" r:id="rId13"/>
    <p:sldId id="640" r:id="rId14"/>
    <p:sldId id="645" r:id="rId15"/>
    <p:sldId id="641" r:id="rId16"/>
    <p:sldId id="638" r:id="rId17"/>
    <p:sldId id="646" r:id="rId18"/>
    <p:sldId id="639" r:id="rId19"/>
    <p:sldId id="647" r:id="rId20"/>
    <p:sldId id="648" r:id="rId21"/>
    <p:sldId id="649" r:id="rId22"/>
    <p:sldId id="650" r:id="rId23"/>
    <p:sldId id="652" r:id="rId24"/>
    <p:sldId id="667" r:id="rId25"/>
    <p:sldId id="668" r:id="rId26"/>
    <p:sldId id="669" r:id="rId27"/>
    <p:sldId id="666" r:id="rId28"/>
    <p:sldId id="653" r:id="rId29"/>
    <p:sldId id="654" r:id="rId30"/>
    <p:sldId id="655" r:id="rId31"/>
    <p:sldId id="656" r:id="rId32"/>
    <p:sldId id="657" r:id="rId33"/>
    <p:sldId id="658" r:id="rId34"/>
    <p:sldId id="659" r:id="rId35"/>
    <p:sldId id="660" r:id="rId36"/>
    <p:sldId id="661" r:id="rId37"/>
    <p:sldId id="662" r:id="rId38"/>
    <p:sldId id="663" r:id="rId39"/>
    <p:sldId id="664" r:id="rId40"/>
    <p:sldId id="665" r:id="rId41"/>
    <p:sldId id="670" r:id="rId42"/>
    <p:sldId id="671" r:id="rId43"/>
    <p:sldId id="67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0FF"/>
    <a:srgbClr val="CBD947"/>
    <a:srgbClr val="3241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F8E01-DE24-0F4F-A559-943D670B7764}" v="50" dt="2024-08-14T17:48:44.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875"/>
    <p:restoredTop sz="94418"/>
  </p:normalViewPr>
  <p:slideViewPr>
    <p:cSldViewPr snapToGrid="0">
      <p:cViewPr varScale="1">
        <p:scale>
          <a:sx n="76" d="100"/>
          <a:sy n="76" d="100"/>
        </p:scale>
        <p:origin x="224" y="152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nel D. Palenzuela" userId="27216d6f-a712-48da-bcb2-613e4bc945ac" providerId="ADAL" clId="{16736750-74B4-184C-AACF-97E7E4B9FAA6}"/>
    <pc:docChg chg="undo custSel addSld delSld modSld sldOrd modMainMaster">
      <pc:chgData name="Ronnel D. Palenzuela" userId="27216d6f-a712-48da-bcb2-613e4bc945ac" providerId="ADAL" clId="{16736750-74B4-184C-AACF-97E7E4B9FAA6}" dt="2024-08-13T03:37:12.131" v="3508" actId="207"/>
      <pc:docMkLst>
        <pc:docMk/>
      </pc:docMkLst>
      <pc:sldChg chg="modSp mod">
        <pc:chgData name="Ronnel D. Palenzuela" userId="27216d6f-a712-48da-bcb2-613e4bc945ac" providerId="ADAL" clId="{16736750-74B4-184C-AACF-97E7E4B9FAA6}" dt="2024-08-11T23:14:10.328" v="2625" actId="20577"/>
        <pc:sldMkLst>
          <pc:docMk/>
          <pc:sldMk cId="3455369248" sldId="257"/>
        </pc:sldMkLst>
        <pc:spChg chg="mod">
          <ac:chgData name="Ronnel D. Palenzuela" userId="27216d6f-a712-48da-bcb2-613e4bc945ac" providerId="ADAL" clId="{16736750-74B4-184C-AACF-97E7E4B9FAA6}" dt="2024-08-11T23:14:10.328" v="2625" actId="20577"/>
          <ac:spMkLst>
            <pc:docMk/>
            <pc:sldMk cId="3455369248" sldId="257"/>
            <ac:spMk id="3" creationId="{55CA8846-F5F9-9E2F-7E86-4EDFA1AEFED2}"/>
          </ac:spMkLst>
        </pc:spChg>
      </pc:sldChg>
      <pc:sldChg chg="addSp delSp modSp del mod setBg modNotesTx">
        <pc:chgData name="Ronnel D. Palenzuela" userId="27216d6f-a712-48da-bcb2-613e4bc945ac" providerId="ADAL" clId="{16736750-74B4-184C-AACF-97E7E4B9FAA6}" dt="2024-08-11T06:16:40.205" v="363" actId="2696"/>
        <pc:sldMkLst>
          <pc:docMk/>
          <pc:sldMk cId="218736974" sldId="258"/>
        </pc:sldMkLst>
        <pc:spChg chg="mod">
          <ac:chgData name="Ronnel D. Palenzuela" userId="27216d6f-a712-48da-bcb2-613e4bc945ac" providerId="ADAL" clId="{16736750-74B4-184C-AACF-97E7E4B9FAA6}" dt="2024-08-11T06:16:07.116" v="348" actId="26606"/>
          <ac:spMkLst>
            <pc:docMk/>
            <pc:sldMk cId="218736974" sldId="258"/>
            <ac:spMk id="2" creationId="{1FD87645-D8E6-23DE-A822-448BF1054783}"/>
          </ac:spMkLst>
        </pc:spChg>
        <pc:spChg chg="mod">
          <ac:chgData name="Ronnel D. Palenzuela" userId="27216d6f-a712-48da-bcb2-613e4bc945ac" providerId="ADAL" clId="{16736750-74B4-184C-AACF-97E7E4B9FAA6}" dt="2024-08-11T06:16:25.529" v="353" actId="21"/>
          <ac:spMkLst>
            <pc:docMk/>
            <pc:sldMk cId="218736974" sldId="258"/>
            <ac:spMk id="3" creationId="{F9E9654B-D8E5-22CA-371A-57FADD13842B}"/>
          </ac:spMkLst>
        </pc:spChg>
        <pc:spChg chg="add del">
          <ac:chgData name="Ronnel D. Palenzuela" userId="27216d6f-a712-48da-bcb2-613e4bc945ac" providerId="ADAL" clId="{16736750-74B4-184C-AACF-97E7E4B9FAA6}" dt="2024-08-11T06:16:07.116" v="348" actId="26606"/>
          <ac:spMkLst>
            <pc:docMk/>
            <pc:sldMk cId="218736974" sldId="258"/>
            <ac:spMk id="9" creationId="{04812C46-200A-4DEB-A05E-3ED6C68C2387}"/>
          </ac:spMkLst>
        </pc:spChg>
        <pc:spChg chg="add del">
          <ac:chgData name="Ronnel D. Palenzuela" userId="27216d6f-a712-48da-bcb2-613e4bc945ac" providerId="ADAL" clId="{16736750-74B4-184C-AACF-97E7E4B9FAA6}" dt="2024-08-11T06:16:07.116" v="348" actId="26606"/>
          <ac:spMkLst>
            <pc:docMk/>
            <pc:sldMk cId="218736974" sldId="258"/>
            <ac:spMk id="11" creationId="{D1EA859B-E555-4109-94F3-6700E046E008}"/>
          </ac:spMkLst>
        </pc:spChg>
        <pc:picChg chg="add del mod ord">
          <ac:chgData name="Ronnel D. Palenzuela" userId="27216d6f-a712-48da-bcb2-613e4bc945ac" providerId="ADAL" clId="{16736750-74B4-184C-AACF-97E7E4B9FAA6}" dt="2024-08-11T06:16:38.323" v="362" actId="21"/>
          <ac:picMkLst>
            <pc:docMk/>
            <pc:sldMk cId="218736974" sldId="258"/>
            <ac:picMk id="4" creationId="{98D0E626-B0C1-BC0F-8BBE-013B7E7B3AA6}"/>
          </ac:picMkLst>
        </pc:picChg>
      </pc:sldChg>
      <pc:sldChg chg="addSp delSp modSp mod modNotesTx">
        <pc:chgData name="Ronnel D. Palenzuela" userId="27216d6f-a712-48da-bcb2-613e4bc945ac" providerId="ADAL" clId="{16736750-74B4-184C-AACF-97E7E4B9FAA6}" dt="2024-08-11T12:37:53.539" v="2618" actId="20577"/>
        <pc:sldMkLst>
          <pc:docMk/>
          <pc:sldMk cId="3256538018" sldId="259"/>
        </pc:sldMkLst>
        <pc:spChg chg="mod">
          <ac:chgData name="Ronnel D. Palenzuela" userId="27216d6f-a712-48da-bcb2-613e4bc945ac" providerId="ADAL" clId="{16736750-74B4-184C-AACF-97E7E4B9FAA6}" dt="2024-08-11T06:18:47.941" v="388" actId="14100"/>
          <ac:spMkLst>
            <pc:docMk/>
            <pc:sldMk cId="3256538018" sldId="259"/>
            <ac:spMk id="2" creationId="{1FD87645-D8E6-23DE-A822-448BF1054783}"/>
          </ac:spMkLst>
        </pc:spChg>
        <pc:spChg chg="mod">
          <ac:chgData name="Ronnel D. Palenzuela" userId="27216d6f-a712-48da-bcb2-613e4bc945ac" providerId="ADAL" clId="{16736750-74B4-184C-AACF-97E7E4B9FAA6}" dt="2024-08-11T12:37:53.539" v="2618" actId="20577"/>
          <ac:spMkLst>
            <pc:docMk/>
            <pc:sldMk cId="3256538018" sldId="259"/>
            <ac:spMk id="3" creationId="{F9E9654B-D8E5-22CA-371A-57FADD13842B}"/>
          </ac:spMkLst>
        </pc:spChg>
        <pc:picChg chg="add mod">
          <ac:chgData name="Ronnel D. Palenzuela" userId="27216d6f-a712-48da-bcb2-613e4bc945ac" providerId="ADAL" clId="{16736750-74B4-184C-AACF-97E7E4B9FAA6}" dt="2024-08-11T06:21:54.031" v="403" actId="1076"/>
          <ac:picMkLst>
            <pc:docMk/>
            <pc:sldMk cId="3256538018" sldId="259"/>
            <ac:picMk id="4" creationId="{E700435F-1E7A-3EEC-4AA8-86923D600596}"/>
          </ac:picMkLst>
        </pc:picChg>
        <pc:picChg chg="del">
          <ac:chgData name="Ronnel D. Palenzuela" userId="27216d6f-a712-48da-bcb2-613e4bc945ac" providerId="ADAL" clId="{16736750-74B4-184C-AACF-97E7E4B9FAA6}" dt="2024-08-11T06:16:36.656" v="361" actId="478"/>
          <ac:picMkLst>
            <pc:docMk/>
            <pc:sldMk cId="3256538018" sldId="259"/>
            <ac:picMk id="5" creationId="{D3CE80CF-7820-04DC-00A6-061A45338617}"/>
          </ac:picMkLst>
        </pc:picChg>
        <pc:picChg chg="del">
          <ac:chgData name="Ronnel D. Palenzuela" userId="27216d6f-a712-48da-bcb2-613e4bc945ac" providerId="ADAL" clId="{16736750-74B4-184C-AACF-97E7E4B9FAA6}" dt="2024-08-11T06:16:36.656" v="361" actId="478"/>
          <ac:picMkLst>
            <pc:docMk/>
            <pc:sldMk cId="3256538018" sldId="259"/>
            <ac:picMk id="6" creationId="{105319CD-EE8D-3939-D407-76A3761FCAFE}"/>
          </ac:picMkLst>
        </pc:picChg>
        <pc:picChg chg="del">
          <ac:chgData name="Ronnel D. Palenzuela" userId="27216d6f-a712-48da-bcb2-613e4bc945ac" providerId="ADAL" clId="{16736750-74B4-184C-AACF-97E7E4B9FAA6}" dt="2024-08-11T06:16:36.656" v="361" actId="478"/>
          <ac:picMkLst>
            <pc:docMk/>
            <pc:sldMk cId="3256538018" sldId="259"/>
            <ac:picMk id="7" creationId="{763F4613-1B0F-8B43-1A32-113F3480FFDD}"/>
          </ac:picMkLst>
        </pc:picChg>
        <pc:picChg chg="del">
          <ac:chgData name="Ronnel D. Palenzuela" userId="27216d6f-a712-48da-bcb2-613e4bc945ac" providerId="ADAL" clId="{16736750-74B4-184C-AACF-97E7E4B9FAA6}" dt="2024-08-11T06:16:36.656" v="361" actId="478"/>
          <ac:picMkLst>
            <pc:docMk/>
            <pc:sldMk cId="3256538018" sldId="259"/>
            <ac:picMk id="8" creationId="{3F65A7A7-479E-10AB-F526-C7D8854988BE}"/>
          </ac:picMkLst>
        </pc:picChg>
        <pc:picChg chg="add mod">
          <ac:chgData name="Ronnel D. Palenzuela" userId="27216d6f-a712-48da-bcb2-613e4bc945ac" providerId="ADAL" clId="{16736750-74B4-184C-AACF-97E7E4B9FAA6}" dt="2024-08-11T06:21:54.464" v="404" actId="1076"/>
          <ac:picMkLst>
            <pc:docMk/>
            <pc:sldMk cId="3256538018" sldId="259"/>
            <ac:picMk id="9" creationId="{5039F99A-C68C-0B5B-1A0E-5505DF7E762C}"/>
          </ac:picMkLst>
        </pc:picChg>
      </pc:sldChg>
      <pc:sldChg chg="del modNotesTx">
        <pc:chgData name="Ronnel D. Palenzuela" userId="27216d6f-a712-48da-bcb2-613e4bc945ac" providerId="ADAL" clId="{16736750-74B4-184C-AACF-97E7E4B9FAA6}" dt="2024-08-11T06:22:16.116" v="405" actId="2696"/>
        <pc:sldMkLst>
          <pc:docMk/>
          <pc:sldMk cId="606913761" sldId="260"/>
        </pc:sldMkLst>
      </pc:sldChg>
      <pc:sldChg chg="del">
        <pc:chgData name="Ronnel D. Palenzuela" userId="27216d6f-a712-48da-bcb2-613e4bc945ac" providerId="ADAL" clId="{16736750-74B4-184C-AACF-97E7E4B9FAA6}" dt="2024-08-11T06:22:16.124" v="406" actId="2696"/>
        <pc:sldMkLst>
          <pc:docMk/>
          <pc:sldMk cId="285302475" sldId="261"/>
        </pc:sldMkLst>
      </pc:sldChg>
      <pc:sldChg chg="del modNotesTx">
        <pc:chgData name="Ronnel D. Palenzuela" userId="27216d6f-a712-48da-bcb2-613e4bc945ac" providerId="ADAL" clId="{16736750-74B4-184C-AACF-97E7E4B9FAA6}" dt="2024-08-11T09:23:38.794" v="1383" actId="2696"/>
        <pc:sldMkLst>
          <pc:docMk/>
          <pc:sldMk cId="1633078811" sldId="262"/>
        </pc:sldMkLst>
      </pc:sldChg>
      <pc:sldChg chg="addSp delSp modSp mod ord setBg modNotesTx">
        <pc:chgData name="Ronnel D. Palenzuela" userId="27216d6f-a712-48da-bcb2-613e4bc945ac" providerId="ADAL" clId="{16736750-74B4-184C-AACF-97E7E4B9FAA6}" dt="2024-08-11T07:26:40.554" v="869" actId="20577"/>
        <pc:sldMkLst>
          <pc:docMk/>
          <pc:sldMk cId="3611571112" sldId="263"/>
        </pc:sldMkLst>
        <pc:spChg chg="mod">
          <ac:chgData name="Ronnel D. Palenzuela" userId="27216d6f-a712-48da-bcb2-613e4bc945ac" providerId="ADAL" clId="{16736750-74B4-184C-AACF-97E7E4B9FAA6}" dt="2024-08-11T07:26:40.554" v="869" actId="20577"/>
          <ac:spMkLst>
            <pc:docMk/>
            <pc:sldMk cId="3611571112" sldId="263"/>
            <ac:spMk id="2" creationId="{4B9DC0FD-E73C-26A6-891F-61B461076958}"/>
          </ac:spMkLst>
        </pc:spChg>
        <pc:spChg chg="del mod">
          <ac:chgData name="Ronnel D. Palenzuela" userId="27216d6f-a712-48da-bcb2-613e4bc945ac" providerId="ADAL" clId="{16736750-74B4-184C-AACF-97E7E4B9FAA6}" dt="2024-08-11T05:58:13.516" v="174" actId="478"/>
          <ac:spMkLst>
            <pc:docMk/>
            <pc:sldMk cId="3611571112" sldId="263"/>
            <ac:spMk id="3" creationId="{55CA8846-F5F9-9E2F-7E86-4EDFA1AEFED2}"/>
          </ac:spMkLst>
        </pc:spChg>
        <pc:spChg chg="add del">
          <ac:chgData name="Ronnel D. Palenzuela" userId="27216d6f-a712-48da-bcb2-613e4bc945ac" providerId="ADAL" clId="{16736750-74B4-184C-AACF-97E7E4B9FAA6}" dt="2024-08-11T06:07:07.454" v="259" actId="26606"/>
          <ac:spMkLst>
            <pc:docMk/>
            <pc:sldMk cId="3611571112" sldId="263"/>
            <ac:spMk id="9" creationId="{0DBF1ABE-8590-450D-BB49-BDDCCF3EEA9E}"/>
          </ac:spMkLst>
        </pc:spChg>
        <pc:spChg chg="add del">
          <ac:chgData name="Ronnel D. Palenzuela" userId="27216d6f-a712-48da-bcb2-613e4bc945ac" providerId="ADAL" clId="{16736750-74B4-184C-AACF-97E7E4B9FAA6}" dt="2024-08-11T06:07:07.454" v="259" actId="26606"/>
          <ac:spMkLst>
            <pc:docMk/>
            <pc:sldMk cId="3611571112" sldId="263"/>
            <ac:spMk id="11" creationId="{18D32C3D-8F76-4E99-BE56-0836CC38CC84}"/>
          </ac:spMkLst>
        </pc:spChg>
        <pc:spChg chg="add del">
          <ac:chgData name="Ronnel D. Palenzuela" userId="27216d6f-a712-48da-bcb2-613e4bc945ac" providerId="ADAL" clId="{16736750-74B4-184C-AACF-97E7E4B9FAA6}" dt="2024-08-11T06:07:07.454" v="259" actId="26606"/>
          <ac:spMkLst>
            <pc:docMk/>
            <pc:sldMk cId="3611571112" sldId="263"/>
            <ac:spMk id="13" creationId="{70766076-46F5-42D5-A773-2B3BEF2B8B74}"/>
          </ac:spMkLst>
        </pc:spChg>
        <pc:spChg chg="add del">
          <ac:chgData name="Ronnel D. Palenzuela" userId="27216d6f-a712-48da-bcb2-613e4bc945ac" providerId="ADAL" clId="{16736750-74B4-184C-AACF-97E7E4B9FAA6}" dt="2024-08-11T06:07:07.454" v="259" actId="26606"/>
          <ac:spMkLst>
            <pc:docMk/>
            <pc:sldMk cId="3611571112" sldId="263"/>
            <ac:spMk id="15" creationId="{CB7B90D9-1EC2-4A12-B24A-342C1BCA2FA1}"/>
          </ac:spMkLst>
        </pc:spChg>
        <pc:picChg chg="add del mod">
          <ac:chgData name="Ronnel D. Palenzuela" userId="27216d6f-a712-48da-bcb2-613e4bc945ac" providerId="ADAL" clId="{16736750-74B4-184C-AACF-97E7E4B9FAA6}" dt="2024-08-11T06:09:13.684" v="283" actId="478"/>
          <ac:picMkLst>
            <pc:docMk/>
            <pc:sldMk cId="3611571112" sldId="263"/>
            <ac:picMk id="4" creationId="{C459ACEE-C018-E6AA-F0E7-E4078174E3AF}"/>
          </ac:picMkLst>
        </pc:picChg>
      </pc:sldChg>
      <pc:sldChg chg="modSp mod">
        <pc:chgData name="Ronnel D. Palenzuela" userId="27216d6f-a712-48da-bcb2-613e4bc945ac" providerId="ADAL" clId="{16736750-74B4-184C-AACF-97E7E4B9FAA6}" dt="2024-08-11T05:45:49.289" v="62" actId="207"/>
        <pc:sldMkLst>
          <pc:docMk/>
          <pc:sldMk cId="261940385" sldId="264"/>
        </pc:sldMkLst>
        <pc:spChg chg="mod">
          <ac:chgData name="Ronnel D. Palenzuela" userId="27216d6f-a712-48da-bcb2-613e4bc945ac" providerId="ADAL" clId="{16736750-74B4-184C-AACF-97E7E4B9FAA6}" dt="2024-08-11T05:45:49.289" v="62" actId="207"/>
          <ac:spMkLst>
            <pc:docMk/>
            <pc:sldMk cId="261940385" sldId="264"/>
            <ac:spMk id="3" creationId="{A8B75234-3FB1-B597-DF46-CD5827D3C5AF}"/>
          </ac:spMkLst>
        </pc:spChg>
      </pc:sldChg>
      <pc:sldChg chg="addSp delSp modSp add mod modNotesTx">
        <pc:chgData name="Ronnel D. Palenzuela" userId="27216d6f-a712-48da-bcb2-613e4bc945ac" providerId="ADAL" clId="{16736750-74B4-184C-AACF-97E7E4B9FAA6}" dt="2024-08-11T06:53:23.498" v="651" actId="20577"/>
        <pc:sldMkLst>
          <pc:docMk/>
          <pc:sldMk cId="538568147" sldId="265"/>
        </pc:sldMkLst>
        <pc:spChg chg="mod">
          <ac:chgData name="Ronnel D. Palenzuela" userId="27216d6f-a712-48da-bcb2-613e4bc945ac" providerId="ADAL" clId="{16736750-74B4-184C-AACF-97E7E4B9FAA6}" dt="2024-08-11T06:24:33.995" v="426" actId="20577"/>
          <ac:spMkLst>
            <pc:docMk/>
            <pc:sldMk cId="538568147" sldId="265"/>
            <ac:spMk id="2" creationId="{1FD87645-D8E6-23DE-A822-448BF1054783}"/>
          </ac:spMkLst>
        </pc:spChg>
        <pc:spChg chg="mod">
          <ac:chgData name="Ronnel D. Palenzuela" userId="27216d6f-a712-48da-bcb2-613e4bc945ac" providerId="ADAL" clId="{16736750-74B4-184C-AACF-97E7E4B9FAA6}" dt="2024-08-11T06:53:05.724" v="648" actId="207"/>
          <ac:spMkLst>
            <pc:docMk/>
            <pc:sldMk cId="538568147" sldId="265"/>
            <ac:spMk id="3" creationId="{F9E9654B-D8E5-22CA-371A-57FADD13842B}"/>
          </ac:spMkLst>
        </pc:spChg>
        <pc:spChg chg="add del mod">
          <ac:chgData name="Ronnel D. Palenzuela" userId="27216d6f-a712-48da-bcb2-613e4bc945ac" providerId="ADAL" clId="{16736750-74B4-184C-AACF-97E7E4B9FAA6}" dt="2024-08-11T06:53:08.656" v="650" actId="478"/>
          <ac:spMkLst>
            <pc:docMk/>
            <pc:sldMk cId="538568147" sldId="265"/>
            <ac:spMk id="11" creationId="{2E179526-39F5-A7F9-BE56-7FA6A5CD0F1A}"/>
          </ac:spMkLst>
        </pc:spChg>
        <pc:picChg chg="del">
          <ac:chgData name="Ronnel D. Palenzuela" userId="27216d6f-a712-48da-bcb2-613e4bc945ac" providerId="ADAL" clId="{16736750-74B4-184C-AACF-97E7E4B9FAA6}" dt="2024-08-11T06:28:11.603" v="470" actId="478"/>
          <ac:picMkLst>
            <pc:docMk/>
            <pc:sldMk cId="538568147" sldId="265"/>
            <ac:picMk id="4" creationId="{E700435F-1E7A-3EEC-4AA8-86923D600596}"/>
          </ac:picMkLst>
        </pc:picChg>
        <pc:picChg chg="add del mod">
          <ac:chgData name="Ronnel D. Palenzuela" userId="27216d6f-a712-48da-bcb2-613e4bc945ac" providerId="ADAL" clId="{16736750-74B4-184C-AACF-97E7E4B9FAA6}" dt="2024-08-11T06:29:57.039" v="479" actId="478"/>
          <ac:picMkLst>
            <pc:docMk/>
            <pc:sldMk cId="538568147" sldId="265"/>
            <ac:picMk id="5" creationId="{6120C7BE-6D16-542F-8D12-5F374110B259}"/>
          </ac:picMkLst>
        </pc:picChg>
        <pc:picChg chg="add mod">
          <ac:chgData name="Ronnel D. Palenzuela" userId="27216d6f-a712-48da-bcb2-613e4bc945ac" providerId="ADAL" clId="{16736750-74B4-184C-AACF-97E7E4B9FAA6}" dt="2024-08-11T06:37:15.786" v="541" actId="1076"/>
          <ac:picMkLst>
            <pc:docMk/>
            <pc:sldMk cId="538568147" sldId="265"/>
            <ac:picMk id="6" creationId="{E6F66661-8045-D9A5-7A22-9C32CFDC9130}"/>
          </ac:picMkLst>
        </pc:picChg>
        <pc:picChg chg="add mod">
          <ac:chgData name="Ronnel D. Palenzuela" userId="27216d6f-a712-48da-bcb2-613e4bc945ac" providerId="ADAL" clId="{16736750-74B4-184C-AACF-97E7E4B9FAA6}" dt="2024-08-11T06:38:05.418" v="564" actId="1076"/>
          <ac:picMkLst>
            <pc:docMk/>
            <pc:sldMk cId="538568147" sldId="265"/>
            <ac:picMk id="7" creationId="{034B6557-36A5-121F-76C7-3EA4B37D7CFA}"/>
          </ac:picMkLst>
        </pc:picChg>
        <pc:picChg chg="add mod">
          <ac:chgData name="Ronnel D. Palenzuela" userId="27216d6f-a712-48da-bcb2-613e4bc945ac" providerId="ADAL" clId="{16736750-74B4-184C-AACF-97E7E4B9FAA6}" dt="2024-08-11T06:38:07.200" v="565" actId="1076"/>
          <ac:picMkLst>
            <pc:docMk/>
            <pc:sldMk cId="538568147" sldId="265"/>
            <ac:picMk id="8" creationId="{1FB21C6D-D0A1-8AEB-319B-0296807954C0}"/>
          </ac:picMkLst>
        </pc:picChg>
        <pc:picChg chg="del">
          <ac:chgData name="Ronnel D. Palenzuela" userId="27216d6f-a712-48da-bcb2-613e4bc945ac" providerId="ADAL" clId="{16736750-74B4-184C-AACF-97E7E4B9FAA6}" dt="2024-08-11T06:28:10.344" v="469" actId="478"/>
          <ac:picMkLst>
            <pc:docMk/>
            <pc:sldMk cId="538568147" sldId="265"/>
            <ac:picMk id="9" creationId="{5039F99A-C68C-0B5B-1A0E-5505DF7E762C}"/>
          </ac:picMkLst>
        </pc:picChg>
        <pc:picChg chg="add mod">
          <ac:chgData name="Ronnel D. Palenzuela" userId="27216d6f-a712-48da-bcb2-613e4bc945ac" providerId="ADAL" clId="{16736750-74B4-184C-AACF-97E7E4B9FAA6}" dt="2024-08-11T06:38:14.300" v="567" actId="1076"/>
          <ac:picMkLst>
            <pc:docMk/>
            <pc:sldMk cId="538568147" sldId="265"/>
            <ac:picMk id="10" creationId="{DA4EB7EF-513D-C40D-5DC5-6B39809CDC00}"/>
          </ac:picMkLst>
        </pc:picChg>
      </pc:sldChg>
      <pc:sldChg chg="addSp delSp modSp add mod modNotesTx">
        <pc:chgData name="Ronnel D. Palenzuela" userId="27216d6f-a712-48da-bcb2-613e4bc945ac" providerId="ADAL" clId="{16736750-74B4-184C-AACF-97E7E4B9FAA6}" dt="2024-08-11T07:02:04.499" v="710" actId="207"/>
        <pc:sldMkLst>
          <pc:docMk/>
          <pc:sldMk cId="3029220167" sldId="266"/>
        </pc:sldMkLst>
        <pc:spChg chg="mod">
          <ac:chgData name="Ronnel D. Palenzuela" userId="27216d6f-a712-48da-bcb2-613e4bc945ac" providerId="ADAL" clId="{16736750-74B4-184C-AACF-97E7E4B9FAA6}" dt="2024-08-11T06:42:43.526" v="580"/>
          <ac:spMkLst>
            <pc:docMk/>
            <pc:sldMk cId="3029220167" sldId="266"/>
            <ac:spMk id="2" creationId="{1FD87645-D8E6-23DE-A822-448BF1054783}"/>
          </ac:spMkLst>
        </pc:spChg>
        <pc:spChg chg="mod">
          <ac:chgData name="Ronnel D. Palenzuela" userId="27216d6f-a712-48da-bcb2-613e4bc945ac" providerId="ADAL" clId="{16736750-74B4-184C-AACF-97E7E4B9FAA6}" dt="2024-08-11T07:02:04.499" v="710" actId="207"/>
          <ac:spMkLst>
            <pc:docMk/>
            <pc:sldMk cId="3029220167" sldId="266"/>
            <ac:spMk id="3" creationId="{F9E9654B-D8E5-22CA-371A-57FADD13842B}"/>
          </ac:spMkLst>
        </pc:spChg>
        <pc:picChg chg="add mod">
          <ac:chgData name="Ronnel D. Palenzuela" userId="27216d6f-a712-48da-bcb2-613e4bc945ac" providerId="ADAL" clId="{16736750-74B4-184C-AACF-97E7E4B9FAA6}" dt="2024-08-11T06:50:04.050" v="627" actId="1076"/>
          <ac:picMkLst>
            <pc:docMk/>
            <pc:sldMk cId="3029220167" sldId="266"/>
            <ac:picMk id="4" creationId="{976997AD-2D0B-ADA0-F7E4-E6B598F2CBB8}"/>
          </ac:picMkLst>
        </pc:picChg>
        <pc:picChg chg="add mod">
          <ac:chgData name="Ronnel D. Palenzuela" userId="27216d6f-a712-48da-bcb2-613e4bc945ac" providerId="ADAL" clId="{16736750-74B4-184C-AACF-97E7E4B9FAA6}" dt="2024-08-11T06:50:05.208" v="628" actId="1076"/>
          <ac:picMkLst>
            <pc:docMk/>
            <pc:sldMk cId="3029220167" sldId="266"/>
            <ac:picMk id="5" creationId="{543B0815-1AAB-9A0C-012F-1501ED91F33D}"/>
          </ac:picMkLst>
        </pc:picChg>
        <pc:picChg chg="del">
          <ac:chgData name="Ronnel D. Palenzuela" userId="27216d6f-a712-48da-bcb2-613e4bc945ac" providerId="ADAL" clId="{16736750-74B4-184C-AACF-97E7E4B9FAA6}" dt="2024-08-11T06:42:45.638" v="581" actId="478"/>
          <ac:picMkLst>
            <pc:docMk/>
            <pc:sldMk cId="3029220167" sldId="266"/>
            <ac:picMk id="6" creationId="{E6F66661-8045-D9A5-7A22-9C32CFDC9130}"/>
          </ac:picMkLst>
        </pc:picChg>
        <pc:picChg chg="del">
          <ac:chgData name="Ronnel D. Palenzuela" userId="27216d6f-a712-48da-bcb2-613e4bc945ac" providerId="ADAL" clId="{16736750-74B4-184C-AACF-97E7E4B9FAA6}" dt="2024-08-11T06:42:46.348" v="583" actId="478"/>
          <ac:picMkLst>
            <pc:docMk/>
            <pc:sldMk cId="3029220167" sldId="266"/>
            <ac:picMk id="7" creationId="{034B6557-36A5-121F-76C7-3EA4B37D7CFA}"/>
          </ac:picMkLst>
        </pc:picChg>
        <pc:picChg chg="del">
          <ac:chgData name="Ronnel D. Palenzuela" userId="27216d6f-a712-48da-bcb2-613e4bc945ac" providerId="ADAL" clId="{16736750-74B4-184C-AACF-97E7E4B9FAA6}" dt="2024-08-11T06:42:46.099" v="582" actId="478"/>
          <ac:picMkLst>
            <pc:docMk/>
            <pc:sldMk cId="3029220167" sldId="266"/>
            <ac:picMk id="8" creationId="{1FB21C6D-D0A1-8AEB-319B-0296807954C0}"/>
          </ac:picMkLst>
        </pc:picChg>
        <pc:picChg chg="del">
          <ac:chgData name="Ronnel D. Palenzuela" userId="27216d6f-a712-48da-bcb2-613e4bc945ac" providerId="ADAL" clId="{16736750-74B4-184C-AACF-97E7E4B9FAA6}" dt="2024-08-11T06:42:47.223" v="584" actId="478"/>
          <ac:picMkLst>
            <pc:docMk/>
            <pc:sldMk cId="3029220167" sldId="266"/>
            <ac:picMk id="10" creationId="{DA4EB7EF-513D-C40D-5DC5-6B39809CDC00}"/>
          </ac:picMkLst>
        </pc:picChg>
      </pc:sldChg>
      <pc:sldChg chg="addSp delSp modSp add mod modNotesTx">
        <pc:chgData name="Ronnel D. Palenzuela" userId="27216d6f-a712-48da-bcb2-613e4bc945ac" providerId="ADAL" clId="{16736750-74B4-184C-AACF-97E7E4B9FAA6}" dt="2024-08-11T06:58:25.859" v="689" actId="1076"/>
        <pc:sldMkLst>
          <pc:docMk/>
          <pc:sldMk cId="3285671655" sldId="267"/>
        </pc:sldMkLst>
        <pc:spChg chg="mod">
          <ac:chgData name="Ronnel D. Palenzuela" userId="27216d6f-a712-48da-bcb2-613e4bc945ac" providerId="ADAL" clId="{16736750-74B4-184C-AACF-97E7E4B9FAA6}" dt="2024-08-11T06:51:36.841" v="633"/>
          <ac:spMkLst>
            <pc:docMk/>
            <pc:sldMk cId="3285671655" sldId="267"/>
            <ac:spMk id="2" creationId="{1FD87645-D8E6-23DE-A822-448BF1054783}"/>
          </ac:spMkLst>
        </pc:spChg>
        <pc:spChg chg="mod">
          <ac:chgData name="Ronnel D. Palenzuela" userId="27216d6f-a712-48da-bcb2-613e4bc945ac" providerId="ADAL" clId="{16736750-74B4-184C-AACF-97E7E4B9FAA6}" dt="2024-08-11T06:55:05.721" v="666" actId="207"/>
          <ac:spMkLst>
            <pc:docMk/>
            <pc:sldMk cId="3285671655" sldId="267"/>
            <ac:spMk id="3" creationId="{F9E9654B-D8E5-22CA-371A-57FADD13842B}"/>
          </ac:spMkLst>
        </pc:spChg>
        <pc:spChg chg="add del">
          <ac:chgData name="Ronnel D. Palenzuela" userId="27216d6f-a712-48da-bcb2-613e4bc945ac" providerId="ADAL" clId="{16736750-74B4-184C-AACF-97E7E4B9FAA6}" dt="2024-08-11T06:56:21.472" v="668" actId="22"/>
          <ac:spMkLst>
            <pc:docMk/>
            <pc:sldMk cId="3285671655" sldId="267"/>
            <ac:spMk id="7" creationId="{596F8A18-C394-6B31-5658-595AADFFEFA2}"/>
          </ac:spMkLst>
        </pc:spChg>
        <pc:picChg chg="del">
          <ac:chgData name="Ronnel D. Palenzuela" userId="27216d6f-a712-48da-bcb2-613e4bc945ac" providerId="ADAL" clId="{16736750-74B4-184C-AACF-97E7E4B9FAA6}" dt="2024-08-11T06:51:38.803" v="634" actId="478"/>
          <ac:picMkLst>
            <pc:docMk/>
            <pc:sldMk cId="3285671655" sldId="267"/>
            <ac:picMk id="4" creationId="{976997AD-2D0B-ADA0-F7E4-E6B598F2CBB8}"/>
          </ac:picMkLst>
        </pc:picChg>
        <pc:picChg chg="del">
          <ac:chgData name="Ronnel D. Palenzuela" userId="27216d6f-a712-48da-bcb2-613e4bc945ac" providerId="ADAL" clId="{16736750-74B4-184C-AACF-97E7E4B9FAA6}" dt="2024-08-11T06:51:39.955" v="635" actId="478"/>
          <ac:picMkLst>
            <pc:docMk/>
            <pc:sldMk cId="3285671655" sldId="267"/>
            <ac:picMk id="5" creationId="{543B0815-1AAB-9A0C-012F-1501ED91F33D}"/>
          </ac:picMkLst>
        </pc:picChg>
        <pc:picChg chg="add mod">
          <ac:chgData name="Ronnel D. Palenzuela" userId="27216d6f-a712-48da-bcb2-613e4bc945ac" providerId="ADAL" clId="{16736750-74B4-184C-AACF-97E7E4B9FAA6}" dt="2024-08-11T06:57:04.182" v="677" actId="1076"/>
          <ac:picMkLst>
            <pc:docMk/>
            <pc:sldMk cId="3285671655" sldId="267"/>
            <ac:picMk id="8" creationId="{35691684-4C7D-7C51-9845-5864FCF62DB6}"/>
          </ac:picMkLst>
        </pc:picChg>
        <pc:picChg chg="add mod">
          <ac:chgData name="Ronnel D. Palenzuela" userId="27216d6f-a712-48da-bcb2-613e4bc945ac" providerId="ADAL" clId="{16736750-74B4-184C-AACF-97E7E4B9FAA6}" dt="2024-08-11T06:58:22.395" v="688" actId="1076"/>
          <ac:picMkLst>
            <pc:docMk/>
            <pc:sldMk cId="3285671655" sldId="267"/>
            <ac:picMk id="9" creationId="{F54E6630-57D0-5DF2-6976-D72FAC436DA6}"/>
          </ac:picMkLst>
        </pc:picChg>
        <pc:picChg chg="add mod">
          <ac:chgData name="Ronnel D. Palenzuela" userId="27216d6f-a712-48da-bcb2-613e4bc945ac" providerId="ADAL" clId="{16736750-74B4-184C-AACF-97E7E4B9FAA6}" dt="2024-08-11T06:58:25.859" v="689" actId="1076"/>
          <ac:picMkLst>
            <pc:docMk/>
            <pc:sldMk cId="3285671655" sldId="267"/>
            <ac:picMk id="10" creationId="{13055B59-E94F-ADE5-68C0-75FBEF4CB412}"/>
          </ac:picMkLst>
        </pc:picChg>
      </pc:sldChg>
      <pc:sldChg chg="addSp delSp modSp add mod modNotesTx">
        <pc:chgData name="Ronnel D. Palenzuela" userId="27216d6f-a712-48da-bcb2-613e4bc945ac" providerId="ADAL" clId="{16736750-74B4-184C-AACF-97E7E4B9FAA6}" dt="2024-08-11T07:12:26.720" v="817" actId="20577"/>
        <pc:sldMkLst>
          <pc:docMk/>
          <pc:sldMk cId="1637530094" sldId="268"/>
        </pc:sldMkLst>
        <pc:spChg chg="mod">
          <ac:chgData name="Ronnel D. Palenzuela" userId="27216d6f-a712-48da-bcb2-613e4bc945ac" providerId="ADAL" clId="{16736750-74B4-184C-AACF-97E7E4B9FAA6}" dt="2024-08-11T07:00:32.200" v="691"/>
          <ac:spMkLst>
            <pc:docMk/>
            <pc:sldMk cId="1637530094" sldId="268"/>
            <ac:spMk id="2" creationId="{1FD87645-D8E6-23DE-A822-448BF1054783}"/>
          </ac:spMkLst>
        </pc:spChg>
        <pc:spChg chg="mod">
          <ac:chgData name="Ronnel D. Palenzuela" userId="27216d6f-a712-48da-bcb2-613e4bc945ac" providerId="ADAL" clId="{16736750-74B4-184C-AACF-97E7E4B9FAA6}" dt="2024-08-11T07:06:36.137" v="780" actId="207"/>
          <ac:spMkLst>
            <pc:docMk/>
            <pc:sldMk cId="1637530094" sldId="268"/>
            <ac:spMk id="3" creationId="{F9E9654B-D8E5-22CA-371A-57FADD13842B}"/>
          </ac:spMkLst>
        </pc:spChg>
        <pc:picChg chg="add mod">
          <ac:chgData name="Ronnel D. Palenzuela" userId="27216d6f-a712-48da-bcb2-613e4bc945ac" providerId="ADAL" clId="{16736750-74B4-184C-AACF-97E7E4B9FAA6}" dt="2024-08-11T07:11:16.031" v="804" actId="1076"/>
          <ac:picMkLst>
            <pc:docMk/>
            <pc:sldMk cId="1637530094" sldId="268"/>
            <ac:picMk id="4" creationId="{8DAC9A4B-5053-02D1-90FB-C7079F1A4364}"/>
          </ac:picMkLst>
        </pc:picChg>
        <pc:picChg chg="add mod">
          <ac:chgData name="Ronnel D. Palenzuela" userId="27216d6f-a712-48da-bcb2-613e4bc945ac" providerId="ADAL" clId="{16736750-74B4-184C-AACF-97E7E4B9FAA6}" dt="2024-08-11T07:11:22.625" v="808" actId="1076"/>
          <ac:picMkLst>
            <pc:docMk/>
            <pc:sldMk cId="1637530094" sldId="268"/>
            <ac:picMk id="5" creationId="{BBAB1D32-E234-CA12-BE46-CDECE16B2766}"/>
          </ac:picMkLst>
        </pc:picChg>
        <pc:picChg chg="add mod">
          <ac:chgData name="Ronnel D. Palenzuela" userId="27216d6f-a712-48da-bcb2-613e4bc945ac" providerId="ADAL" clId="{16736750-74B4-184C-AACF-97E7E4B9FAA6}" dt="2024-08-11T07:11:16.947" v="805" actId="1076"/>
          <ac:picMkLst>
            <pc:docMk/>
            <pc:sldMk cId="1637530094" sldId="268"/>
            <ac:picMk id="6" creationId="{A1B4DA84-5E5D-50EE-1E64-F68500316F28}"/>
          </ac:picMkLst>
        </pc:picChg>
        <pc:picChg chg="del">
          <ac:chgData name="Ronnel D. Palenzuela" userId="27216d6f-a712-48da-bcb2-613e4bc945ac" providerId="ADAL" clId="{16736750-74B4-184C-AACF-97E7E4B9FAA6}" dt="2024-08-11T07:00:35.202" v="692" actId="478"/>
          <ac:picMkLst>
            <pc:docMk/>
            <pc:sldMk cId="1637530094" sldId="268"/>
            <ac:picMk id="8" creationId="{35691684-4C7D-7C51-9845-5864FCF62DB6}"/>
          </ac:picMkLst>
        </pc:picChg>
        <pc:picChg chg="del">
          <ac:chgData name="Ronnel D. Palenzuela" userId="27216d6f-a712-48da-bcb2-613e4bc945ac" providerId="ADAL" clId="{16736750-74B4-184C-AACF-97E7E4B9FAA6}" dt="2024-08-11T07:00:35.776" v="694" actId="478"/>
          <ac:picMkLst>
            <pc:docMk/>
            <pc:sldMk cId="1637530094" sldId="268"/>
            <ac:picMk id="9" creationId="{F54E6630-57D0-5DF2-6976-D72FAC436DA6}"/>
          </ac:picMkLst>
        </pc:picChg>
        <pc:picChg chg="del">
          <ac:chgData name="Ronnel D. Palenzuela" userId="27216d6f-a712-48da-bcb2-613e4bc945ac" providerId="ADAL" clId="{16736750-74B4-184C-AACF-97E7E4B9FAA6}" dt="2024-08-11T07:00:35.569" v="693" actId="478"/>
          <ac:picMkLst>
            <pc:docMk/>
            <pc:sldMk cId="1637530094" sldId="268"/>
            <ac:picMk id="10" creationId="{13055B59-E94F-ADE5-68C0-75FBEF4CB412}"/>
          </ac:picMkLst>
        </pc:picChg>
      </pc:sldChg>
      <pc:sldChg chg="addSp delSp modSp add mod modNotesTx">
        <pc:chgData name="Ronnel D. Palenzuela" userId="27216d6f-a712-48da-bcb2-613e4bc945ac" providerId="ADAL" clId="{16736750-74B4-184C-AACF-97E7E4B9FAA6}" dt="2024-08-11T07:44:59.535" v="983" actId="1076"/>
        <pc:sldMkLst>
          <pc:docMk/>
          <pc:sldMk cId="4018365145" sldId="269"/>
        </pc:sldMkLst>
        <pc:spChg chg="mod">
          <ac:chgData name="Ronnel D. Palenzuela" userId="27216d6f-a712-48da-bcb2-613e4bc945ac" providerId="ADAL" clId="{16736750-74B4-184C-AACF-97E7E4B9FAA6}" dt="2024-08-11T07:16:05.119" v="827"/>
          <ac:spMkLst>
            <pc:docMk/>
            <pc:sldMk cId="4018365145" sldId="269"/>
            <ac:spMk id="2" creationId="{1FD87645-D8E6-23DE-A822-448BF1054783}"/>
          </ac:spMkLst>
        </pc:spChg>
        <pc:spChg chg="mod">
          <ac:chgData name="Ronnel D. Palenzuela" userId="27216d6f-a712-48da-bcb2-613e4bc945ac" providerId="ADAL" clId="{16736750-74B4-184C-AACF-97E7E4B9FAA6}" dt="2024-08-11T07:35:30.083" v="915" actId="20577"/>
          <ac:spMkLst>
            <pc:docMk/>
            <pc:sldMk cId="4018365145" sldId="269"/>
            <ac:spMk id="3" creationId="{F9E9654B-D8E5-22CA-371A-57FADD13842B}"/>
          </ac:spMkLst>
        </pc:spChg>
        <pc:spChg chg="add del mod">
          <ac:chgData name="Ronnel D. Palenzuela" userId="27216d6f-a712-48da-bcb2-613e4bc945ac" providerId="ADAL" clId="{16736750-74B4-184C-AACF-97E7E4B9FAA6}" dt="2024-08-11T07:32:02.501" v="903" actId="478"/>
          <ac:spMkLst>
            <pc:docMk/>
            <pc:sldMk cId="4018365145" sldId="269"/>
            <ac:spMk id="10" creationId="{2210EC6B-E565-AE8A-6A22-E5A42BCDC8C6}"/>
          </ac:spMkLst>
        </pc:spChg>
        <pc:picChg chg="add del">
          <ac:chgData name="Ronnel D. Palenzuela" userId="27216d6f-a712-48da-bcb2-613e4bc945ac" providerId="ADAL" clId="{16736750-74B4-184C-AACF-97E7E4B9FAA6}" dt="2024-08-11T07:12:39.765" v="821" actId="478"/>
          <ac:picMkLst>
            <pc:docMk/>
            <pc:sldMk cId="4018365145" sldId="269"/>
            <ac:picMk id="4" creationId="{8DAC9A4B-5053-02D1-90FB-C7079F1A4364}"/>
          </ac:picMkLst>
        </pc:picChg>
        <pc:picChg chg="add del">
          <ac:chgData name="Ronnel D. Palenzuela" userId="27216d6f-a712-48da-bcb2-613e4bc945ac" providerId="ADAL" clId="{16736750-74B4-184C-AACF-97E7E4B9FAA6}" dt="2024-08-11T07:12:39.556" v="820" actId="478"/>
          <ac:picMkLst>
            <pc:docMk/>
            <pc:sldMk cId="4018365145" sldId="269"/>
            <ac:picMk id="5" creationId="{BBAB1D32-E234-CA12-BE46-CDECE16B2766}"/>
          </ac:picMkLst>
        </pc:picChg>
        <pc:picChg chg="add del">
          <ac:chgData name="Ronnel D. Palenzuela" userId="27216d6f-a712-48da-bcb2-613e4bc945ac" providerId="ADAL" clId="{16736750-74B4-184C-AACF-97E7E4B9FAA6}" dt="2024-08-11T07:12:39.082" v="819" actId="478"/>
          <ac:picMkLst>
            <pc:docMk/>
            <pc:sldMk cId="4018365145" sldId="269"/>
            <ac:picMk id="6" creationId="{A1B4DA84-5E5D-50EE-1E64-F68500316F28}"/>
          </ac:picMkLst>
        </pc:picChg>
        <pc:picChg chg="add del mod modCrop">
          <ac:chgData name="Ronnel D. Palenzuela" userId="27216d6f-a712-48da-bcb2-613e4bc945ac" providerId="ADAL" clId="{16736750-74B4-184C-AACF-97E7E4B9FAA6}" dt="2024-08-11T07:25:14.336" v="838" actId="478"/>
          <ac:picMkLst>
            <pc:docMk/>
            <pc:sldMk cId="4018365145" sldId="269"/>
            <ac:picMk id="7" creationId="{24E2E089-CDE5-B152-E63B-AF3B2C77DA83}"/>
          </ac:picMkLst>
        </pc:picChg>
        <pc:picChg chg="add mod">
          <ac:chgData name="Ronnel D. Palenzuela" userId="27216d6f-a712-48da-bcb2-613e4bc945ac" providerId="ADAL" clId="{16736750-74B4-184C-AACF-97E7E4B9FAA6}" dt="2024-08-11T07:44:45.826" v="980" actId="1076"/>
          <ac:picMkLst>
            <pc:docMk/>
            <pc:sldMk cId="4018365145" sldId="269"/>
            <ac:picMk id="8" creationId="{0B4C34F2-2634-FB62-A93A-843DDDFAA85D}"/>
          </ac:picMkLst>
        </pc:picChg>
        <pc:picChg chg="add mod">
          <ac:chgData name="Ronnel D. Palenzuela" userId="27216d6f-a712-48da-bcb2-613e4bc945ac" providerId="ADAL" clId="{16736750-74B4-184C-AACF-97E7E4B9FAA6}" dt="2024-08-11T07:44:44.353" v="979" actId="1076"/>
          <ac:picMkLst>
            <pc:docMk/>
            <pc:sldMk cId="4018365145" sldId="269"/>
            <ac:picMk id="9" creationId="{0A80EF80-4C5E-8CE0-3F3B-ECF4BE782924}"/>
          </ac:picMkLst>
        </pc:picChg>
        <pc:picChg chg="add mod">
          <ac:chgData name="Ronnel D. Palenzuela" userId="27216d6f-a712-48da-bcb2-613e4bc945ac" providerId="ADAL" clId="{16736750-74B4-184C-AACF-97E7E4B9FAA6}" dt="2024-08-11T07:44:59.535" v="983" actId="1076"/>
          <ac:picMkLst>
            <pc:docMk/>
            <pc:sldMk cId="4018365145" sldId="269"/>
            <ac:picMk id="11" creationId="{366A9246-6DE2-2DC2-8255-E647DD2BB3B9}"/>
          </ac:picMkLst>
        </pc:picChg>
        <pc:picChg chg="add mod">
          <ac:chgData name="Ronnel D. Palenzuela" userId="27216d6f-a712-48da-bcb2-613e4bc945ac" providerId="ADAL" clId="{16736750-74B4-184C-AACF-97E7E4B9FAA6}" dt="2024-08-11T07:44:56.447" v="982" actId="1076"/>
          <ac:picMkLst>
            <pc:docMk/>
            <pc:sldMk cId="4018365145" sldId="269"/>
            <ac:picMk id="12" creationId="{26BABAC0-44F4-586F-DED0-718E3F89CC72}"/>
          </ac:picMkLst>
        </pc:picChg>
      </pc:sldChg>
      <pc:sldChg chg="addSp delSp modSp add mod modNotesTx">
        <pc:chgData name="Ronnel D. Palenzuela" userId="27216d6f-a712-48da-bcb2-613e4bc945ac" providerId="ADAL" clId="{16736750-74B4-184C-AACF-97E7E4B9FAA6}" dt="2024-08-11T08:05:47.119" v="1143" actId="20577"/>
        <pc:sldMkLst>
          <pc:docMk/>
          <pc:sldMk cId="1107698705" sldId="270"/>
        </pc:sldMkLst>
        <pc:spChg chg="mod">
          <ac:chgData name="Ronnel D. Palenzuela" userId="27216d6f-a712-48da-bcb2-613e4bc945ac" providerId="ADAL" clId="{16736750-74B4-184C-AACF-97E7E4B9FAA6}" dt="2024-08-11T07:46:29.276" v="985"/>
          <ac:spMkLst>
            <pc:docMk/>
            <pc:sldMk cId="1107698705" sldId="270"/>
            <ac:spMk id="2" creationId="{1FD87645-D8E6-23DE-A822-448BF1054783}"/>
          </ac:spMkLst>
        </pc:spChg>
        <pc:spChg chg="mod">
          <ac:chgData name="Ronnel D. Palenzuela" userId="27216d6f-a712-48da-bcb2-613e4bc945ac" providerId="ADAL" clId="{16736750-74B4-184C-AACF-97E7E4B9FAA6}" dt="2024-08-11T08:05:47.119" v="1143" actId="20577"/>
          <ac:spMkLst>
            <pc:docMk/>
            <pc:sldMk cId="1107698705" sldId="270"/>
            <ac:spMk id="3" creationId="{F9E9654B-D8E5-22CA-371A-57FADD13842B}"/>
          </ac:spMkLst>
        </pc:spChg>
        <pc:spChg chg="add del">
          <ac:chgData name="Ronnel D. Palenzuela" userId="27216d6f-a712-48da-bcb2-613e4bc945ac" providerId="ADAL" clId="{16736750-74B4-184C-AACF-97E7E4B9FAA6}" dt="2024-08-11T07:47:33" v="994" actId="22"/>
          <ac:spMkLst>
            <pc:docMk/>
            <pc:sldMk cId="1107698705" sldId="270"/>
            <ac:spMk id="5" creationId="{0260329E-59D7-30D5-FD3B-CA26C6DA4CC2}"/>
          </ac:spMkLst>
        </pc:spChg>
        <pc:picChg chg="add del mod">
          <ac:chgData name="Ronnel D. Palenzuela" userId="27216d6f-a712-48da-bcb2-613e4bc945ac" providerId="ADAL" clId="{16736750-74B4-184C-AACF-97E7E4B9FAA6}" dt="2024-08-11T08:04:21.279" v="1113" actId="478"/>
          <ac:picMkLst>
            <pc:docMk/>
            <pc:sldMk cId="1107698705" sldId="270"/>
            <ac:picMk id="6" creationId="{F6F0913D-5280-6557-E0D6-37177696C3FE}"/>
          </ac:picMkLst>
        </pc:picChg>
        <pc:picChg chg="add del mod">
          <ac:chgData name="Ronnel D. Palenzuela" userId="27216d6f-a712-48da-bcb2-613e4bc945ac" providerId="ADAL" clId="{16736750-74B4-184C-AACF-97E7E4B9FAA6}" dt="2024-08-11T08:04:30.393" v="1121" actId="478"/>
          <ac:picMkLst>
            <pc:docMk/>
            <pc:sldMk cId="1107698705" sldId="270"/>
            <ac:picMk id="7" creationId="{73AC98AD-0135-55B1-7582-41B411BF169A}"/>
          </ac:picMkLst>
        </pc:picChg>
        <pc:picChg chg="del">
          <ac:chgData name="Ronnel D. Palenzuela" userId="27216d6f-a712-48da-bcb2-613e4bc945ac" providerId="ADAL" clId="{16736750-74B4-184C-AACF-97E7E4B9FAA6}" dt="2024-08-11T07:46:30.576" v="986" actId="478"/>
          <ac:picMkLst>
            <pc:docMk/>
            <pc:sldMk cId="1107698705" sldId="270"/>
            <ac:picMk id="8" creationId="{0B4C34F2-2634-FB62-A93A-843DDDFAA85D}"/>
          </ac:picMkLst>
        </pc:picChg>
        <pc:picChg chg="del">
          <ac:chgData name="Ronnel D. Palenzuela" userId="27216d6f-a712-48da-bcb2-613e4bc945ac" providerId="ADAL" clId="{16736750-74B4-184C-AACF-97E7E4B9FAA6}" dt="2024-08-11T07:46:30.931" v="987" actId="478"/>
          <ac:picMkLst>
            <pc:docMk/>
            <pc:sldMk cId="1107698705" sldId="270"/>
            <ac:picMk id="9" creationId="{0A80EF80-4C5E-8CE0-3F3B-ECF4BE782924}"/>
          </ac:picMkLst>
        </pc:picChg>
        <pc:picChg chg="add del mod">
          <ac:chgData name="Ronnel D. Palenzuela" userId="27216d6f-a712-48da-bcb2-613e4bc945ac" providerId="ADAL" clId="{16736750-74B4-184C-AACF-97E7E4B9FAA6}" dt="2024-08-11T08:04:21.761" v="1114" actId="478"/>
          <ac:picMkLst>
            <pc:docMk/>
            <pc:sldMk cId="1107698705" sldId="270"/>
            <ac:picMk id="10" creationId="{FB900905-76C3-10D6-5718-53388A3313CC}"/>
          </ac:picMkLst>
        </pc:picChg>
        <pc:picChg chg="del">
          <ac:chgData name="Ronnel D. Palenzuela" userId="27216d6f-a712-48da-bcb2-613e4bc945ac" providerId="ADAL" clId="{16736750-74B4-184C-AACF-97E7E4B9FAA6}" dt="2024-08-11T07:46:31.747" v="989" actId="478"/>
          <ac:picMkLst>
            <pc:docMk/>
            <pc:sldMk cId="1107698705" sldId="270"/>
            <ac:picMk id="11" creationId="{366A9246-6DE2-2DC2-8255-E647DD2BB3B9}"/>
          </ac:picMkLst>
        </pc:picChg>
        <pc:picChg chg="del">
          <ac:chgData name="Ronnel D. Palenzuela" userId="27216d6f-a712-48da-bcb2-613e4bc945ac" providerId="ADAL" clId="{16736750-74B4-184C-AACF-97E7E4B9FAA6}" dt="2024-08-11T07:46:31.281" v="988" actId="478"/>
          <ac:picMkLst>
            <pc:docMk/>
            <pc:sldMk cId="1107698705" sldId="270"/>
            <ac:picMk id="12" creationId="{26BABAC0-44F4-586F-DED0-718E3F89CC72}"/>
          </ac:picMkLst>
        </pc:picChg>
        <pc:picChg chg="add del mod">
          <ac:chgData name="Ronnel D. Palenzuela" userId="27216d6f-a712-48da-bcb2-613e4bc945ac" providerId="ADAL" clId="{16736750-74B4-184C-AACF-97E7E4B9FAA6}" dt="2024-08-11T08:04:34.244" v="1123" actId="478"/>
          <ac:picMkLst>
            <pc:docMk/>
            <pc:sldMk cId="1107698705" sldId="270"/>
            <ac:picMk id="13" creationId="{40D2E8AD-13B2-4451-835B-FE5BF5DE9D4C}"/>
          </ac:picMkLst>
        </pc:picChg>
        <pc:picChg chg="add mod">
          <ac:chgData name="Ronnel D. Palenzuela" userId="27216d6f-a712-48da-bcb2-613e4bc945ac" providerId="ADAL" clId="{16736750-74B4-184C-AACF-97E7E4B9FAA6}" dt="2024-08-11T08:04:58.108" v="1137" actId="1076"/>
          <ac:picMkLst>
            <pc:docMk/>
            <pc:sldMk cId="1107698705" sldId="270"/>
            <ac:picMk id="14" creationId="{DEEFCEAC-1237-459D-26DA-27A3A5A33B86}"/>
          </ac:picMkLst>
        </pc:picChg>
        <pc:picChg chg="add mod">
          <ac:chgData name="Ronnel D. Palenzuela" userId="27216d6f-a712-48da-bcb2-613e4bc945ac" providerId="ADAL" clId="{16736750-74B4-184C-AACF-97E7E4B9FAA6}" dt="2024-08-11T08:04:59.410" v="1138" actId="1076"/>
          <ac:picMkLst>
            <pc:docMk/>
            <pc:sldMk cId="1107698705" sldId="270"/>
            <ac:picMk id="15" creationId="{A5B516AB-1652-AF5A-4C75-50F95BAF6284}"/>
          </ac:picMkLst>
        </pc:picChg>
      </pc:sldChg>
      <pc:sldChg chg="addSp delSp modSp add mod modNotesTx">
        <pc:chgData name="Ronnel D. Palenzuela" userId="27216d6f-a712-48da-bcb2-613e4bc945ac" providerId="ADAL" clId="{16736750-74B4-184C-AACF-97E7E4B9FAA6}" dt="2024-08-11T08:30:17.053" v="1250" actId="20577"/>
        <pc:sldMkLst>
          <pc:docMk/>
          <pc:sldMk cId="4120804606" sldId="271"/>
        </pc:sldMkLst>
        <pc:spChg chg="mod">
          <ac:chgData name="Ronnel D. Palenzuela" userId="27216d6f-a712-48da-bcb2-613e4bc945ac" providerId="ADAL" clId="{16736750-74B4-184C-AACF-97E7E4B9FAA6}" dt="2024-08-11T08:08:21.681" v="1145"/>
          <ac:spMkLst>
            <pc:docMk/>
            <pc:sldMk cId="4120804606" sldId="271"/>
            <ac:spMk id="2" creationId="{1FD87645-D8E6-23DE-A822-448BF1054783}"/>
          </ac:spMkLst>
        </pc:spChg>
        <pc:spChg chg="mod">
          <ac:chgData name="Ronnel D. Palenzuela" userId="27216d6f-a712-48da-bcb2-613e4bc945ac" providerId="ADAL" clId="{16736750-74B4-184C-AACF-97E7E4B9FAA6}" dt="2024-08-11T08:30:17.053" v="1250" actId="20577"/>
          <ac:spMkLst>
            <pc:docMk/>
            <pc:sldMk cId="4120804606" sldId="271"/>
            <ac:spMk id="3" creationId="{F9E9654B-D8E5-22CA-371A-57FADD13842B}"/>
          </ac:spMkLst>
        </pc:spChg>
        <pc:picChg chg="add del mod">
          <ac:chgData name="Ronnel D. Palenzuela" userId="27216d6f-a712-48da-bcb2-613e4bc945ac" providerId="ADAL" clId="{16736750-74B4-184C-AACF-97E7E4B9FAA6}" dt="2024-08-11T08:09:48.461" v="1154" actId="478"/>
          <ac:picMkLst>
            <pc:docMk/>
            <pc:sldMk cId="4120804606" sldId="271"/>
            <ac:picMk id="4" creationId="{05CF3097-3CF3-75ED-05FC-9536932B2EE9}"/>
          </ac:picMkLst>
        </pc:picChg>
        <pc:picChg chg="add del mod">
          <ac:chgData name="Ronnel D. Palenzuela" userId="27216d6f-a712-48da-bcb2-613e4bc945ac" providerId="ADAL" clId="{16736750-74B4-184C-AACF-97E7E4B9FAA6}" dt="2024-08-11T08:18:17.760" v="1203" actId="478"/>
          <ac:picMkLst>
            <pc:docMk/>
            <pc:sldMk cId="4120804606" sldId="271"/>
            <ac:picMk id="5" creationId="{665C9A19-3821-78C6-FC0A-487058CA88E4}"/>
          </ac:picMkLst>
        </pc:picChg>
        <pc:picChg chg="add del mod">
          <ac:chgData name="Ronnel D. Palenzuela" userId="27216d6f-a712-48da-bcb2-613e4bc945ac" providerId="ADAL" clId="{16736750-74B4-184C-AACF-97E7E4B9FAA6}" dt="2024-08-11T08:18:10.881" v="1199" actId="478"/>
          <ac:picMkLst>
            <pc:docMk/>
            <pc:sldMk cId="4120804606" sldId="271"/>
            <ac:picMk id="6" creationId="{571E8300-9783-5EBD-3CC8-5324DBDFD52C}"/>
          </ac:picMkLst>
        </pc:picChg>
        <pc:picChg chg="add del mod">
          <ac:chgData name="Ronnel D. Palenzuela" userId="27216d6f-a712-48da-bcb2-613e4bc945ac" providerId="ADAL" clId="{16736750-74B4-184C-AACF-97E7E4B9FAA6}" dt="2024-08-11T08:19:22.200" v="1207" actId="478"/>
          <ac:picMkLst>
            <pc:docMk/>
            <pc:sldMk cId="4120804606" sldId="271"/>
            <ac:picMk id="7" creationId="{28745F73-0D36-24F7-98C0-E083AC4F1A88}"/>
          </ac:picMkLst>
        </pc:picChg>
        <pc:picChg chg="add mod">
          <ac:chgData name="Ronnel D. Palenzuela" userId="27216d6f-a712-48da-bcb2-613e4bc945ac" providerId="ADAL" clId="{16736750-74B4-184C-AACF-97E7E4B9FAA6}" dt="2024-08-11T08:28:37.501" v="1248" actId="1076"/>
          <ac:picMkLst>
            <pc:docMk/>
            <pc:sldMk cId="4120804606" sldId="271"/>
            <ac:picMk id="8" creationId="{762CEDE9-A9D3-C688-E605-DC73BE380267}"/>
          </ac:picMkLst>
        </pc:picChg>
        <pc:picChg chg="add del mod">
          <ac:chgData name="Ronnel D. Palenzuela" userId="27216d6f-a712-48da-bcb2-613e4bc945ac" providerId="ADAL" clId="{16736750-74B4-184C-AACF-97E7E4B9FAA6}" dt="2024-08-11T08:21:51.715" v="1233" actId="478"/>
          <ac:picMkLst>
            <pc:docMk/>
            <pc:sldMk cId="4120804606" sldId="271"/>
            <ac:picMk id="9" creationId="{B6DAC2B0-EC1A-2208-6BFC-EAB9EA85DF1C}"/>
          </ac:picMkLst>
        </pc:picChg>
        <pc:picChg chg="add mod">
          <ac:chgData name="Ronnel D. Palenzuela" userId="27216d6f-a712-48da-bcb2-613e4bc945ac" providerId="ADAL" clId="{16736750-74B4-184C-AACF-97E7E4B9FAA6}" dt="2024-08-11T08:28:33.027" v="1244" actId="1076"/>
          <ac:picMkLst>
            <pc:docMk/>
            <pc:sldMk cId="4120804606" sldId="271"/>
            <ac:picMk id="11" creationId="{14161C46-4147-A2BC-6E6B-03C93F3A5393}"/>
          </ac:picMkLst>
        </pc:picChg>
        <pc:picChg chg="del">
          <ac:chgData name="Ronnel D. Palenzuela" userId="27216d6f-a712-48da-bcb2-613e4bc945ac" providerId="ADAL" clId="{16736750-74B4-184C-AACF-97E7E4B9FAA6}" dt="2024-08-11T08:08:26.254" v="1146" actId="478"/>
          <ac:picMkLst>
            <pc:docMk/>
            <pc:sldMk cId="4120804606" sldId="271"/>
            <ac:picMk id="14" creationId="{DEEFCEAC-1237-459D-26DA-27A3A5A33B86}"/>
          </ac:picMkLst>
        </pc:picChg>
        <pc:picChg chg="del">
          <ac:chgData name="Ronnel D. Palenzuela" userId="27216d6f-a712-48da-bcb2-613e4bc945ac" providerId="ADAL" clId="{16736750-74B4-184C-AACF-97E7E4B9FAA6}" dt="2024-08-11T08:08:26.809" v="1147" actId="478"/>
          <ac:picMkLst>
            <pc:docMk/>
            <pc:sldMk cId="4120804606" sldId="271"/>
            <ac:picMk id="15" creationId="{A5B516AB-1652-AF5A-4C75-50F95BAF6284}"/>
          </ac:picMkLst>
        </pc:picChg>
      </pc:sldChg>
      <pc:sldChg chg="addSp delSp modSp add mod modNotesTx">
        <pc:chgData name="Ronnel D. Palenzuela" userId="27216d6f-a712-48da-bcb2-613e4bc945ac" providerId="ADAL" clId="{16736750-74B4-184C-AACF-97E7E4B9FAA6}" dt="2024-08-11T08:38:43.052" v="1339" actId="20577"/>
        <pc:sldMkLst>
          <pc:docMk/>
          <pc:sldMk cId="2005021045" sldId="272"/>
        </pc:sldMkLst>
        <pc:spChg chg="mod">
          <ac:chgData name="Ronnel D. Palenzuela" userId="27216d6f-a712-48da-bcb2-613e4bc945ac" providerId="ADAL" clId="{16736750-74B4-184C-AACF-97E7E4B9FAA6}" dt="2024-08-11T08:33:35.166" v="1280" actId="20577"/>
          <ac:spMkLst>
            <pc:docMk/>
            <pc:sldMk cId="2005021045" sldId="272"/>
            <ac:spMk id="2" creationId="{1FD87645-D8E6-23DE-A822-448BF1054783}"/>
          </ac:spMkLst>
        </pc:spChg>
        <pc:spChg chg="mod">
          <ac:chgData name="Ronnel D. Palenzuela" userId="27216d6f-a712-48da-bcb2-613e4bc945ac" providerId="ADAL" clId="{16736750-74B4-184C-AACF-97E7E4B9FAA6}" dt="2024-08-11T08:38:43.052" v="1339" actId="20577"/>
          <ac:spMkLst>
            <pc:docMk/>
            <pc:sldMk cId="2005021045" sldId="272"/>
            <ac:spMk id="3" creationId="{F9E9654B-D8E5-22CA-371A-57FADD13842B}"/>
          </ac:spMkLst>
        </pc:spChg>
        <pc:picChg chg="add mod">
          <ac:chgData name="Ronnel D. Palenzuela" userId="27216d6f-a712-48da-bcb2-613e4bc945ac" providerId="ADAL" clId="{16736750-74B4-184C-AACF-97E7E4B9FAA6}" dt="2024-08-11T08:38:33.161" v="1335" actId="1076"/>
          <ac:picMkLst>
            <pc:docMk/>
            <pc:sldMk cId="2005021045" sldId="272"/>
            <ac:picMk id="4" creationId="{C58E0955-A6E5-3DF9-60B5-434CA13B5223}"/>
          </ac:picMkLst>
        </pc:picChg>
        <pc:picChg chg="add mod">
          <ac:chgData name="Ronnel D. Palenzuela" userId="27216d6f-a712-48da-bcb2-613e4bc945ac" providerId="ADAL" clId="{16736750-74B4-184C-AACF-97E7E4B9FAA6}" dt="2024-08-11T08:38:22.972" v="1329" actId="1076"/>
          <ac:picMkLst>
            <pc:docMk/>
            <pc:sldMk cId="2005021045" sldId="272"/>
            <ac:picMk id="5" creationId="{011B8271-BC30-5D9C-4A14-C6A2BD722232}"/>
          </ac:picMkLst>
        </pc:picChg>
        <pc:picChg chg="add mod">
          <ac:chgData name="Ronnel D. Palenzuela" userId="27216d6f-a712-48da-bcb2-613e4bc945ac" providerId="ADAL" clId="{16736750-74B4-184C-AACF-97E7E4B9FAA6}" dt="2024-08-11T08:38:30.888" v="1333" actId="1076"/>
          <ac:picMkLst>
            <pc:docMk/>
            <pc:sldMk cId="2005021045" sldId="272"/>
            <ac:picMk id="6" creationId="{7318861F-9B77-C07E-C1CE-32F286B82B60}"/>
          </ac:picMkLst>
        </pc:picChg>
        <pc:picChg chg="add mod">
          <ac:chgData name="Ronnel D. Palenzuela" userId="27216d6f-a712-48da-bcb2-613e4bc945ac" providerId="ADAL" clId="{16736750-74B4-184C-AACF-97E7E4B9FAA6}" dt="2024-08-11T08:38:32.013" v="1334" actId="1076"/>
          <ac:picMkLst>
            <pc:docMk/>
            <pc:sldMk cId="2005021045" sldId="272"/>
            <ac:picMk id="7" creationId="{C8697425-57CC-FF65-50F6-27D241D928DA}"/>
          </ac:picMkLst>
        </pc:picChg>
        <pc:picChg chg="del">
          <ac:chgData name="Ronnel D. Palenzuela" userId="27216d6f-a712-48da-bcb2-613e4bc945ac" providerId="ADAL" clId="{16736750-74B4-184C-AACF-97E7E4B9FAA6}" dt="2024-08-11T08:30:57.107" v="1253" actId="478"/>
          <ac:picMkLst>
            <pc:docMk/>
            <pc:sldMk cId="2005021045" sldId="272"/>
            <ac:picMk id="8" creationId="{762CEDE9-A9D3-C688-E605-DC73BE380267}"/>
          </ac:picMkLst>
        </pc:picChg>
        <pc:picChg chg="del">
          <ac:chgData name="Ronnel D. Palenzuela" userId="27216d6f-a712-48da-bcb2-613e4bc945ac" providerId="ADAL" clId="{16736750-74B4-184C-AACF-97E7E4B9FAA6}" dt="2024-08-11T08:30:57.503" v="1254" actId="478"/>
          <ac:picMkLst>
            <pc:docMk/>
            <pc:sldMk cId="2005021045" sldId="272"/>
            <ac:picMk id="11" creationId="{14161C46-4147-A2BC-6E6B-03C93F3A5393}"/>
          </ac:picMkLst>
        </pc:picChg>
      </pc:sldChg>
      <pc:sldChg chg="addSp delSp modSp add mod modNotesTx">
        <pc:chgData name="Ronnel D. Palenzuela" userId="27216d6f-a712-48da-bcb2-613e4bc945ac" providerId="ADAL" clId="{16736750-74B4-184C-AACF-97E7E4B9FAA6}" dt="2024-08-11T09:34:36.582" v="1494" actId="207"/>
        <pc:sldMkLst>
          <pc:docMk/>
          <pc:sldMk cId="716507679" sldId="273"/>
        </pc:sldMkLst>
        <pc:spChg chg="mod">
          <ac:chgData name="Ronnel D. Palenzuela" userId="27216d6f-a712-48da-bcb2-613e4bc945ac" providerId="ADAL" clId="{16736750-74B4-184C-AACF-97E7E4B9FAA6}" dt="2024-08-11T09:27:17.626" v="1447"/>
          <ac:spMkLst>
            <pc:docMk/>
            <pc:sldMk cId="716507679" sldId="273"/>
            <ac:spMk id="2" creationId="{1FD87645-D8E6-23DE-A822-448BF1054783}"/>
          </ac:spMkLst>
        </pc:spChg>
        <pc:spChg chg="mod">
          <ac:chgData name="Ronnel D. Palenzuela" userId="27216d6f-a712-48da-bcb2-613e4bc945ac" providerId="ADAL" clId="{16736750-74B4-184C-AACF-97E7E4B9FAA6}" dt="2024-08-11T09:34:36.582" v="1494" actId="207"/>
          <ac:spMkLst>
            <pc:docMk/>
            <pc:sldMk cId="716507679" sldId="273"/>
            <ac:spMk id="3" creationId="{F9E9654B-D8E5-22CA-371A-57FADD13842B}"/>
          </ac:spMkLst>
        </pc:spChg>
        <pc:picChg chg="del">
          <ac:chgData name="Ronnel D. Palenzuela" userId="27216d6f-a712-48da-bcb2-613e4bc945ac" providerId="ADAL" clId="{16736750-74B4-184C-AACF-97E7E4B9FAA6}" dt="2024-08-11T08:41:45.309" v="1346" actId="478"/>
          <ac:picMkLst>
            <pc:docMk/>
            <pc:sldMk cId="716507679" sldId="273"/>
            <ac:picMk id="4" creationId="{C58E0955-A6E5-3DF9-60B5-434CA13B5223}"/>
          </ac:picMkLst>
        </pc:picChg>
        <pc:picChg chg="del">
          <ac:chgData name="Ronnel D. Palenzuela" userId="27216d6f-a712-48da-bcb2-613e4bc945ac" providerId="ADAL" clId="{16736750-74B4-184C-AACF-97E7E4B9FAA6}" dt="2024-08-11T08:41:44.959" v="1345" actId="478"/>
          <ac:picMkLst>
            <pc:docMk/>
            <pc:sldMk cId="716507679" sldId="273"/>
            <ac:picMk id="5" creationId="{011B8271-BC30-5D9C-4A14-C6A2BD722232}"/>
          </ac:picMkLst>
        </pc:picChg>
        <pc:picChg chg="del">
          <ac:chgData name="Ronnel D. Palenzuela" userId="27216d6f-a712-48da-bcb2-613e4bc945ac" providerId="ADAL" clId="{16736750-74B4-184C-AACF-97E7E4B9FAA6}" dt="2024-08-11T08:41:44.691" v="1344" actId="478"/>
          <ac:picMkLst>
            <pc:docMk/>
            <pc:sldMk cId="716507679" sldId="273"/>
            <ac:picMk id="6" creationId="{7318861F-9B77-C07E-C1CE-32F286B82B60}"/>
          </ac:picMkLst>
        </pc:picChg>
        <pc:picChg chg="del">
          <ac:chgData name="Ronnel D. Palenzuela" userId="27216d6f-a712-48da-bcb2-613e4bc945ac" providerId="ADAL" clId="{16736750-74B4-184C-AACF-97E7E4B9FAA6}" dt="2024-08-11T08:41:44.331" v="1343" actId="478"/>
          <ac:picMkLst>
            <pc:docMk/>
            <pc:sldMk cId="716507679" sldId="273"/>
            <ac:picMk id="7" creationId="{C8697425-57CC-FF65-50F6-27D241D928DA}"/>
          </ac:picMkLst>
        </pc:picChg>
        <pc:picChg chg="add mod">
          <ac:chgData name="Ronnel D. Palenzuela" userId="27216d6f-a712-48da-bcb2-613e4bc945ac" providerId="ADAL" clId="{16736750-74B4-184C-AACF-97E7E4B9FAA6}" dt="2024-08-11T09:33:19.257" v="1478" actId="1076"/>
          <ac:picMkLst>
            <pc:docMk/>
            <pc:sldMk cId="716507679" sldId="273"/>
            <ac:picMk id="8" creationId="{6A41232A-1391-85E0-E984-111E1B99BCB9}"/>
          </ac:picMkLst>
        </pc:picChg>
        <pc:picChg chg="add mod">
          <ac:chgData name="Ronnel D. Palenzuela" userId="27216d6f-a712-48da-bcb2-613e4bc945ac" providerId="ADAL" clId="{16736750-74B4-184C-AACF-97E7E4B9FAA6}" dt="2024-08-11T09:33:17.730" v="1477" actId="1076"/>
          <ac:picMkLst>
            <pc:docMk/>
            <pc:sldMk cId="716507679" sldId="273"/>
            <ac:picMk id="9" creationId="{EC279DBC-B987-F36B-2CF3-861842904062}"/>
          </ac:picMkLst>
        </pc:picChg>
      </pc:sldChg>
      <pc:sldChg chg="modSp add del mod">
        <pc:chgData name="Ronnel D. Palenzuela" userId="27216d6f-a712-48da-bcb2-613e4bc945ac" providerId="ADAL" clId="{16736750-74B4-184C-AACF-97E7E4B9FAA6}" dt="2024-08-11T09:23:48.477" v="1385" actId="2696"/>
        <pc:sldMkLst>
          <pc:docMk/>
          <pc:sldMk cId="1830806133" sldId="274"/>
        </pc:sldMkLst>
        <pc:spChg chg="mod">
          <ac:chgData name="Ronnel D. Palenzuela" userId="27216d6f-a712-48da-bcb2-613e4bc945ac" providerId="ADAL" clId="{16736750-74B4-184C-AACF-97E7E4B9FAA6}" dt="2024-08-11T09:23:37.355" v="1382" actId="1076"/>
          <ac:spMkLst>
            <pc:docMk/>
            <pc:sldMk cId="1830806133" sldId="274"/>
            <ac:spMk id="2" creationId="{1FD87645-D8E6-23DE-A822-448BF1054783}"/>
          </ac:spMkLst>
        </pc:spChg>
      </pc:sldChg>
      <pc:sldChg chg="addSp delSp modSp new add del mod modShow">
        <pc:chgData name="Ronnel D. Palenzuela" userId="27216d6f-a712-48da-bcb2-613e4bc945ac" providerId="ADAL" clId="{16736750-74B4-184C-AACF-97E7E4B9FAA6}" dt="2024-08-12T01:08:08.349" v="2627" actId="478"/>
        <pc:sldMkLst>
          <pc:docMk/>
          <pc:sldMk cId="4070147815" sldId="275"/>
        </pc:sldMkLst>
        <pc:spChg chg="mod">
          <ac:chgData name="Ronnel D. Palenzuela" userId="27216d6f-a712-48da-bcb2-613e4bc945ac" providerId="ADAL" clId="{16736750-74B4-184C-AACF-97E7E4B9FAA6}" dt="2024-08-11T09:23:54.422" v="1398" actId="207"/>
          <ac:spMkLst>
            <pc:docMk/>
            <pc:sldMk cId="4070147815" sldId="275"/>
            <ac:spMk id="2" creationId="{72D16057-EC3B-FB8F-5DA4-3B5CAD5F2095}"/>
          </ac:spMkLst>
        </pc:spChg>
        <pc:spChg chg="del">
          <ac:chgData name="Ronnel D. Palenzuela" userId="27216d6f-a712-48da-bcb2-613e4bc945ac" providerId="ADAL" clId="{16736750-74B4-184C-AACF-97E7E4B9FAA6}" dt="2024-08-11T09:25:00.857" v="1434" actId="478"/>
          <ac:spMkLst>
            <pc:docMk/>
            <pc:sldMk cId="4070147815" sldId="275"/>
            <ac:spMk id="3" creationId="{61C2E07B-D7DC-27D2-F796-78B79090AD46}"/>
          </ac:spMkLst>
        </pc:spChg>
        <pc:spChg chg="del mod">
          <ac:chgData name="Ronnel D. Palenzuela" userId="27216d6f-a712-48da-bcb2-613e4bc945ac" providerId="ADAL" clId="{16736750-74B4-184C-AACF-97E7E4B9FAA6}" dt="2024-08-11T09:25:04.168" v="1436" actId="478"/>
          <ac:spMkLst>
            <pc:docMk/>
            <pc:sldMk cId="4070147815" sldId="275"/>
            <ac:spMk id="4" creationId="{BFAA05E5-3AFA-16A4-35BE-E3698034E94A}"/>
          </ac:spMkLst>
        </pc:spChg>
        <pc:spChg chg="del">
          <ac:chgData name="Ronnel D. Palenzuela" userId="27216d6f-a712-48da-bcb2-613e4bc945ac" providerId="ADAL" clId="{16736750-74B4-184C-AACF-97E7E4B9FAA6}" dt="2024-08-11T09:25:02.528" v="1435" actId="478"/>
          <ac:spMkLst>
            <pc:docMk/>
            <pc:sldMk cId="4070147815" sldId="275"/>
            <ac:spMk id="5" creationId="{9090BE7E-E541-40F4-CAB7-4ED9ED41B3E7}"/>
          </ac:spMkLst>
        </pc:spChg>
        <pc:spChg chg="del">
          <ac:chgData name="Ronnel D. Palenzuela" userId="27216d6f-a712-48da-bcb2-613e4bc945ac" providerId="ADAL" clId="{16736750-74B4-184C-AACF-97E7E4B9FAA6}" dt="2024-08-11T09:25:06.438" v="1437" actId="478"/>
          <ac:spMkLst>
            <pc:docMk/>
            <pc:sldMk cId="4070147815" sldId="275"/>
            <ac:spMk id="6" creationId="{AAD5694D-5962-5E7B-910A-644A4450844C}"/>
          </ac:spMkLst>
        </pc:spChg>
        <pc:picChg chg="add mod">
          <ac:chgData name="Ronnel D. Palenzuela" userId="27216d6f-a712-48da-bcb2-613e4bc945ac" providerId="ADAL" clId="{16736750-74B4-184C-AACF-97E7E4B9FAA6}" dt="2024-08-11T09:25:08.382" v="1439" actId="1076"/>
          <ac:picMkLst>
            <pc:docMk/>
            <pc:sldMk cId="4070147815" sldId="275"/>
            <ac:picMk id="7" creationId="{99864649-FA50-6FFA-B187-2476F03C0B8A}"/>
          </ac:picMkLst>
        </pc:picChg>
        <pc:picChg chg="add mod">
          <ac:chgData name="Ronnel D. Palenzuela" userId="27216d6f-a712-48da-bcb2-613e4bc945ac" providerId="ADAL" clId="{16736750-74B4-184C-AACF-97E7E4B9FAA6}" dt="2024-08-11T09:25:23.798" v="1441" actId="1076"/>
          <ac:picMkLst>
            <pc:docMk/>
            <pc:sldMk cId="4070147815" sldId="275"/>
            <ac:picMk id="8" creationId="{D3D96A7B-3E18-8096-4822-82F2190AA200}"/>
          </ac:picMkLst>
        </pc:picChg>
        <pc:picChg chg="add mod">
          <ac:chgData name="Ronnel D. Palenzuela" userId="27216d6f-a712-48da-bcb2-613e4bc945ac" providerId="ADAL" clId="{16736750-74B4-184C-AACF-97E7E4B9FAA6}" dt="2024-08-11T09:26:15.599" v="1444" actId="1076"/>
          <ac:picMkLst>
            <pc:docMk/>
            <pc:sldMk cId="4070147815" sldId="275"/>
            <ac:picMk id="9" creationId="{DC8ADF69-4686-1FA6-97CE-7E914C4105AC}"/>
          </ac:picMkLst>
        </pc:picChg>
        <pc:picChg chg="add del mod">
          <ac:chgData name="Ronnel D. Palenzuela" userId="27216d6f-a712-48da-bcb2-613e4bc945ac" providerId="ADAL" clId="{16736750-74B4-184C-AACF-97E7E4B9FAA6}" dt="2024-08-12T01:08:08.349" v="2627" actId="478"/>
          <ac:picMkLst>
            <pc:docMk/>
            <pc:sldMk cId="4070147815" sldId="275"/>
            <ac:picMk id="10" creationId="{D6F205F6-07AF-131A-C9BC-55B5083256ED}"/>
          </ac:picMkLst>
        </pc:picChg>
      </pc:sldChg>
      <pc:sldChg chg="addSp delSp modSp add mod modNotesTx">
        <pc:chgData name="Ronnel D. Palenzuela" userId="27216d6f-a712-48da-bcb2-613e4bc945ac" providerId="ADAL" clId="{16736750-74B4-184C-AACF-97E7E4B9FAA6}" dt="2024-08-11T09:37:58.074" v="1526" actId="20577"/>
        <pc:sldMkLst>
          <pc:docMk/>
          <pc:sldMk cId="3621742425" sldId="276"/>
        </pc:sldMkLst>
        <pc:spChg chg="mod">
          <ac:chgData name="Ronnel D. Palenzuela" userId="27216d6f-a712-48da-bcb2-613e4bc945ac" providerId="ADAL" clId="{16736750-74B4-184C-AACF-97E7E4B9FAA6}" dt="2024-08-11T09:36:08.788" v="1507"/>
          <ac:spMkLst>
            <pc:docMk/>
            <pc:sldMk cId="3621742425" sldId="276"/>
            <ac:spMk id="2" creationId="{1FD87645-D8E6-23DE-A822-448BF1054783}"/>
          </ac:spMkLst>
        </pc:spChg>
        <pc:spChg chg="mod">
          <ac:chgData name="Ronnel D. Palenzuela" userId="27216d6f-a712-48da-bcb2-613e4bc945ac" providerId="ADAL" clId="{16736750-74B4-184C-AACF-97E7E4B9FAA6}" dt="2024-08-11T09:37:58.074" v="1526" actId="20577"/>
          <ac:spMkLst>
            <pc:docMk/>
            <pc:sldMk cId="3621742425" sldId="276"/>
            <ac:spMk id="3" creationId="{F9E9654B-D8E5-22CA-371A-57FADD13842B}"/>
          </ac:spMkLst>
        </pc:spChg>
        <pc:picChg chg="add mod">
          <ac:chgData name="Ronnel D. Palenzuela" userId="27216d6f-a712-48da-bcb2-613e4bc945ac" providerId="ADAL" clId="{16736750-74B4-184C-AACF-97E7E4B9FAA6}" dt="2024-08-11T09:36:18.848" v="1513" actId="1076"/>
          <ac:picMkLst>
            <pc:docMk/>
            <pc:sldMk cId="3621742425" sldId="276"/>
            <ac:picMk id="4" creationId="{7D236930-8DEA-71E6-6EFE-32878ED88FCB}"/>
          </ac:picMkLst>
        </pc:picChg>
        <pc:picChg chg="add mod">
          <ac:chgData name="Ronnel D. Palenzuela" userId="27216d6f-a712-48da-bcb2-613e4bc945ac" providerId="ADAL" clId="{16736750-74B4-184C-AACF-97E7E4B9FAA6}" dt="2024-08-11T09:36:21.005" v="1514" actId="1076"/>
          <ac:picMkLst>
            <pc:docMk/>
            <pc:sldMk cId="3621742425" sldId="276"/>
            <ac:picMk id="5" creationId="{48A92B06-E8F1-465B-BA38-C701071C2CB0}"/>
          </ac:picMkLst>
        </pc:picChg>
        <pc:picChg chg="del">
          <ac:chgData name="Ronnel D. Palenzuela" userId="27216d6f-a712-48da-bcb2-613e4bc945ac" providerId="ADAL" clId="{16736750-74B4-184C-AACF-97E7E4B9FAA6}" dt="2024-08-11T09:35:36.078" v="1496" actId="478"/>
          <ac:picMkLst>
            <pc:docMk/>
            <pc:sldMk cId="3621742425" sldId="276"/>
            <ac:picMk id="8" creationId="{6A41232A-1391-85E0-E984-111E1B99BCB9}"/>
          </ac:picMkLst>
        </pc:picChg>
        <pc:picChg chg="del">
          <ac:chgData name="Ronnel D. Palenzuela" userId="27216d6f-a712-48da-bcb2-613e4bc945ac" providerId="ADAL" clId="{16736750-74B4-184C-AACF-97E7E4B9FAA6}" dt="2024-08-11T09:35:36.389" v="1497" actId="478"/>
          <ac:picMkLst>
            <pc:docMk/>
            <pc:sldMk cId="3621742425" sldId="276"/>
            <ac:picMk id="9" creationId="{EC279DBC-B987-F36B-2CF3-861842904062}"/>
          </ac:picMkLst>
        </pc:picChg>
      </pc:sldChg>
      <pc:sldChg chg="addSp delSp modSp add del mod modNotesTx">
        <pc:chgData name="Ronnel D. Palenzuela" userId="27216d6f-a712-48da-bcb2-613e4bc945ac" providerId="ADAL" clId="{16736750-74B4-184C-AACF-97E7E4B9FAA6}" dt="2024-08-11T10:21:41.293" v="1630"/>
        <pc:sldMkLst>
          <pc:docMk/>
          <pc:sldMk cId="908275361" sldId="277"/>
        </pc:sldMkLst>
        <pc:spChg chg="mod">
          <ac:chgData name="Ronnel D. Palenzuela" userId="27216d6f-a712-48da-bcb2-613e4bc945ac" providerId="ADAL" clId="{16736750-74B4-184C-AACF-97E7E4B9FAA6}" dt="2024-08-11T10:17:35.535" v="1565" actId="20577"/>
          <ac:spMkLst>
            <pc:docMk/>
            <pc:sldMk cId="908275361" sldId="277"/>
            <ac:spMk id="2" creationId="{1FD87645-D8E6-23DE-A822-448BF1054783}"/>
          </ac:spMkLst>
        </pc:spChg>
        <pc:spChg chg="mod">
          <ac:chgData name="Ronnel D. Palenzuela" userId="27216d6f-a712-48da-bcb2-613e4bc945ac" providerId="ADAL" clId="{16736750-74B4-184C-AACF-97E7E4B9FAA6}" dt="2024-08-11T10:19:03.303" v="1605" actId="207"/>
          <ac:spMkLst>
            <pc:docMk/>
            <pc:sldMk cId="908275361" sldId="277"/>
            <ac:spMk id="3" creationId="{F9E9654B-D8E5-22CA-371A-57FADD13842B}"/>
          </ac:spMkLst>
        </pc:spChg>
        <pc:picChg chg="del">
          <ac:chgData name="Ronnel D. Palenzuela" userId="27216d6f-a712-48da-bcb2-613e4bc945ac" providerId="ADAL" clId="{16736750-74B4-184C-AACF-97E7E4B9FAA6}" dt="2024-08-11T10:12:20.490" v="1529" actId="478"/>
          <ac:picMkLst>
            <pc:docMk/>
            <pc:sldMk cId="908275361" sldId="277"/>
            <ac:picMk id="4" creationId="{7D236930-8DEA-71E6-6EFE-32878ED88FCB}"/>
          </ac:picMkLst>
        </pc:picChg>
        <pc:picChg chg="del">
          <ac:chgData name="Ronnel D. Palenzuela" userId="27216d6f-a712-48da-bcb2-613e4bc945ac" providerId="ADAL" clId="{16736750-74B4-184C-AACF-97E7E4B9FAA6}" dt="2024-08-11T10:12:20.868" v="1530" actId="478"/>
          <ac:picMkLst>
            <pc:docMk/>
            <pc:sldMk cId="908275361" sldId="277"/>
            <ac:picMk id="5" creationId="{48A92B06-E8F1-465B-BA38-C701071C2CB0}"/>
          </ac:picMkLst>
        </pc:picChg>
        <pc:picChg chg="add del mod">
          <ac:chgData name="Ronnel D. Palenzuela" userId="27216d6f-a712-48da-bcb2-613e4bc945ac" providerId="ADAL" clId="{16736750-74B4-184C-AACF-97E7E4B9FAA6}" dt="2024-08-11T10:17:55.266" v="1566" actId="478"/>
          <ac:picMkLst>
            <pc:docMk/>
            <pc:sldMk cId="908275361" sldId="277"/>
            <ac:picMk id="6" creationId="{95424F7C-61E3-7971-3ED3-0E45DFC06ACC}"/>
          </ac:picMkLst>
        </pc:picChg>
        <pc:picChg chg="add mod">
          <ac:chgData name="Ronnel D. Palenzuela" userId="27216d6f-a712-48da-bcb2-613e4bc945ac" providerId="ADAL" clId="{16736750-74B4-184C-AACF-97E7E4B9FAA6}" dt="2024-08-11T10:18:17.368" v="1576" actId="1076"/>
          <ac:picMkLst>
            <pc:docMk/>
            <pc:sldMk cId="908275361" sldId="277"/>
            <ac:picMk id="7" creationId="{9516A05D-894B-7EC0-51E9-33F7A244CA5D}"/>
          </ac:picMkLst>
        </pc:picChg>
        <pc:picChg chg="add mod">
          <ac:chgData name="Ronnel D. Palenzuela" userId="27216d6f-a712-48da-bcb2-613e4bc945ac" providerId="ADAL" clId="{16736750-74B4-184C-AACF-97E7E4B9FAA6}" dt="2024-08-11T10:18:22.970" v="1580" actId="14100"/>
          <ac:picMkLst>
            <pc:docMk/>
            <pc:sldMk cId="908275361" sldId="277"/>
            <ac:picMk id="8" creationId="{597AEF6E-CBAA-343D-A111-EC13F3B7896F}"/>
          </ac:picMkLst>
        </pc:picChg>
      </pc:sldChg>
      <pc:sldChg chg="addSp delSp modSp add mod modNotesTx">
        <pc:chgData name="Ronnel D. Palenzuela" userId="27216d6f-a712-48da-bcb2-613e4bc945ac" providerId="ADAL" clId="{16736750-74B4-184C-AACF-97E7E4B9FAA6}" dt="2024-08-11T10:29:24.402" v="1741" actId="1076"/>
        <pc:sldMkLst>
          <pc:docMk/>
          <pc:sldMk cId="928633288" sldId="278"/>
        </pc:sldMkLst>
        <pc:spChg chg="mod">
          <ac:chgData name="Ronnel D. Palenzuela" userId="27216d6f-a712-48da-bcb2-613e4bc945ac" providerId="ADAL" clId="{16736750-74B4-184C-AACF-97E7E4B9FAA6}" dt="2024-08-11T10:22:14.060" v="1661" actId="20577"/>
          <ac:spMkLst>
            <pc:docMk/>
            <pc:sldMk cId="928633288" sldId="278"/>
            <ac:spMk id="2" creationId="{1FD87645-D8E6-23DE-A822-448BF1054783}"/>
          </ac:spMkLst>
        </pc:spChg>
        <pc:spChg chg="mod">
          <ac:chgData name="Ronnel D. Palenzuela" userId="27216d6f-a712-48da-bcb2-613e4bc945ac" providerId="ADAL" clId="{16736750-74B4-184C-AACF-97E7E4B9FAA6}" dt="2024-08-11T10:28:32.158" v="1730" actId="207"/>
          <ac:spMkLst>
            <pc:docMk/>
            <pc:sldMk cId="928633288" sldId="278"/>
            <ac:spMk id="3" creationId="{F9E9654B-D8E5-22CA-371A-57FADD13842B}"/>
          </ac:spMkLst>
        </pc:spChg>
        <pc:picChg chg="add mod">
          <ac:chgData name="Ronnel D. Palenzuela" userId="27216d6f-a712-48da-bcb2-613e4bc945ac" providerId="ADAL" clId="{16736750-74B4-184C-AACF-97E7E4B9FAA6}" dt="2024-08-11T10:29:23.562" v="1740" actId="1076"/>
          <ac:picMkLst>
            <pc:docMk/>
            <pc:sldMk cId="928633288" sldId="278"/>
            <ac:picMk id="4" creationId="{52F48CE9-2A4C-9BB0-0621-C561F6B91A33}"/>
          </ac:picMkLst>
        </pc:picChg>
        <pc:picChg chg="add mod">
          <ac:chgData name="Ronnel D. Palenzuela" userId="27216d6f-a712-48da-bcb2-613e4bc945ac" providerId="ADAL" clId="{16736750-74B4-184C-AACF-97E7E4B9FAA6}" dt="2024-08-11T10:29:24.402" v="1741" actId="1076"/>
          <ac:picMkLst>
            <pc:docMk/>
            <pc:sldMk cId="928633288" sldId="278"/>
            <ac:picMk id="5" creationId="{59B35BCD-7340-3A02-2CB8-2FBE0A617B62}"/>
          </ac:picMkLst>
        </pc:picChg>
        <pc:picChg chg="del">
          <ac:chgData name="Ronnel D. Palenzuela" userId="27216d6f-a712-48da-bcb2-613e4bc945ac" providerId="ADAL" clId="{16736750-74B4-184C-AACF-97E7E4B9FAA6}" dt="2024-08-11T10:22:22.851" v="1662" actId="478"/>
          <ac:picMkLst>
            <pc:docMk/>
            <pc:sldMk cId="928633288" sldId="278"/>
            <ac:picMk id="7" creationId="{9516A05D-894B-7EC0-51E9-33F7A244CA5D}"/>
          </ac:picMkLst>
        </pc:picChg>
        <pc:picChg chg="del">
          <ac:chgData name="Ronnel D. Palenzuela" userId="27216d6f-a712-48da-bcb2-613e4bc945ac" providerId="ADAL" clId="{16736750-74B4-184C-AACF-97E7E4B9FAA6}" dt="2024-08-11T10:22:24.031" v="1663" actId="478"/>
          <ac:picMkLst>
            <pc:docMk/>
            <pc:sldMk cId="928633288" sldId="278"/>
            <ac:picMk id="8" creationId="{597AEF6E-CBAA-343D-A111-EC13F3B7896F}"/>
          </ac:picMkLst>
        </pc:picChg>
      </pc:sldChg>
      <pc:sldChg chg="addSp delSp modSp add mod modNotesTx">
        <pc:chgData name="Ronnel D. Palenzuela" userId="27216d6f-a712-48da-bcb2-613e4bc945ac" providerId="ADAL" clId="{16736750-74B4-184C-AACF-97E7E4B9FAA6}" dt="2024-08-11T10:50:20.515" v="1826" actId="1076"/>
        <pc:sldMkLst>
          <pc:docMk/>
          <pc:sldMk cId="2220697961" sldId="279"/>
        </pc:sldMkLst>
        <pc:spChg chg="mod">
          <ac:chgData name="Ronnel D. Palenzuela" userId="27216d6f-a712-48da-bcb2-613e4bc945ac" providerId="ADAL" clId="{16736750-74B4-184C-AACF-97E7E4B9FAA6}" dt="2024-08-11T10:33:50.865" v="1743"/>
          <ac:spMkLst>
            <pc:docMk/>
            <pc:sldMk cId="2220697961" sldId="279"/>
            <ac:spMk id="2" creationId="{1FD87645-D8E6-23DE-A822-448BF1054783}"/>
          </ac:spMkLst>
        </pc:spChg>
        <pc:spChg chg="mod">
          <ac:chgData name="Ronnel D. Palenzuela" userId="27216d6f-a712-48da-bcb2-613e4bc945ac" providerId="ADAL" clId="{16736750-74B4-184C-AACF-97E7E4B9FAA6}" dt="2024-08-11T10:36:20.786" v="1790"/>
          <ac:spMkLst>
            <pc:docMk/>
            <pc:sldMk cId="2220697961" sldId="279"/>
            <ac:spMk id="3" creationId="{F9E9654B-D8E5-22CA-371A-57FADD13842B}"/>
          </ac:spMkLst>
        </pc:spChg>
        <pc:picChg chg="del">
          <ac:chgData name="Ronnel D. Palenzuela" userId="27216d6f-a712-48da-bcb2-613e4bc945ac" providerId="ADAL" clId="{16736750-74B4-184C-AACF-97E7E4B9FAA6}" dt="2024-08-11T10:33:52.820" v="1744" actId="478"/>
          <ac:picMkLst>
            <pc:docMk/>
            <pc:sldMk cId="2220697961" sldId="279"/>
            <ac:picMk id="4" creationId="{52F48CE9-2A4C-9BB0-0621-C561F6B91A33}"/>
          </ac:picMkLst>
        </pc:picChg>
        <pc:picChg chg="del">
          <ac:chgData name="Ronnel D. Palenzuela" userId="27216d6f-a712-48da-bcb2-613e4bc945ac" providerId="ADAL" clId="{16736750-74B4-184C-AACF-97E7E4B9FAA6}" dt="2024-08-11T10:33:53.161" v="1745" actId="478"/>
          <ac:picMkLst>
            <pc:docMk/>
            <pc:sldMk cId="2220697961" sldId="279"/>
            <ac:picMk id="5" creationId="{59B35BCD-7340-3A02-2CB8-2FBE0A617B62}"/>
          </ac:picMkLst>
        </pc:picChg>
        <pc:picChg chg="add del mod">
          <ac:chgData name="Ronnel D. Palenzuela" userId="27216d6f-a712-48da-bcb2-613e4bc945ac" providerId="ADAL" clId="{16736750-74B4-184C-AACF-97E7E4B9FAA6}" dt="2024-08-11T10:35:17.454" v="1755" actId="478"/>
          <ac:picMkLst>
            <pc:docMk/>
            <pc:sldMk cId="2220697961" sldId="279"/>
            <ac:picMk id="6" creationId="{444F1BE0-3550-1DD3-6280-D3193130D524}"/>
          </ac:picMkLst>
        </pc:picChg>
        <pc:picChg chg="add mod">
          <ac:chgData name="Ronnel D. Palenzuela" userId="27216d6f-a712-48da-bcb2-613e4bc945ac" providerId="ADAL" clId="{16736750-74B4-184C-AACF-97E7E4B9FAA6}" dt="2024-08-11T10:50:20.515" v="1826" actId="1076"/>
          <ac:picMkLst>
            <pc:docMk/>
            <pc:sldMk cId="2220697961" sldId="279"/>
            <ac:picMk id="7" creationId="{BFD45AA0-5DC9-0774-19EF-195C6A1F5405}"/>
          </ac:picMkLst>
        </pc:picChg>
      </pc:sldChg>
      <pc:sldChg chg="addSp delSp modSp add mod modNotesTx">
        <pc:chgData name="Ronnel D. Palenzuela" userId="27216d6f-a712-48da-bcb2-613e4bc945ac" providerId="ADAL" clId="{16736750-74B4-184C-AACF-97E7E4B9FAA6}" dt="2024-08-11T11:02:07.030" v="1881"/>
        <pc:sldMkLst>
          <pc:docMk/>
          <pc:sldMk cId="2456681114" sldId="280"/>
        </pc:sldMkLst>
        <pc:spChg chg="mod">
          <ac:chgData name="Ronnel D. Palenzuela" userId="27216d6f-a712-48da-bcb2-613e4bc945ac" providerId="ADAL" clId="{16736750-74B4-184C-AACF-97E7E4B9FAA6}" dt="2024-08-11T10:50:13.888" v="1824" actId="20577"/>
          <ac:spMkLst>
            <pc:docMk/>
            <pc:sldMk cId="2456681114" sldId="280"/>
            <ac:spMk id="2" creationId="{1FD87645-D8E6-23DE-A822-448BF1054783}"/>
          </ac:spMkLst>
        </pc:spChg>
        <pc:spChg chg="mod">
          <ac:chgData name="Ronnel D. Palenzuela" userId="27216d6f-a712-48da-bcb2-613e4bc945ac" providerId="ADAL" clId="{16736750-74B4-184C-AACF-97E7E4B9FAA6}" dt="2024-08-11T11:01:42.294" v="1880" actId="27636"/>
          <ac:spMkLst>
            <pc:docMk/>
            <pc:sldMk cId="2456681114" sldId="280"/>
            <ac:spMk id="3" creationId="{F9E9654B-D8E5-22CA-371A-57FADD13842B}"/>
          </ac:spMkLst>
        </pc:spChg>
        <pc:picChg chg="add mod">
          <ac:chgData name="Ronnel D. Palenzuela" userId="27216d6f-a712-48da-bcb2-613e4bc945ac" providerId="ADAL" clId="{16736750-74B4-184C-AACF-97E7E4B9FAA6}" dt="2024-08-11T10:52:05.480" v="1866" actId="1076"/>
          <ac:picMkLst>
            <pc:docMk/>
            <pc:sldMk cId="2456681114" sldId="280"/>
            <ac:picMk id="4" creationId="{73833336-6A94-55AD-10D0-0089D9921599}"/>
          </ac:picMkLst>
        </pc:picChg>
        <pc:picChg chg="add mod">
          <ac:chgData name="Ronnel D. Palenzuela" userId="27216d6f-a712-48da-bcb2-613e4bc945ac" providerId="ADAL" clId="{16736750-74B4-184C-AACF-97E7E4B9FAA6}" dt="2024-08-11T10:52:07.011" v="1867" actId="1076"/>
          <ac:picMkLst>
            <pc:docMk/>
            <pc:sldMk cId="2456681114" sldId="280"/>
            <ac:picMk id="5" creationId="{A413D30E-4FEC-659F-7A93-6D8C19127C82}"/>
          </ac:picMkLst>
        </pc:picChg>
        <pc:picChg chg="del">
          <ac:chgData name="Ronnel D. Palenzuela" userId="27216d6f-a712-48da-bcb2-613e4bc945ac" providerId="ADAL" clId="{16736750-74B4-184C-AACF-97E7E4B9FAA6}" dt="2024-08-11T10:50:15.693" v="1825" actId="478"/>
          <ac:picMkLst>
            <pc:docMk/>
            <pc:sldMk cId="2456681114" sldId="280"/>
            <ac:picMk id="7" creationId="{BFD45AA0-5DC9-0774-19EF-195C6A1F5405}"/>
          </ac:picMkLst>
        </pc:picChg>
      </pc:sldChg>
      <pc:sldChg chg="addSp delSp modSp add mod modNotesTx">
        <pc:chgData name="Ronnel D. Palenzuela" userId="27216d6f-a712-48da-bcb2-613e4bc945ac" providerId="ADAL" clId="{16736750-74B4-184C-AACF-97E7E4B9FAA6}" dt="2024-08-11T11:25:32.352" v="2048" actId="1076"/>
        <pc:sldMkLst>
          <pc:docMk/>
          <pc:sldMk cId="1557213172" sldId="281"/>
        </pc:sldMkLst>
        <pc:spChg chg="mod">
          <ac:chgData name="Ronnel D. Palenzuela" userId="27216d6f-a712-48da-bcb2-613e4bc945ac" providerId="ADAL" clId="{16736750-74B4-184C-AACF-97E7E4B9FAA6}" dt="2024-08-11T11:15:51.541" v="1975" actId="20577"/>
          <ac:spMkLst>
            <pc:docMk/>
            <pc:sldMk cId="1557213172" sldId="281"/>
            <ac:spMk id="2" creationId="{1FD87645-D8E6-23DE-A822-448BF1054783}"/>
          </ac:spMkLst>
        </pc:spChg>
        <pc:spChg chg="mod">
          <ac:chgData name="Ronnel D. Palenzuela" userId="27216d6f-a712-48da-bcb2-613e4bc945ac" providerId="ADAL" clId="{16736750-74B4-184C-AACF-97E7E4B9FAA6}" dt="2024-08-11T11:16:45.122" v="2003" actId="207"/>
          <ac:spMkLst>
            <pc:docMk/>
            <pc:sldMk cId="1557213172" sldId="281"/>
            <ac:spMk id="3" creationId="{F9E9654B-D8E5-22CA-371A-57FADD13842B}"/>
          </ac:spMkLst>
        </pc:spChg>
        <pc:picChg chg="del">
          <ac:chgData name="Ronnel D. Palenzuela" userId="27216d6f-a712-48da-bcb2-613e4bc945ac" providerId="ADAL" clId="{16736750-74B4-184C-AACF-97E7E4B9FAA6}" dt="2024-08-11T10:58:22.444" v="1871" actId="478"/>
          <ac:picMkLst>
            <pc:docMk/>
            <pc:sldMk cId="1557213172" sldId="281"/>
            <ac:picMk id="4" creationId="{73833336-6A94-55AD-10D0-0089D9921599}"/>
          </ac:picMkLst>
        </pc:picChg>
        <pc:picChg chg="del">
          <ac:chgData name="Ronnel D. Palenzuela" userId="27216d6f-a712-48da-bcb2-613e4bc945ac" providerId="ADAL" clId="{16736750-74B4-184C-AACF-97E7E4B9FAA6}" dt="2024-08-11T10:58:21.160" v="1870" actId="478"/>
          <ac:picMkLst>
            <pc:docMk/>
            <pc:sldMk cId="1557213172" sldId="281"/>
            <ac:picMk id="5" creationId="{A413D30E-4FEC-659F-7A93-6D8C19127C82}"/>
          </ac:picMkLst>
        </pc:picChg>
        <pc:picChg chg="add del mod">
          <ac:chgData name="Ronnel D. Palenzuela" userId="27216d6f-a712-48da-bcb2-613e4bc945ac" providerId="ADAL" clId="{16736750-74B4-184C-AACF-97E7E4B9FAA6}" dt="2024-08-11T11:23:21.071" v="2009" actId="478"/>
          <ac:picMkLst>
            <pc:docMk/>
            <pc:sldMk cId="1557213172" sldId="281"/>
            <ac:picMk id="6" creationId="{852FA35F-6B76-3ACC-4F39-F65EF2740076}"/>
          </ac:picMkLst>
        </pc:picChg>
        <pc:picChg chg="add mod">
          <ac:chgData name="Ronnel D. Palenzuela" userId="27216d6f-a712-48da-bcb2-613e4bc945ac" providerId="ADAL" clId="{16736750-74B4-184C-AACF-97E7E4B9FAA6}" dt="2024-08-11T11:25:32.352" v="2048" actId="1076"/>
          <ac:picMkLst>
            <pc:docMk/>
            <pc:sldMk cId="1557213172" sldId="281"/>
            <ac:picMk id="7" creationId="{C0442B70-B5E1-0D06-9A6B-2C529318C43C}"/>
          </ac:picMkLst>
        </pc:picChg>
        <pc:picChg chg="add mod">
          <ac:chgData name="Ronnel D. Palenzuela" userId="27216d6f-a712-48da-bcb2-613e4bc945ac" providerId="ADAL" clId="{16736750-74B4-184C-AACF-97E7E4B9FAA6}" dt="2024-08-11T11:25:25.205" v="2043" actId="1076"/>
          <ac:picMkLst>
            <pc:docMk/>
            <pc:sldMk cId="1557213172" sldId="281"/>
            <ac:picMk id="8" creationId="{2E2C6D27-AF3A-A4C2-F435-87D1586FAACA}"/>
          </ac:picMkLst>
        </pc:picChg>
        <pc:picChg chg="add mod">
          <ac:chgData name="Ronnel D. Palenzuela" userId="27216d6f-a712-48da-bcb2-613e4bc945ac" providerId="ADAL" clId="{16736750-74B4-184C-AACF-97E7E4B9FAA6}" dt="2024-08-11T11:25:26.120" v="2044" actId="1076"/>
          <ac:picMkLst>
            <pc:docMk/>
            <pc:sldMk cId="1557213172" sldId="281"/>
            <ac:picMk id="9" creationId="{18FD6C3D-98D6-CC9C-69FF-706FEBC56D5E}"/>
          </ac:picMkLst>
        </pc:picChg>
      </pc:sldChg>
      <pc:sldChg chg="addSp delSp modSp add mod modNotesTx">
        <pc:chgData name="Ronnel D. Palenzuela" userId="27216d6f-a712-48da-bcb2-613e4bc945ac" providerId="ADAL" clId="{16736750-74B4-184C-AACF-97E7E4B9FAA6}" dt="2024-08-11T11:38:34.643" v="2166" actId="1076"/>
        <pc:sldMkLst>
          <pc:docMk/>
          <pc:sldMk cId="296683317" sldId="282"/>
        </pc:sldMkLst>
        <pc:spChg chg="mod">
          <ac:chgData name="Ronnel D. Palenzuela" userId="27216d6f-a712-48da-bcb2-613e4bc945ac" providerId="ADAL" clId="{16736750-74B4-184C-AACF-97E7E4B9FAA6}" dt="2024-08-11T11:36:00.243" v="2116"/>
          <ac:spMkLst>
            <pc:docMk/>
            <pc:sldMk cId="296683317" sldId="282"/>
            <ac:spMk id="2" creationId="{1FD87645-D8E6-23DE-A822-448BF1054783}"/>
          </ac:spMkLst>
        </pc:spChg>
        <pc:spChg chg="mod">
          <ac:chgData name="Ronnel D. Palenzuela" userId="27216d6f-a712-48da-bcb2-613e4bc945ac" providerId="ADAL" clId="{16736750-74B4-184C-AACF-97E7E4B9FAA6}" dt="2024-08-11T11:36:43.156" v="2154" actId="33524"/>
          <ac:spMkLst>
            <pc:docMk/>
            <pc:sldMk cId="296683317" sldId="282"/>
            <ac:spMk id="3" creationId="{F9E9654B-D8E5-22CA-371A-57FADD13842B}"/>
          </ac:spMkLst>
        </pc:spChg>
        <pc:spChg chg="add del">
          <ac:chgData name="Ronnel D. Palenzuela" userId="27216d6f-a712-48da-bcb2-613e4bc945ac" providerId="ADAL" clId="{16736750-74B4-184C-AACF-97E7E4B9FAA6}" dt="2024-08-11T11:37:17.460" v="2156" actId="22"/>
          <ac:spMkLst>
            <pc:docMk/>
            <pc:sldMk cId="296683317" sldId="282"/>
            <ac:spMk id="5" creationId="{01186E94-225A-646B-6BE7-DE3170C2B523}"/>
          </ac:spMkLst>
        </pc:spChg>
        <pc:picChg chg="add mod">
          <ac:chgData name="Ronnel D. Palenzuela" userId="27216d6f-a712-48da-bcb2-613e4bc945ac" providerId="ADAL" clId="{16736750-74B4-184C-AACF-97E7E4B9FAA6}" dt="2024-08-11T11:38:34.643" v="2166" actId="1076"/>
          <ac:picMkLst>
            <pc:docMk/>
            <pc:sldMk cId="296683317" sldId="282"/>
            <ac:picMk id="6" creationId="{C94A0A88-9294-A7B5-558E-0329F8DF2C01}"/>
          </ac:picMkLst>
        </pc:picChg>
        <pc:picChg chg="del">
          <ac:chgData name="Ronnel D. Palenzuela" userId="27216d6f-a712-48da-bcb2-613e4bc945ac" providerId="ADAL" clId="{16736750-74B4-184C-AACF-97E7E4B9FAA6}" dt="2024-08-11T11:35:26.093" v="2099" actId="478"/>
          <ac:picMkLst>
            <pc:docMk/>
            <pc:sldMk cId="296683317" sldId="282"/>
            <ac:picMk id="7" creationId="{C0442B70-B5E1-0D06-9A6B-2C529318C43C}"/>
          </ac:picMkLst>
        </pc:picChg>
        <pc:picChg chg="del">
          <ac:chgData name="Ronnel D. Palenzuela" userId="27216d6f-a712-48da-bcb2-613e4bc945ac" providerId="ADAL" clId="{16736750-74B4-184C-AACF-97E7E4B9FAA6}" dt="2024-08-11T11:35:26.422" v="2100" actId="478"/>
          <ac:picMkLst>
            <pc:docMk/>
            <pc:sldMk cId="296683317" sldId="282"/>
            <ac:picMk id="8" creationId="{2E2C6D27-AF3A-A4C2-F435-87D1586FAACA}"/>
          </ac:picMkLst>
        </pc:picChg>
        <pc:picChg chg="del">
          <ac:chgData name="Ronnel D. Palenzuela" userId="27216d6f-a712-48da-bcb2-613e4bc945ac" providerId="ADAL" clId="{16736750-74B4-184C-AACF-97E7E4B9FAA6}" dt="2024-08-11T11:35:26.655" v="2101" actId="478"/>
          <ac:picMkLst>
            <pc:docMk/>
            <pc:sldMk cId="296683317" sldId="282"/>
            <ac:picMk id="9" creationId="{18FD6C3D-98D6-CC9C-69FF-706FEBC56D5E}"/>
          </ac:picMkLst>
        </pc:picChg>
      </pc:sldChg>
      <pc:sldChg chg="addSp delSp modSp add mod modNotesTx">
        <pc:chgData name="Ronnel D. Palenzuela" userId="27216d6f-a712-48da-bcb2-613e4bc945ac" providerId="ADAL" clId="{16736750-74B4-184C-AACF-97E7E4B9FAA6}" dt="2024-08-11T11:44:29.650" v="2204" actId="20577"/>
        <pc:sldMkLst>
          <pc:docMk/>
          <pc:sldMk cId="993575964" sldId="283"/>
        </pc:sldMkLst>
        <pc:spChg chg="mod">
          <ac:chgData name="Ronnel D. Palenzuela" userId="27216d6f-a712-48da-bcb2-613e4bc945ac" providerId="ADAL" clId="{16736750-74B4-184C-AACF-97E7E4B9FAA6}" dt="2024-08-11T11:39:12.084" v="2168"/>
          <ac:spMkLst>
            <pc:docMk/>
            <pc:sldMk cId="993575964" sldId="283"/>
            <ac:spMk id="2" creationId="{1FD87645-D8E6-23DE-A822-448BF1054783}"/>
          </ac:spMkLst>
        </pc:spChg>
        <pc:spChg chg="mod">
          <ac:chgData name="Ronnel D. Palenzuela" userId="27216d6f-a712-48da-bcb2-613e4bc945ac" providerId="ADAL" clId="{16736750-74B4-184C-AACF-97E7E4B9FAA6}" dt="2024-08-11T11:40:34.052" v="2197" actId="207"/>
          <ac:spMkLst>
            <pc:docMk/>
            <pc:sldMk cId="993575964" sldId="283"/>
            <ac:spMk id="3" creationId="{F9E9654B-D8E5-22CA-371A-57FADD13842B}"/>
          </ac:spMkLst>
        </pc:spChg>
        <pc:picChg chg="add mod">
          <ac:chgData name="Ronnel D. Palenzuela" userId="27216d6f-a712-48da-bcb2-613e4bc945ac" providerId="ADAL" clId="{16736750-74B4-184C-AACF-97E7E4B9FAA6}" dt="2024-08-11T11:43:38.835" v="2202" actId="1076"/>
          <ac:picMkLst>
            <pc:docMk/>
            <pc:sldMk cId="993575964" sldId="283"/>
            <ac:picMk id="4" creationId="{B7960360-83A2-6270-EECE-30A36048B200}"/>
          </ac:picMkLst>
        </pc:picChg>
        <pc:picChg chg="del">
          <ac:chgData name="Ronnel D. Palenzuela" userId="27216d6f-a712-48da-bcb2-613e4bc945ac" providerId="ADAL" clId="{16736750-74B4-184C-AACF-97E7E4B9FAA6}" dt="2024-08-11T11:39:13.621" v="2169" actId="478"/>
          <ac:picMkLst>
            <pc:docMk/>
            <pc:sldMk cId="993575964" sldId="283"/>
            <ac:picMk id="6" creationId="{C94A0A88-9294-A7B5-558E-0329F8DF2C01}"/>
          </ac:picMkLst>
        </pc:picChg>
      </pc:sldChg>
      <pc:sldChg chg="addSp delSp modSp add mod modNotesTx">
        <pc:chgData name="Ronnel D. Palenzuela" userId="27216d6f-a712-48da-bcb2-613e4bc945ac" providerId="ADAL" clId="{16736750-74B4-184C-AACF-97E7E4B9FAA6}" dt="2024-08-11T11:50:32.912" v="2231" actId="1076"/>
        <pc:sldMkLst>
          <pc:docMk/>
          <pc:sldMk cId="1253337562" sldId="284"/>
        </pc:sldMkLst>
        <pc:spChg chg="mod">
          <ac:chgData name="Ronnel D. Palenzuela" userId="27216d6f-a712-48da-bcb2-613e4bc945ac" providerId="ADAL" clId="{16736750-74B4-184C-AACF-97E7E4B9FAA6}" dt="2024-08-11T11:45:06.797" v="2206"/>
          <ac:spMkLst>
            <pc:docMk/>
            <pc:sldMk cId="1253337562" sldId="284"/>
            <ac:spMk id="2" creationId="{1FD87645-D8E6-23DE-A822-448BF1054783}"/>
          </ac:spMkLst>
        </pc:spChg>
        <pc:spChg chg="mod">
          <ac:chgData name="Ronnel D. Palenzuela" userId="27216d6f-a712-48da-bcb2-613e4bc945ac" providerId="ADAL" clId="{16736750-74B4-184C-AACF-97E7E4B9FAA6}" dt="2024-08-11T11:48:12.471" v="2222"/>
          <ac:spMkLst>
            <pc:docMk/>
            <pc:sldMk cId="1253337562" sldId="284"/>
            <ac:spMk id="3" creationId="{F9E9654B-D8E5-22CA-371A-57FADD13842B}"/>
          </ac:spMkLst>
        </pc:spChg>
        <pc:picChg chg="del">
          <ac:chgData name="Ronnel D. Palenzuela" userId="27216d6f-a712-48da-bcb2-613e4bc945ac" providerId="ADAL" clId="{16736750-74B4-184C-AACF-97E7E4B9FAA6}" dt="2024-08-11T11:48:48.651" v="2224" actId="478"/>
          <ac:picMkLst>
            <pc:docMk/>
            <pc:sldMk cId="1253337562" sldId="284"/>
            <ac:picMk id="4" creationId="{B7960360-83A2-6270-EECE-30A36048B200}"/>
          </ac:picMkLst>
        </pc:picChg>
        <pc:picChg chg="add mod">
          <ac:chgData name="Ronnel D. Palenzuela" userId="27216d6f-a712-48da-bcb2-613e4bc945ac" providerId="ADAL" clId="{16736750-74B4-184C-AACF-97E7E4B9FAA6}" dt="2024-08-11T11:50:17.104" v="2227" actId="1076"/>
          <ac:picMkLst>
            <pc:docMk/>
            <pc:sldMk cId="1253337562" sldId="284"/>
            <ac:picMk id="5" creationId="{9D0F0297-4AB5-4797-A885-928619C7A572}"/>
          </ac:picMkLst>
        </pc:picChg>
        <pc:picChg chg="add mod">
          <ac:chgData name="Ronnel D. Palenzuela" userId="27216d6f-a712-48da-bcb2-613e4bc945ac" providerId="ADAL" clId="{16736750-74B4-184C-AACF-97E7E4B9FAA6}" dt="2024-08-11T11:50:32.912" v="2231" actId="1076"/>
          <ac:picMkLst>
            <pc:docMk/>
            <pc:sldMk cId="1253337562" sldId="284"/>
            <ac:picMk id="6" creationId="{F1C8719A-AF10-CA25-32B8-5B12B63B6F48}"/>
          </ac:picMkLst>
        </pc:picChg>
      </pc:sldChg>
      <pc:sldChg chg="addSp delSp modSp add mod">
        <pc:chgData name="Ronnel D. Palenzuela" userId="27216d6f-a712-48da-bcb2-613e4bc945ac" providerId="ADAL" clId="{16736750-74B4-184C-AACF-97E7E4B9FAA6}" dt="2024-08-11T12:26:02.933" v="2546" actId="20577"/>
        <pc:sldMkLst>
          <pc:docMk/>
          <pc:sldMk cId="2980579114" sldId="285"/>
        </pc:sldMkLst>
        <pc:spChg chg="mod">
          <ac:chgData name="Ronnel D. Palenzuela" userId="27216d6f-a712-48da-bcb2-613e4bc945ac" providerId="ADAL" clId="{16736750-74B4-184C-AACF-97E7E4B9FAA6}" dt="2024-08-11T12:25:58.060" v="2543" actId="20577"/>
          <ac:spMkLst>
            <pc:docMk/>
            <pc:sldMk cId="2980579114" sldId="285"/>
            <ac:spMk id="2" creationId="{1FD87645-D8E6-23DE-A822-448BF1054783}"/>
          </ac:spMkLst>
        </pc:spChg>
        <pc:spChg chg="mod">
          <ac:chgData name="Ronnel D. Palenzuela" userId="27216d6f-a712-48da-bcb2-613e4bc945ac" providerId="ADAL" clId="{16736750-74B4-184C-AACF-97E7E4B9FAA6}" dt="2024-08-11T12:26:02.933" v="2546" actId="20577"/>
          <ac:spMkLst>
            <pc:docMk/>
            <pc:sldMk cId="2980579114" sldId="285"/>
            <ac:spMk id="3" creationId="{F9E9654B-D8E5-22CA-371A-57FADD13842B}"/>
          </ac:spMkLst>
        </pc:spChg>
        <pc:picChg chg="add mod">
          <ac:chgData name="Ronnel D. Palenzuela" userId="27216d6f-a712-48da-bcb2-613e4bc945ac" providerId="ADAL" clId="{16736750-74B4-184C-AACF-97E7E4B9FAA6}" dt="2024-08-11T12:11:35.139" v="2251" actId="1076"/>
          <ac:picMkLst>
            <pc:docMk/>
            <pc:sldMk cId="2980579114" sldId="285"/>
            <ac:picMk id="4" creationId="{74248AEE-FABF-0F2A-B1B2-1777799F48BD}"/>
          </ac:picMkLst>
        </pc:picChg>
        <pc:picChg chg="del">
          <ac:chgData name="Ronnel D. Palenzuela" userId="27216d6f-a712-48da-bcb2-613e4bc945ac" providerId="ADAL" clId="{16736750-74B4-184C-AACF-97E7E4B9FAA6}" dt="2024-08-11T12:09:33.931" v="2234" actId="478"/>
          <ac:picMkLst>
            <pc:docMk/>
            <pc:sldMk cId="2980579114" sldId="285"/>
            <ac:picMk id="5" creationId="{9D0F0297-4AB5-4797-A885-928619C7A572}"/>
          </ac:picMkLst>
        </pc:picChg>
        <pc:picChg chg="del">
          <ac:chgData name="Ronnel D. Palenzuela" userId="27216d6f-a712-48da-bcb2-613e4bc945ac" providerId="ADAL" clId="{16736750-74B4-184C-AACF-97E7E4B9FAA6}" dt="2024-08-11T12:09:35.158" v="2235" actId="478"/>
          <ac:picMkLst>
            <pc:docMk/>
            <pc:sldMk cId="2980579114" sldId="285"/>
            <ac:picMk id="6" creationId="{F1C8719A-AF10-CA25-32B8-5B12B63B6F48}"/>
          </ac:picMkLst>
        </pc:picChg>
      </pc:sldChg>
      <pc:sldChg chg="addSp delSp modSp add mod modNotesTx">
        <pc:chgData name="Ronnel D. Palenzuela" userId="27216d6f-a712-48da-bcb2-613e4bc945ac" providerId="ADAL" clId="{16736750-74B4-184C-AACF-97E7E4B9FAA6}" dt="2024-08-11T12:25:18.008" v="2520" actId="1076"/>
        <pc:sldMkLst>
          <pc:docMk/>
          <pc:sldMk cId="1581186720" sldId="286"/>
        </pc:sldMkLst>
        <pc:spChg chg="mod">
          <ac:chgData name="Ronnel D. Palenzuela" userId="27216d6f-a712-48da-bcb2-613e4bc945ac" providerId="ADAL" clId="{16736750-74B4-184C-AACF-97E7E4B9FAA6}" dt="2024-08-11T12:25:16.630" v="2519" actId="1076"/>
          <ac:spMkLst>
            <pc:docMk/>
            <pc:sldMk cId="1581186720" sldId="286"/>
            <ac:spMk id="3" creationId="{F9E9654B-D8E5-22CA-371A-57FADD13842B}"/>
          </ac:spMkLst>
        </pc:spChg>
        <pc:spChg chg="add mod">
          <ac:chgData name="Ronnel D. Palenzuela" userId="27216d6f-a712-48da-bcb2-613e4bc945ac" providerId="ADAL" clId="{16736750-74B4-184C-AACF-97E7E4B9FAA6}" dt="2024-08-11T12:25:18.008" v="2520" actId="1076"/>
          <ac:spMkLst>
            <pc:docMk/>
            <pc:sldMk cId="1581186720" sldId="286"/>
            <ac:spMk id="5" creationId="{63E79591-2F27-370E-329D-A0B622A8CFA5}"/>
          </ac:spMkLst>
        </pc:spChg>
        <pc:spChg chg="add mod">
          <ac:chgData name="Ronnel D. Palenzuela" userId="27216d6f-a712-48da-bcb2-613e4bc945ac" providerId="ADAL" clId="{16736750-74B4-184C-AACF-97E7E4B9FAA6}" dt="2024-08-11T12:22:19.024" v="2454"/>
          <ac:spMkLst>
            <pc:docMk/>
            <pc:sldMk cId="1581186720" sldId="286"/>
            <ac:spMk id="6" creationId="{8E044E04-0B5A-32C0-8EEE-D905F6C6381E}"/>
          </ac:spMkLst>
        </pc:spChg>
        <pc:spChg chg="add mod">
          <ac:chgData name="Ronnel D. Palenzuela" userId="27216d6f-a712-48da-bcb2-613e4bc945ac" providerId="ADAL" clId="{16736750-74B4-184C-AACF-97E7E4B9FAA6}" dt="2024-08-11T12:22:33.783" v="2457" actId="767"/>
          <ac:spMkLst>
            <pc:docMk/>
            <pc:sldMk cId="1581186720" sldId="286"/>
            <ac:spMk id="7" creationId="{75AD83E7-4E98-C144-0CA8-1D34A9078DFC}"/>
          </ac:spMkLst>
        </pc:spChg>
        <pc:spChg chg="add del">
          <ac:chgData name="Ronnel D. Palenzuela" userId="27216d6f-a712-48da-bcb2-613e4bc945ac" providerId="ADAL" clId="{16736750-74B4-184C-AACF-97E7E4B9FAA6}" dt="2024-08-11T12:24:47.787" v="2511" actId="22"/>
          <ac:spMkLst>
            <pc:docMk/>
            <pc:sldMk cId="1581186720" sldId="286"/>
            <ac:spMk id="9" creationId="{5AFEA3DF-0E3B-7218-22F8-B412FEC8C03F}"/>
          </ac:spMkLst>
        </pc:spChg>
        <pc:picChg chg="del">
          <ac:chgData name="Ronnel D. Palenzuela" userId="27216d6f-a712-48da-bcb2-613e4bc945ac" providerId="ADAL" clId="{16736750-74B4-184C-AACF-97E7E4B9FAA6}" dt="2024-08-11T12:15:21.761" v="2282" actId="478"/>
          <ac:picMkLst>
            <pc:docMk/>
            <pc:sldMk cId="1581186720" sldId="286"/>
            <ac:picMk id="4" creationId="{74248AEE-FABF-0F2A-B1B2-1777799F48BD}"/>
          </ac:picMkLst>
        </pc:picChg>
      </pc:sldChg>
      <pc:sldChg chg="addSp delSp modSp add mod modNotesTx">
        <pc:chgData name="Ronnel D. Palenzuela" userId="27216d6f-a712-48da-bcb2-613e4bc945ac" providerId="ADAL" clId="{16736750-74B4-184C-AACF-97E7E4B9FAA6}" dt="2024-08-11T12:32:58.139" v="2586"/>
        <pc:sldMkLst>
          <pc:docMk/>
          <pc:sldMk cId="4278137860" sldId="287"/>
        </pc:sldMkLst>
        <pc:spChg chg="mod">
          <ac:chgData name="Ronnel D. Palenzuela" userId="27216d6f-a712-48da-bcb2-613e4bc945ac" providerId="ADAL" clId="{16736750-74B4-184C-AACF-97E7E4B9FAA6}" dt="2024-08-11T12:26:17.544" v="2548"/>
          <ac:spMkLst>
            <pc:docMk/>
            <pc:sldMk cId="4278137860" sldId="287"/>
            <ac:spMk id="2" creationId="{1FD87645-D8E6-23DE-A822-448BF1054783}"/>
          </ac:spMkLst>
        </pc:spChg>
        <pc:spChg chg="mod">
          <ac:chgData name="Ronnel D. Palenzuela" userId="27216d6f-a712-48da-bcb2-613e4bc945ac" providerId="ADAL" clId="{16736750-74B4-184C-AACF-97E7E4B9FAA6}" dt="2024-08-11T12:27:02.548" v="2568"/>
          <ac:spMkLst>
            <pc:docMk/>
            <pc:sldMk cId="4278137860" sldId="287"/>
            <ac:spMk id="3" creationId="{F9E9654B-D8E5-22CA-371A-57FADD13842B}"/>
          </ac:spMkLst>
        </pc:spChg>
        <pc:spChg chg="del">
          <ac:chgData name="Ronnel D. Palenzuela" userId="27216d6f-a712-48da-bcb2-613e4bc945ac" providerId="ADAL" clId="{16736750-74B4-184C-AACF-97E7E4B9FAA6}" dt="2024-08-11T12:26:19.941" v="2549" actId="478"/>
          <ac:spMkLst>
            <pc:docMk/>
            <pc:sldMk cId="4278137860" sldId="287"/>
            <ac:spMk id="5" creationId="{63E79591-2F27-370E-329D-A0B622A8CFA5}"/>
          </ac:spMkLst>
        </pc:spChg>
        <pc:picChg chg="add mod">
          <ac:chgData name="Ronnel D. Palenzuela" userId="27216d6f-a712-48da-bcb2-613e4bc945ac" providerId="ADAL" clId="{16736750-74B4-184C-AACF-97E7E4B9FAA6}" dt="2024-08-11T12:30:03.374" v="2578" actId="1076"/>
          <ac:picMkLst>
            <pc:docMk/>
            <pc:sldMk cId="4278137860" sldId="287"/>
            <ac:picMk id="4" creationId="{C94F73C7-EE3C-5039-6716-AA5F092B56AC}"/>
          </ac:picMkLst>
        </pc:picChg>
        <pc:picChg chg="add mod">
          <ac:chgData name="Ronnel D. Palenzuela" userId="27216d6f-a712-48da-bcb2-613e4bc945ac" providerId="ADAL" clId="{16736750-74B4-184C-AACF-97E7E4B9FAA6}" dt="2024-08-11T12:30:04.674" v="2579" actId="1076"/>
          <ac:picMkLst>
            <pc:docMk/>
            <pc:sldMk cId="4278137860" sldId="287"/>
            <ac:picMk id="6" creationId="{7982849D-C7FF-134E-B589-F96BF9176D03}"/>
          </ac:picMkLst>
        </pc:picChg>
      </pc:sldChg>
      <pc:sldChg chg="delSp modSp add mod">
        <pc:chgData name="Ronnel D. Palenzuela" userId="27216d6f-a712-48da-bcb2-613e4bc945ac" providerId="ADAL" clId="{16736750-74B4-184C-AACF-97E7E4B9FAA6}" dt="2024-08-12T02:16:02.449" v="3153" actId="20577"/>
        <pc:sldMkLst>
          <pc:docMk/>
          <pc:sldMk cId="3972629357" sldId="288"/>
        </pc:sldMkLst>
        <pc:spChg chg="mod">
          <ac:chgData name="Ronnel D. Palenzuela" userId="27216d6f-a712-48da-bcb2-613e4bc945ac" providerId="ADAL" clId="{16736750-74B4-184C-AACF-97E7E4B9FAA6}" dt="2024-08-12T02:16:02.449" v="3153" actId="20577"/>
          <ac:spMkLst>
            <pc:docMk/>
            <pc:sldMk cId="3972629357" sldId="288"/>
            <ac:spMk id="2" creationId="{1FD87645-D8E6-23DE-A822-448BF1054783}"/>
          </ac:spMkLst>
        </pc:spChg>
        <pc:spChg chg="mod">
          <ac:chgData name="Ronnel D. Palenzuela" userId="27216d6f-a712-48da-bcb2-613e4bc945ac" providerId="ADAL" clId="{16736750-74B4-184C-AACF-97E7E4B9FAA6}" dt="2024-08-12T02:11:51.983" v="3029" actId="207"/>
          <ac:spMkLst>
            <pc:docMk/>
            <pc:sldMk cId="3972629357" sldId="288"/>
            <ac:spMk id="3" creationId="{F9E9654B-D8E5-22CA-371A-57FADD13842B}"/>
          </ac:spMkLst>
        </pc:spChg>
        <pc:picChg chg="del">
          <ac:chgData name="Ronnel D. Palenzuela" userId="27216d6f-a712-48da-bcb2-613e4bc945ac" providerId="ADAL" clId="{16736750-74B4-184C-AACF-97E7E4B9FAA6}" dt="2024-08-12T01:08:18.288" v="2654" actId="478"/>
          <ac:picMkLst>
            <pc:docMk/>
            <pc:sldMk cId="3972629357" sldId="288"/>
            <ac:picMk id="4" creationId="{C94F73C7-EE3C-5039-6716-AA5F092B56AC}"/>
          </ac:picMkLst>
        </pc:picChg>
        <pc:picChg chg="del">
          <ac:chgData name="Ronnel D. Palenzuela" userId="27216d6f-a712-48da-bcb2-613e4bc945ac" providerId="ADAL" clId="{16736750-74B4-184C-AACF-97E7E4B9FAA6}" dt="2024-08-12T01:08:18.480" v="2655" actId="478"/>
          <ac:picMkLst>
            <pc:docMk/>
            <pc:sldMk cId="3972629357" sldId="288"/>
            <ac:picMk id="6" creationId="{7982849D-C7FF-134E-B589-F96BF9176D03}"/>
          </ac:picMkLst>
        </pc:picChg>
      </pc:sldChg>
      <pc:sldChg chg="modSp add mod">
        <pc:chgData name="Ronnel D. Palenzuela" userId="27216d6f-a712-48da-bcb2-613e4bc945ac" providerId="ADAL" clId="{16736750-74B4-184C-AACF-97E7E4B9FAA6}" dt="2024-08-12T02:22:03.220" v="3182" actId="11"/>
        <pc:sldMkLst>
          <pc:docMk/>
          <pc:sldMk cId="2990164252" sldId="289"/>
        </pc:sldMkLst>
        <pc:spChg chg="mod">
          <ac:chgData name="Ronnel D. Palenzuela" userId="27216d6f-a712-48da-bcb2-613e4bc945ac" providerId="ADAL" clId="{16736750-74B4-184C-AACF-97E7E4B9FAA6}" dt="2024-08-12T02:16:06.498" v="3154" actId="20577"/>
          <ac:spMkLst>
            <pc:docMk/>
            <pc:sldMk cId="2990164252" sldId="289"/>
            <ac:spMk id="2" creationId="{1FD87645-D8E6-23DE-A822-448BF1054783}"/>
          </ac:spMkLst>
        </pc:spChg>
        <pc:spChg chg="mod">
          <ac:chgData name="Ronnel D. Palenzuela" userId="27216d6f-a712-48da-bcb2-613e4bc945ac" providerId="ADAL" clId="{16736750-74B4-184C-AACF-97E7E4B9FAA6}" dt="2024-08-12T02:22:03.220" v="3182" actId="11"/>
          <ac:spMkLst>
            <pc:docMk/>
            <pc:sldMk cId="2990164252" sldId="289"/>
            <ac:spMk id="3" creationId="{F9E9654B-D8E5-22CA-371A-57FADD13842B}"/>
          </ac:spMkLst>
        </pc:spChg>
      </pc:sldChg>
      <pc:sldChg chg="modSp add mod">
        <pc:chgData name="Ronnel D. Palenzuela" userId="27216d6f-a712-48da-bcb2-613e4bc945ac" providerId="ADAL" clId="{16736750-74B4-184C-AACF-97E7E4B9FAA6}" dt="2024-08-13T03:37:12.131" v="3508" actId="207"/>
        <pc:sldMkLst>
          <pc:docMk/>
          <pc:sldMk cId="1111498698" sldId="290"/>
        </pc:sldMkLst>
        <pc:spChg chg="mod">
          <ac:chgData name="Ronnel D. Palenzuela" userId="27216d6f-a712-48da-bcb2-613e4bc945ac" providerId="ADAL" clId="{16736750-74B4-184C-AACF-97E7E4B9FAA6}" dt="2024-08-13T03:27:17.210" v="3359" actId="20577"/>
          <ac:spMkLst>
            <pc:docMk/>
            <pc:sldMk cId="1111498698" sldId="290"/>
            <ac:spMk id="2" creationId="{1FD87645-D8E6-23DE-A822-448BF1054783}"/>
          </ac:spMkLst>
        </pc:spChg>
        <pc:spChg chg="mod">
          <ac:chgData name="Ronnel D. Palenzuela" userId="27216d6f-a712-48da-bcb2-613e4bc945ac" providerId="ADAL" clId="{16736750-74B4-184C-AACF-97E7E4B9FAA6}" dt="2024-08-13T03:37:12.131" v="3508" actId="207"/>
          <ac:spMkLst>
            <pc:docMk/>
            <pc:sldMk cId="1111498698" sldId="290"/>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927110459" sldId="290"/>
        </pc:sldMkLst>
        <pc:spChg chg="mod">
          <ac:chgData name="Ronnel D. Palenzuela" userId="27216d6f-a712-48da-bcb2-613e4bc945ac" providerId="ADAL" clId="{16736750-74B4-184C-AACF-97E7E4B9FAA6}" dt="2024-08-12T02:17:40.195" v="3179" actId="20577"/>
          <ac:spMkLst>
            <pc:docMk/>
            <pc:sldMk cId="1927110459" sldId="290"/>
            <ac:spMk id="2" creationId="{1FD87645-D8E6-23DE-A822-448BF1054783}"/>
          </ac:spMkLst>
        </pc:spChg>
        <pc:spChg chg="mod">
          <ac:chgData name="Ronnel D. Palenzuela" userId="27216d6f-a712-48da-bcb2-613e4bc945ac" providerId="ADAL" clId="{16736750-74B4-184C-AACF-97E7E4B9FAA6}" dt="2024-08-12T02:25:46.161" v="3276" actId="20577"/>
          <ac:spMkLst>
            <pc:docMk/>
            <pc:sldMk cId="1927110459" sldId="290"/>
            <ac:spMk id="3" creationId="{F9E9654B-D8E5-22CA-371A-57FADD13842B}"/>
          </ac:spMkLst>
        </pc:spChg>
      </pc:sldChg>
      <pc:sldChg chg="modSp add mod ord">
        <pc:chgData name="Ronnel D. Palenzuela" userId="27216d6f-a712-48da-bcb2-613e4bc945ac" providerId="ADAL" clId="{16736750-74B4-184C-AACF-97E7E4B9FAA6}" dt="2024-08-13T03:34:24.591" v="3466" actId="207"/>
        <pc:sldMkLst>
          <pc:docMk/>
          <pc:sldMk cId="815011119" sldId="291"/>
        </pc:sldMkLst>
        <pc:spChg chg="mod">
          <ac:chgData name="Ronnel D. Palenzuela" userId="27216d6f-a712-48da-bcb2-613e4bc945ac" providerId="ADAL" clId="{16736750-74B4-184C-AACF-97E7E4B9FAA6}" dt="2024-08-13T03:34:24.591" v="3466" actId="207"/>
          <ac:spMkLst>
            <pc:docMk/>
            <pc:sldMk cId="81501111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81441069" sldId="291"/>
        </pc:sldMkLst>
        <pc:spChg chg="mod">
          <ac:chgData name="Ronnel D. Palenzuela" userId="27216d6f-a712-48da-bcb2-613e4bc945ac" providerId="ADAL" clId="{16736750-74B4-184C-AACF-97E7E4B9FAA6}" dt="2024-08-12T02:28:06.903" v="3321" actId="11"/>
          <ac:spMkLst>
            <pc:docMk/>
            <pc:sldMk cId="178144106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65234647" sldId="292"/>
        </pc:sldMkLst>
        <pc:spChg chg="mod">
          <ac:chgData name="Ronnel D. Palenzuela" userId="27216d6f-a712-48da-bcb2-613e4bc945ac" providerId="ADAL" clId="{16736750-74B4-184C-AACF-97E7E4B9FAA6}" dt="2024-08-12T02:28:26.710" v="3324" actId="403"/>
          <ac:spMkLst>
            <pc:docMk/>
            <pc:sldMk cId="1765234647" sldId="292"/>
            <ac:spMk id="3" creationId="{F9E9654B-D8E5-22CA-371A-57FADD13842B}"/>
          </ac:spMkLst>
        </pc:spChg>
      </pc:sldChg>
      <pc:sldMasterChg chg="modSldLayout">
        <pc:chgData name="Ronnel D. Palenzuela" userId="27216d6f-a712-48da-bcb2-613e4bc945ac" providerId="ADAL" clId="{16736750-74B4-184C-AACF-97E7E4B9FAA6}" dt="2024-08-11T07:03:06.010" v="731" actId="20577"/>
        <pc:sldMasterMkLst>
          <pc:docMk/>
          <pc:sldMasterMk cId="651270159" sldId="2147483648"/>
        </pc:sldMasterMkLst>
        <pc:sldLayoutChg chg="modSp mod">
          <pc:chgData name="Ronnel D. Palenzuela" userId="27216d6f-a712-48da-bcb2-613e4bc945ac" providerId="ADAL" clId="{16736750-74B4-184C-AACF-97E7E4B9FAA6}" dt="2024-08-11T07:03:06.010" v="731" actId="20577"/>
          <pc:sldLayoutMkLst>
            <pc:docMk/>
            <pc:sldMasterMk cId="651270159" sldId="2147483648"/>
            <pc:sldLayoutMk cId="2921653432" sldId="2147483649"/>
          </pc:sldLayoutMkLst>
          <pc:spChg chg="mod">
            <ac:chgData name="Ronnel D. Palenzuela" userId="27216d6f-a712-48da-bcb2-613e4bc945ac" providerId="ADAL" clId="{16736750-74B4-184C-AACF-97E7E4B9FAA6}" dt="2024-08-11T07:03:06.010" v="731" actId="20577"/>
            <ac:spMkLst>
              <pc:docMk/>
              <pc:sldMasterMk cId="651270159" sldId="2147483648"/>
              <pc:sldLayoutMk cId="2921653432" sldId="2147483649"/>
              <ac:spMk id="5" creationId="{3794B7A0-4232-A0AC-7E3A-3BF632F0C83D}"/>
            </ac:spMkLst>
          </pc:spChg>
        </pc:sldLayoutChg>
      </pc:sldMasterChg>
    </pc:docChg>
  </pc:docChgLst>
  <pc:docChgLst>
    <pc:chgData name="Ronnel D. Palenzuela" userId="27216d6f-a712-48da-bcb2-613e4bc945ac" providerId="ADAL" clId="{16FF8E01-DE24-0F4F-A559-943D670B7764}"/>
    <pc:docChg chg="undo custSel addSld delSld modSld sldOrd modMainMaster">
      <pc:chgData name="Ronnel D. Palenzuela" userId="27216d6f-a712-48da-bcb2-613e4bc945ac" providerId="ADAL" clId="{16FF8E01-DE24-0F4F-A559-943D670B7764}" dt="2024-08-15T06:12:31.924" v="2533" actId="729"/>
      <pc:docMkLst>
        <pc:docMk/>
      </pc:docMkLst>
      <pc:sldChg chg="modSp mod">
        <pc:chgData name="Ronnel D. Palenzuela" userId="27216d6f-a712-48da-bcb2-613e4bc945ac" providerId="ADAL" clId="{16FF8E01-DE24-0F4F-A559-943D670B7764}" dt="2024-08-14T16:09:01.930" v="1419" actId="20577"/>
        <pc:sldMkLst>
          <pc:docMk/>
          <pc:sldMk cId="3455369248" sldId="257"/>
        </pc:sldMkLst>
        <pc:spChg chg="mod">
          <ac:chgData name="Ronnel D. Palenzuela" userId="27216d6f-a712-48da-bcb2-613e4bc945ac" providerId="ADAL" clId="{16FF8E01-DE24-0F4F-A559-943D670B7764}" dt="2024-08-14T16:08:42.416" v="1364" actId="14100"/>
          <ac:spMkLst>
            <pc:docMk/>
            <pc:sldMk cId="3455369248" sldId="257"/>
            <ac:spMk id="2" creationId="{4B9DC0FD-E73C-26A6-891F-61B461076958}"/>
          </ac:spMkLst>
        </pc:spChg>
        <pc:spChg chg="mod">
          <ac:chgData name="Ronnel D. Palenzuela" userId="27216d6f-a712-48da-bcb2-613e4bc945ac" providerId="ADAL" clId="{16FF8E01-DE24-0F4F-A559-943D670B7764}" dt="2024-08-14T16:09:01.930" v="1419" actId="20577"/>
          <ac:spMkLst>
            <pc:docMk/>
            <pc:sldMk cId="3455369248" sldId="257"/>
            <ac:spMk id="3" creationId="{55CA8846-F5F9-9E2F-7E86-4EDFA1AEFED2}"/>
          </ac:spMkLst>
        </pc:spChg>
      </pc:sldChg>
      <pc:sldChg chg="add del">
        <pc:chgData name="Ronnel D. Palenzuela" userId="27216d6f-a712-48da-bcb2-613e4bc945ac" providerId="ADAL" clId="{16FF8E01-DE24-0F4F-A559-943D670B7764}" dt="2024-08-14T04:37:36.180" v="138" actId="2696"/>
        <pc:sldMkLst>
          <pc:docMk/>
          <pc:sldMk cId="3256538018" sldId="259"/>
        </pc:sldMkLst>
      </pc:sldChg>
      <pc:sldChg chg="modSp mod modNotesTx">
        <pc:chgData name="Ronnel D. Palenzuela" userId="27216d6f-a712-48da-bcb2-613e4bc945ac" providerId="ADAL" clId="{16FF8E01-DE24-0F4F-A559-943D670B7764}" dt="2024-08-14T16:25:10.072" v="1665" actId="20577"/>
        <pc:sldMkLst>
          <pc:docMk/>
          <pc:sldMk cId="3611571112" sldId="263"/>
        </pc:sldMkLst>
        <pc:spChg chg="mod">
          <ac:chgData name="Ronnel D. Palenzuela" userId="27216d6f-a712-48da-bcb2-613e4bc945ac" providerId="ADAL" clId="{16FF8E01-DE24-0F4F-A559-943D670B7764}" dt="2024-08-14T16:09:37.186" v="1435" actId="1076"/>
          <ac:spMkLst>
            <pc:docMk/>
            <pc:sldMk cId="3611571112" sldId="263"/>
            <ac:spMk id="2" creationId="{4B9DC0FD-E73C-26A6-891F-61B461076958}"/>
          </ac:spMkLst>
        </pc:spChg>
      </pc:sldChg>
      <pc:sldChg chg="modSp mod">
        <pc:chgData name="Ronnel D. Palenzuela" userId="27216d6f-a712-48da-bcb2-613e4bc945ac" providerId="ADAL" clId="{16FF8E01-DE24-0F4F-A559-943D670B7764}" dt="2024-08-14T15:58:28.162" v="1311" actId="207"/>
        <pc:sldMkLst>
          <pc:docMk/>
          <pc:sldMk cId="261940385" sldId="264"/>
        </pc:sldMkLst>
        <pc:spChg chg="mod">
          <ac:chgData name="Ronnel D. Palenzuela" userId="27216d6f-a712-48da-bcb2-613e4bc945ac" providerId="ADAL" clId="{16FF8E01-DE24-0F4F-A559-943D670B7764}" dt="2024-08-14T15:58:28.162" v="1311" actId="207"/>
          <ac:spMkLst>
            <pc:docMk/>
            <pc:sldMk cId="261940385" sldId="264"/>
            <ac:spMk id="3" creationId="{A8B75234-3FB1-B597-DF46-CD5827D3C5AF}"/>
          </ac:spMkLst>
        </pc:spChg>
      </pc:sldChg>
      <pc:sldChg chg="add del">
        <pc:chgData name="Ronnel D. Palenzuela" userId="27216d6f-a712-48da-bcb2-613e4bc945ac" providerId="ADAL" clId="{16FF8E01-DE24-0F4F-A559-943D670B7764}" dt="2024-08-14T04:37:31.309" v="136" actId="2890"/>
        <pc:sldMkLst>
          <pc:docMk/>
          <pc:sldMk cId="393610469" sldId="265"/>
        </pc:sldMkLst>
      </pc:sldChg>
      <pc:sldChg chg="addSp delSp modSp add del mod ord modShow modNotesTx">
        <pc:chgData name="Ronnel D. Palenzuela" userId="27216d6f-a712-48da-bcb2-613e4bc945ac" providerId="ADAL" clId="{16FF8E01-DE24-0F4F-A559-943D670B7764}" dt="2024-08-15T06:12:31.924" v="2533" actId="729"/>
        <pc:sldMkLst>
          <pc:docMk/>
          <pc:sldMk cId="538568147" sldId="265"/>
        </pc:sldMkLst>
        <pc:spChg chg="mod">
          <ac:chgData name="Ronnel D. Palenzuela" userId="27216d6f-a712-48da-bcb2-613e4bc945ac" providerId="ADAL" clId="{16FF8E01-DE24-0F4F-A559-943D670B7764}" dt="2024-08-14T14:55:35.293" v="832" actId="20577"/>
          <ac:spMkLst>
            <pc:docMk/>
            <pc:sldMk cId="538568147" sldId="265"/>
            <ac:spMk id="2" creationId="{1FD87645-D8E6-23DE-A822-448BF1054783}"/>
          </ac:spMkLst>
        </pc:spChg>
        <pc:spChg chg="mod">
          <ac:chgData name="Ronnel D. Palenzuela" userId="27216d6f-a712-48da-bcb2-613e4bc945ac" providerId="ADAL" clId="{16FF8E01-DE24-0F4F-A559-943D670B7764}" dt="2024-08-14T13:46:58.170" v="402" actId="113"/>
          <ac:spMkLst>
            <pc:docMk/>
            <pc:sldMk cId="538568147" sldId="265"/>
            <ac:spMk id="3" creationId="{F9E9654B-D8E5-22CA-371A-57FADD13842B}"/>
          </ac:spMkLst>
        </pc:spChg>
        <pc:picChg chg="add mod">
          <ac:chgData name="Ronnel D. Palenzuela" userId="27216d6f-a712-48da-bcb2-613e4bc945ac" providerId="ADAL" clId="{16FF8E01-DE24-0F4F-A559-943D670B7764}" dt="2024-08-14T14:08:52.904" v="652" actId="1076"/>
          <ac:picMkLst>
            <pc:docMk/>
            <pc:sldMk cId="538568147" sldId="265"/>
            <ac:picMk id="5" creationId="{70008023-F501-145C-0B44-5194C048510F}"/>
          </ac:picMkLst>
        </pc:picChg>
        <pc:picChg chg="add mod">
          <ac:chgData name="Ronnel D. Palenzuela" userId="27216d6f-a712-48da-bcb2-613e4bc945ac" providerId="ADAL" clId="{16FF8E01-DE24-0F4F-A559-943D670B7764}" dt="2024-08-14T14:08:59.711" v="656" actId="1076"/>
          <ac:picMkLst>
            <pc:docMk/>
            <pc:sldMk cId="538568147" sldId="265"/>
            <ac:picMk id="6" creationId="{24353777-D960-C968-46B2-C9D39EBD397E}"/>
          </ac:picMkLst>
        </pc:picChg>
        <pc:picChg chg="del">
          <ac:chgData name="Ronnel D. Palenzuela" userId="27216d6f-a712-48da-bcb2-613e4bc945ac" providerId="ADAL" clId="{16FF8E01-DE24-0F4F-A559-943D670B7764}" dt="2024-08-14T13:36:35.785" v="186" actId="478"/>
          <ac:picMkLst>
            <pc:docMk/>
            <pc:sldMk cId="538568147" sldId="265"/>
            <ac:picMk id="6" creationId="{E6F66661-8045-D9A5-7A22-9C32CFDC9130}"/>
          </ac:picMkLst>
        </pc:picChg>
        <pc:picChg chg="del">
          <ac:chgData name="Ronnel D. Palenzuela" userId="27216d6f-a712-48da-bcb2-613e4bc945ac" providerId="ADAL" clId="{16FF8E01-DE24-0F4F-A559-943D670B7764}" dt="2024-08-14T13:36:36.302" v="188" actId="478"/>
          <ac:picMkLst>
            <pc:docMk/>
            <pc:sldMk cId="538568147" sldId="265"/>
            <ac:picMk id="7" creationId="{034B6557-36A5-121F-76C7-3EA4B37D7CFA}"/>
          </ac:picMkLst>
        </pc:picChg>
        <pc:picChg chg="del">
          <ac:chgData name="Ronnel D. Palenzuela" userId="27216d6f-a712-48da-bcb2-613e4bc945ac" providerId="ADAL" clId="{16FF8E01-DE24-0F4F-A559-943D670B7764}" dt="2024-08-14T13:36:36.076" v="187" actId="478"/>
          <ac:picMkLst>
            <pc:docMk/>
            <pc:sldMk cId="538568147" sldId="265"/>
            <ac:picMk id="8" creationId="{1FB21C6D-D0A1-8AEB-319B-0296807954C0}"/>
          </ac:picMkLst>
        </pc:picChg>
        <pc:picChg chg="del">
          <ac:chgData name="Ronnel D. Palenzuela" userId="27216d6f-a712-48da-bcb2-613e4bc945ac" providerId="ADAL" clId="{16FF8E01-DE24-0F4F-A559-943D670B7764}" dt="2024-08-14T13:36:36.597" v="189" actId="478"/>
          <ac:picMkLst>
            <pc:docMk/>
            <pc:sldMk cId="538568147" sldId="265"/>
            <ac:picMk id="10" creationId="{DA4EB7EF-513D-C40D-5DC5-6B39809CDC00}"/>
          </ac:picMkLst>
        </pc:picChg>
      </pc:sldChg>
      <pc:sldChg chg="addSp delSp modSp add mod modShow modNotesTx">
        <pc:chgData name="Ronnel D. Palenzuela" userId="27216d6f-a712-48da-bcb2-613e4bc945ac" providerId="ADAL" clId="{16FF8E01-DE24-0F4F-A559-943D670B7764}" dt="2024-08-15T06:12:31.924" v="2533" actId="729"/>
        <pc:sldMkLst>
          <pc:docMk/>
          <pc:sldMk cId="1782960047" sldId="266"/>
        </pc:sldMkLst>
        <pc:spChg chg="mod">
          <ac:chgData name="Ronnel D. Palenzuela" userId="27216d6f-a712-48da-bcb2-613e4bc945ac" providerId="ADAL" clId="{16FF8E01-DE24-0F4F-A559-943D670B7764}" dt="2024-08-14T13:45:50.997" v="383" actId="20577"/>
          <ac:spMkLst>
            <pc:docMk/>
            <pc:sldMk cId="1782960047" sldId="266"/>
            <ac:spMk id="2" creationId="{1FD87645-D8E6-23DE-A822-448BF1054783}"/>
          </ac:spMkLst>
        </pc:spChg>
        <pc:spChg chg="mod">
          <ac:chgData name="Ronnel D. Palenzuela" userId="27216d6f-a712-48da-bcb2-613e4bc945ac" providerId="ADAL" clId="{16FF8E01-DE24-0F4F-A559-943D670B7764}" dt="2024-08-14T13:52:01.538" v="473" actId="207"/>
          <ac:spMkLst>
            <pc:docMk/>
            <pc:sldMk cId="1782960047" sldId="266"/>
            <ac:spMk id="3" creationId="{F9E9654B-D8E5-22CA-371A-57FADD13842B}"/>
          </ac:spMkLst>
        </pc:spChg>
        <pc:spChg chg="add mod">
          <ac:chgData name="Ronnel D. Palenzuela" userId="27216d6f-a712-48da-bcb2-613e4bc945ac" providerId="ADAL" clId="{16FF8E01-DE24-0F4F-A559-943D670B7764}" dt="2024-08-14T13:54:36.838" v="483" actId="1076"/>
          <ac:spMkLst>
            <pc:docMk/>
            <pc:sldMk cId="1782960047" sldId="266"/>
            <ac:spMk id="6" creationId="{D96DF1EF-8473-896F-2BBC-6D1558971D10}"/>
          </ac:spMkLst>
        </pc:spChg>
        <pc:picChg chg="del">
          <ac:chgData name="Ronnel D. Palenzuela" userId="27216d6f-a712-48da-bcb2-613e4bc945ac" providerId="ADAL" clId="{16FF8E01-DE24-0F4F-A559-943D670B7764}" dt="2024-08-14T13:45:55.174" v="384" actId="478"/>
          <ac:picMkLst>
            <pc:docMk/>
            <pc:sldMk cId="1782960047" sldId="266"/>
            <ac:picMk id="5" creationId="{70008023-F501-145C-0B44-5194C048510F}"/>
          </ac:picMkLst>
        </pc:picChg>
      </pc:sldChg>
      <pc:sldChg chg="add del">
        <pc:chgData name="Ronnel D. Palenzuela" userId="27216d6f-a712-48da-bcb2-613e4bc945ac" providerId="ADAL" clId="{16FF8E01-DE24-0F4F-A559-943D670B7764}" dt="2024-08-14T04:37:36.180" v="138" actId="2696"/>
        <pc:sldMkLst>
          <pc:docMk/>
          <pc:sldMk cId="3029220167" sldId="266"/>
        </pc:sldMkLst>
      </pc:sldChg>
      <pc:sldChg chg="modSp add mod modShow modNotesTx">
        <pc:chgData name="Ronnel D. Palenzuela" userId="27216d6f-a712-48da-bcb2-613e4bc945ac" providerId="ADAL" clId="{16FF8E01-DE24-0F4F-A559-943D670B7764}" dt="2024-08-15T06:12:31.924" v="2533" actId="729"/>
        <pc:sldMkLst>
          <pc:docMk/>
          <pc:sldMk cId="2149631211" sldId="267"/>
        </pc:sldMkLst>
        <pc:spChg chg="mod">
          <ac:chgData name="Ronnel D. Palenzuela" userId="27216d6f-a712-48da-bcb2-613e4bc945ac" providerId="ADAL" clId="{16FF8E01-DE24-0F4F-A559-943D670B7764}" dt="2024-08-14T15:58:59.103" v="1314" actId="11"/>
          <ac:spMkLst>
            <pc:docMk/>
            <pc:sldMk cId="2149631211" sldId="267"/>
            <ac:spMk id="3" creationId="{F9E9654B-D8E5-22CA-371A-57FADD13842B}"/>
          </ac:spMkLst>
        </pc:spChg>
      </pc:sldChg>
      <pc:sldChg chg="add del">
        <pc:chgData name="Ronnel D. Palenzuela" userId="27216d6f-a712-48da-bcb2-613e4bc945ac" providerId="ADAL" clId="{16FF8E01-DE24-0F4F-A559-943D670B7764}" dt="2024-08-14T13:54:04.562" v="479" actId="2696"/>
        <pc:sldMkLst>
          <pc:docMk/>
          <pc:sldMk cId="2717857131" sldId="267"/>
        </pc:sldMkLst>
      </pc:sldChg>
      <pc:sldChg chg="add del">
        <pc:chgData name="Ronnel D. Palenzuela" userId="27216d6f-a712-48da-bcb2-613e4bc945ac" providerId="ADAL" clId="{16FF8E01-DE24-0F4F-A559-943D670B7764}" dt="2024-08-14T04:37:36.180" v="138" actId="2696"/>
        <pc:sldMkLst>
          <pc:docMk/>
          <pc:sldMk cId="3285671655" sldId="267"/>
        </pc:sldMkLst>
      </pc:sldChg>
      <pc:sldChg chg="add del">
        <pc:chgData name="Ronnel D. Palenzuela" userId="27216d6f-a712-48da-bcb2-613e4bc945ac" providerId="ADAL" clId="{16FF8E01-DE24-0F4F-A559-943D670B7764}" dt="2024-08-14T13:54:30.391" v="482" actId="2696"/>
        <pc:sldMkLst>
          <pc:docMk/>
          <pc:sldMk cId="3367849497" sldId="267"/>
        </pc:sldMkLst>
      </pc:sldChg>
      <pc:sldChg chg="modSp add mod modShow modNotesTx">
        <pc:chgData name="Ronnel D. Palenzuela" userId="27216d6f-a712-48da-bcb2-613e4bc945ac" providerId="ADAL" clId="{16FF8E01-DE24-0F4F-A559-943D670B7764}" dt="2024-08-15T06:12:31.924" v="2533" actId="729"/>
        <pc:sldMkLst>
          <pc:docMk/>
          <pc:sldMk cId="155138258" sldId="268"/>
        </pc:sldMkLst>
        <pc:spChg chg="mod">
          <ac:chgData name="Ronnel D. Palenzuela" userId="27216d6f-a712-48da-bcb2-613e4bc945ac" providerId="ADAL" clId="{16FF8E01-DE24-0F4F-A559-943D670B7764}" dt="2024-08-14T15:59:15.816" v="1315" actId="11"/>
          <ac:spMkLst>
            <pc:docMk/>
            <pc:sldMk cId="155138258" sldId="268"/>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1637530094" sldId="268"/>
        </pc:sldMkLst>
      </pc:sldChg>
      <pc:sldChg chg="addSp modSp add mod ord modShow modNotesTx">
        <pc:chgData name="Ronnel D. Palenzuela" userId="27216d6f-a712-48da-bcb2-613e4bc945ac" providerId="ADAL" clId="{16FF8E01-DE24-0F4F-A559-943D670B7764}" dt="2024-08-15T06:12:31.924" v="2533" actId="729"/>
        <pc:sldMkLst>
          <pc:docMk/>
          <pc:sldMk cId="2831007090" sldId="269"/>
        </pc:sldMkLst>
        <pc:spChg chg="mod">
          <ac:chgData name="Ronnel D. Palenzuela" userId="27216d6f-a712-48da-bcb2-613e4bc945ac" providerId="ADAL" clId="{16FF8E01-DE24-0F4F-A559-943D670B7764}" dt="2024-08-14T14:10:47.606" v="696" actId="20577"/>
          <ac:spMkLst>
            <pc:docMk/>
            <pc:sldMk cId="2831007090" sldId="269"/>
            <ac:spMk id="2" creationId="{1FD87645-D8E6-23DE-A822-448BF1054783}"/>
          </ac:spMkLst>
        </pc:spChg>
        <pc:spChg chg="mod">
          <ac:chgData name="Ronnel D. Palenzuela" userId="27216d6f-a712-48da-bcb2-613e4bc945ac" providerId="ADAL" clId="{16FF8E01-DE24-0F4F-A559-943D670B7764}" dt="2024-08-14T14:16:06.339" v="778" actId="1076"/>
          <ac:spMkLst>
            <pc:docMk/>
            <pc:sldMk cId="2831007090" sldId="269"/>
            <ac:spMk id="3" creationId="{F9E9654B-D8E5-22CA-371A-57FADD13842B}"/>
          </ac:spMkLst>
        </pc:spChg>
        <pc:spChg chg="add mod">
          <ac:chgData name="Ronnel D. Palenzuela" userId="27216d6f-a712-48da-bcb2-613e4bc945ac" providerId="ADAL" clId="{16FF8E01-DE24-0F4F-A559-943D670B7764}" dt="2024-08-14T14:15:42.779" v="771" actId="113"/>
          <ac:spMkLst>
            <pc:docMk/>
            <pc:sldMk cId="2831007090" sldId="269"/>
            <ac:spMk id="4" creationId="{CB6DD4F9-08BE-3AF6-FDDC-AB693A0D38F1}"/>
          </ac:spMkLst>
        </pc:spChg>
      </pc:sldChg>
      <pc:sldChg chg="add del">
        <pc:chgData name="Ronnel D. Palenzuela" userId="27216d6f-a712-48da-bcb2-613e4bc945ac" providerId="ADAL" clId="{16FF8E01-DE24-0F4F-A559-943D670B7764}" dt="2024-08-14T04:37:36.180" v="138" actId="2696"/>
        <pc:sldMkLst>
          <pc:docMk/>
          <pc:sldMk cId="4018365145" sldId="269"/>
        </pc:sldMkLst>
      </pc:sldChg>
      <pc:sldChg chg="add del">
        <pc:chgData name="Ronnel D. Palenzuela" userId="27216d6f-a712-48da-bcb2-613e4bc945ac" providerId="ADAL" clId="{16FF8E01-DE24-0F4F-A559-943D670B7764}" dt="2024-08-14T04:37:36.180" v="138" actId="2696"/>
        <pc:sldMkLst>
          <pc:docMk/>
          <pc:sldMk cId="1107698705" sldId="270"/>
        </pc:sldMkLst>
      </pc:sldChg>
      <pc:sldChg chg="addSp delSp modSp add mod ord modShow modNotesTx">
        <pc:chgData name="Ronnel D. Palenzuela" userId="27216d6f-a712-48da-bcb2-613e4bc945ac" providerId="ADAL" clId="{16FF8E01-DE24-0F4F-A559-943D670B7764}" dt="2024-08-15T06:12:31.924" v="2533" actId="729"/>
        <pc:sldMkLst>
          <pc:docMk/>
          <pc:sldMk cId="2073403413" sldId="270"/>
        </pc:sldMkLst>
        <pc:spChg chg="mod">
          <ac:chgData name="Ronnel D. Palenzuela" userId="27216d6f-a712-48da-bcb2-613e4bc945ac" providerId="ADAL" clId="{16FF8E01-DE24-0F4F-A559-943D670B7764}" dt="2024-08-14T14:55:39.952" v="834" actId="20577"/>
          <ac:spMkLst>
            <pc:docMk/>
            <pc:sldMk cId="2073403413" sldId="270"/>
            <ac:spMk id="2" creationId="{1FD87645-D8E6-23DE-A822-448BF1054783}"/>
          </ac:spMkLst>
        </pc:spChg>
        <pc:spChg chg="mod">
          <ac:chgData name="Ronnel D. Palenzuela" userId="27216d6f-a712-48da-bcb2-613e4bc945ac" providerId="ADAL" clId="{16FF8E01-DE24-0F4F-A559-943D670B7764}" dt="2024-08-14T15:31:54.057" v="880" actId="207"/>
          <ac:spMkLst>
            <pc:docMk/>
            <pc:sldMk cId="2073403413" sldId="270"/>
            <ac:spMk id="3" creationId="{F9E9654B-D8E5-22CA-371A-57FADD13842B}"/>
          </ac:spMkLst>
        </pc:spChg>
        <pc:picChg chg="add del mod">
          <ac:chgData name="Ronnel D. Palenzuela" userId="27216d6f-a712-48da-bcb2-613e4bc945ac" providerId="ADAL" clId="{16FF8E01-DE24-0F4F-A559-943D670B7764}" dt="2024-08-14T15:09:23.422" v="836" actId="478"/>
          <ac:picMkLst>
            <pc:docMk/>
            <pc:sldMk cId="2073403413" sldId="270"/>
            <ac:picMk id="4" creationId="{369191B6-2A1C-3113-9BFD-747A4657F8D7}"/>
          </ac:picMkLst>
        </pc:picChg>
        <pc:picChg chg="del">
          <ac:chgData name="Ronnel D. Palenzuela" userId="27216d6f-a712-48da-bcb2-613e4bc945ac" providerId="ADAL" clId="{16FF8E01-DE24-0F4F-A559-943D670B7764}" dt="2024-08-14T14:53:40.293" v="791" actId="478"/>
          <ac:picMkLst>
            <pc:docMk/>
            <pc:sldMk cId="2073403413" sldId="270"/>
            <ac:picMk id="5" creationId="{70008023-F501-145C-0B44-5194C048510F}"/>
          </ac:picMkLst>
        </pc:picChg>
        <pc:picChg chg="del">
          <ac:chgData name="Ronnel D. Palenzuela" userId="27216d6f-a712-48da-bcb2-613e4bc945ac" providerId="ADAL" clId="{16FF8E01-DE24-0F4F-A559-943D670B7764}" dt="2024-08-14T14:53:41.454" v="792" actId="478"/>
          <ac:picMkLst>
            <pc:docMk/>
            <pc:sldMk cId="2073403413" sldId="270"/>
            <ac:picMk id="6" creationId="{24353777-D960-C968-46B2-C9D39EBD397E}"/>
          </ac:picMkLst>
        </pc:picChg>
        <pc:picChg chg="add del mod">
          <ac:chgData name="Ronnel D. Palenzuela" userId="27216d6f-a712-48da-bcb2-613e4bc945ac" providerId="ADAL" clId="{16FF8E01-DE24-0F4F-A559-943D670B7764}" dt="2024-08-14T15:09:24.556" v="837" actId="478"/>
          <ac:picMkLst>
            <pc:docMk/>
            <pc:sldMk cId="2073403413" sldId="270"/>
            <ac:picMk id="7" creationId="{CFF5A6F2-A391-E973-A9F9-EEAEDEBC41C8}"/>
          </ac:picMkLst>
        </pc:picChg>
        <pc:picChg chg="add del mod">
          <ac:chgData name="Ronnel D. Palenzuela" userId="27216d6f-a712-48da-bcb2-613e4bc945ac" providerId="ADAL" clId="{16FF8E01-DE24-0F4F-A559-943D670B7764}" dt="2024-08-14T15:38:21.939" v="921"/>
          <ac:picMkLst>
            <pc:docMk/>
            <pc:sldMk cId="2073403413" sldId="270"/>
            <ac:picMk id="8" creationId="{7628CA4E-3E92-F09C-D2FD-C46202C5E649}"/>
          </ac:picMkLst>
        </pc:picChg>
        <pc:picChg chg="add mod">
          <ac:chgData name="Ronnel D. Palenzuela" userId="27216d6f-a712-48da-bcb2-613e4bc945ac" providerId="ADAL" clId="{16FF8E01-DE24-0F4F-A559-943D670B7764}" dt="2024-08-14T15:34:34.583" v="908" actId="1076"/>
          <ac:picMkLst>
            <pc:docMk/>
            <pc:sldMk cId="2073403413" sldId="270"/>
            <ac:picMk id="9" creationId="{FFA2BE38-0E04-5FB6-310F-C9B71C57486B}"/>
          </ac:picMkLst>
        </pc:picChg>
        <pc:picChg chg="add mod">
          <ac:chgData name="Ronnel D. Palenzuela" userId="27216d6f-a712-48da-bcb2-613e4bc945ac" providerId="ADAL" clId="{16FF8E01-DE24-0F4F-A559-943D670B7764}" dt="2024-08-14T15:34:23.881" v="905" actId="1076"/>
          <ac:picMkLst>
            <pc:docMk/>
            <pc:sldMk cId="2073403413" sldId="270"/>
            <ac:picMk id="10" creationId="{667804E6-901E-3F8A-8E71-F3840CE73713}"/>
          </ac:picMkLst>
        </pc:picChg>
      </pc:sldChg>
      <pc:sldChg chg="addSp delSp modSp add mod modShow modNotesTx">
        <pc:chgData name="Ronnel D. Palenzuela" userId="27216d6f-a712-48da-bcb2-613e4bc945ac" providerId="ADAL" clId="{16FF8E01-DE24-0F4F-A559-943D670B7764}" dt="2024-08-15T06:12:31.924" v="2533" actId="729"/>
        <pc:sldMkLst>
          <pc:docMk/>
          <pc:sldMk cId="2406508294" sldId="271"/>
        </pc:sldMkLst>
        <pc:spChg chg="mod">
          <ac:chgData name="Ronnel D. Palenzuela" userId="27216d6f-a712-48da-bcb2-613e4bc945ac" providerId="ADAL" clId="{16FF8E01-DE24-0F4F-A559-943D670B7764}" dt="2024-08-14T15:45:04.117" v="1046" actId="20577"/>
          <ac:spMkLst>
            <pc:docMk/>
            <pc:sldMk cId="2406508294" sldId="271"/>
            <ac:spMk id="3" creationId="{F9E9654B-D8E5-22CA-371A-57FADD13842B}"/>
          </ac:spMkLst>
        </pc:spChg>
        <pc:spChg chg="add del">
          <ac:chgData name="Ronnel D. Palenzuela" userId="27216d6f-a712-48da-bcb2-613e4bc945ac" providerId="ADAL" clId="{16FF8E01-DE24-0F4F-A559-943D670B7764}" dt="2024-08-14T15:35:02.613" v="915" actId="22"/>
          <ac:spMkLst>
            <pc:docMk/>
            <pc:sldMk cId="2406508294" sldId="271"/>
            <ac:spMk id="5" creationId="{4142F3C9-0F99-D487-F109-5D1080BCD242}"/>
          </ac:spMkLst>
        </pc:spChg>
        <pc:spChg chg="add mod">
          <ac:chgData name="Ronnel D. Palenzuela" userId="27216d6f-a712-48da-bcb2-613e4bc945ac" providerId="ADAL" clId="{16FF8E01-DE24-0F4F-A559-943D670B7764}" dt="2024-08-14T15:35:21.596" v="919" actId="1076"/>
          <ac:spMkLst>
            <pc:docMk/>
            <pc:sldMk cId="2406508294" sldId="271"/>
            <ac:spMk id="7" creationId="{59101826-B0CF-114B-0320-F5905D2B047C}"/>
          </ac:spMkLst>
        </pc:spChg>
        <pc:picChg chg="del">
          <ac:chgData name="Ronnel D. Palenzuela" userId="27216d6f-a712-48da-bcb2-613e4bc945ac" providerId="ADAL" clId="{16FF8E01-DE24-0F4F-A559-943D670B7764}" dt="2024-08-14T15:34:53.519" v="911" actId="478"/>
          <ac:picMkLst>
            <pc:docMk/>
            <pc:sldMk cId="2406508294" sldId="271"/>
            <ac:picMk id="8" creationId="{7628CA4E-3E92-F09C-D2FD-C46202C5E649}"/>
          </ac:picMkLst>
        </pc:picChg>
        <pc:picChg chg="del">
          <ac:chgData name="Ronnel D. Palenzuela" userId="27216d6f-a712-48da-bcb2-613e4bc945ac" providerId="ADAL" clId="{16FF8E01-DE24-0F4F-A559-943D670B7764}" dt="2024-08-14T15:34:52.857" v="910" actId="478"/>
          <ac:picMkLst>
            <pc:docMk/>
            <pc:sldMk cId="2406508294" sldId="271"/>
            <ac:picMk id="9" creationId="{FFA2BE38-0E04-5FB6-310F-C9B71C57486B}"/>
          </ac:picMkLst>
        </pc:picChg>
        <pc:picChg chg="del">
          <ac:chgData name="Ronnel D. Palenzuela" userId="27216d6f-a712-48da-bcb2-613e4bc945ac" providerId="ADAL" clId="{16FF8E01-DE24-0F4F-A559-943D670B7764}" dt="2024-08-14T15:34:53.775" v="912" actId="478"/>
          <ac:picMkLst>
            <pc:docMk/>
            <pc:sldMk cId="2406508294" sldId="271"/>
            <ac:picMk id="10" creationId="{667804E6-901E-3F8A-8E71-F3840CE73713}"/>
          </ac:picMkLst>
        </pc:picChg>
        <pc:picChg chg="add del mod">
          <ac:chgData name="Ronnel D. Palenzuela" userId="27216d6f-a712-48da-bcb2-613e4bc945ac" providerId="ADAL" clId="{16FF8E01-DE24-0F4F-A559-943D670B7764}" dt="2024-08-14T15:40:56.703" v="965" actId="478"/>
          <ac:picMkLst>
            <pc:docMk/>
            <pc:sldMk cId="2406508294" sldId="271"/>
            <ac:picMk id="11" creationId="{7451C57A-98EA-DF71-2373-89D7F90904CF}"/>
          </ac:picMkLst>
        </pc:picChg>
      </pc:sldChg>
      <pc:sldChg chg="add del">
        <pc:chgData name="Ronnel D. Palenzuela" userId="27216d6f-a712-48da-bcb2-613e4bc945ac" providerId="ADAL" clId="{16FF8E01-DE24-0F4F-A559-943D670B7764}" dt="2024-08-14T04:37:36.180" v="138" actId="2696"/>
        <pc:sldMkLst>
          <pc:docMk/>
          <pc:sldMk cId="4120804606" sldId="271"/>
        </pc:sldMkLst>
      </pc:sldChg>
      <pc:sldChg chg="add del">
        <pc:chgData name="Ronnel D. Palenzuela" userId="27216d6f-a712-48da-bcb2-613e4bc945ac" providerId="ADAL" clId="{16FF8E01-DE24-0F4F-A559-943D670B7764}" dt="2024-08-14T04:37:36.180" v="138" actId="2696"/>
        <pc:sldMkLst>
          <pc:docMk/>
          <pc:sldMk cId="2005021045" sldId="272"/>
        </pc:sldMkLst>
      </pc:sldChg>
      <pc:sldChg chg="modSp add mod modShow modNotesTx">
        <pc:chgData name="Ronnel D. Palenzuela" userId="27216d6f-a712-48da-bcb2-613e4bc945ac" providerId="ADAL" clId="{16FF8E01-DE24-0F4F-A559-943D670B7764}" dt="2024-08-15T06:12:31.924" v="2533" actId="729"/>
        <pc:sldMkLst>
          <pc:docMk/>
          <pc:sldMk cId="2217730064" sldId="272"/>
        </pc:sldMkLst>
        <pc:spChg chg="mod">
          <ac:chgData name="Ronnel D. Palenzuela" userId="27216d6f-a712-48da-bcb2-613e4bc945ac" providerId="ADAL" clId="{16FF8E01-DE24-0F4F-A559-943D670B7764}" dt="2024-08-14T15:59:35.416" v="1316" actId="11"/>
          <ac:spMkLst>
            <pc:docMk/>
            <pc:sldMk cId="2217730064" sldId="272"/>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716507679" sldId="273"/>
        </pc:sldMkLst>
      </pc:sldChg>
      <pc:sldChg chg="modSp add mod ord modShow modNotesTx">
        <pc:chgData name="Ronnel D. Palenzuela" userId="27216d6f-a712-48da-bcb2-613e4bc945ac" providerId="ADAL" clId="{16FF8E01-DE24-0F4F-A559-943D670B7764}" dt="2024-08-15T06:12:31.924" v="2533" actId="729"/>
        <pc:sldMkLst>
          <pc:docMk/>
          <pc:sldMk cId="1773650369" sldId="273"/>
        </pc:sldMkLst>
        <pc:spChg chg="mod">
          <ac:chgData name="Ronnel D. Palenzuela" userId="27216d6f-a712-48da-bcb2-613e4bc945ac" providerId="ADAL" clId="{16FF8E01-DE24-0F4F-A559-943D670B7764}" dt="2024-08-14T15:59:48.974" v="1318" actId="11"/>
          <ac:spMkLst>
            <pc:docMk/>
            <pc:sldMk cId="1773650369" sldId="273"/>
            <ac:spMk id="3" creationId="{F9E9654B-D8E5-22CA-371A-57FADD13842B}"/>
          </ac:spMkLst>
        </pc:spChg>
      </pc:sldChg>
      <pc:sldChg chg="add del ord">
        <pc:chgData name="Ronnel D. Palenzuela" userId="27216d6f-a712-48da-bcb2-613e4bc945ac" providerId="ADAL" clId="{16FF8E01-DE24-0F4F-A559-943D670B7764}" dt="2024-08-14T16:09:44.931" v="1436" actId="2696"/>
        <pc:sldMkLst>
          <pc:docMk/>
          <pc:sldMk cId="415108391" sldId="274"/>
        </pc:sldMkLst>
      </pc:sldChg>
      <pc:sldChg chg="addSp modSp add mod modNotesTx">
        <pc:chgData name="Ronnel D. Palenzuela" userId="27216d6f-a712-48da-bcb2-613e4bc945ac" providerId="ADAL" clId="{16FF8E01-DE24-0F4F-A559-943D670B7764}" dt="2024-08-14T17:35:56.996" v="2348" actId="207"/>
        <pc:sldMkLst>
          <pc:docMk/>
          <pc:sldMk cId="3520817057" sldId="274"/>
        </pc:sldMkLst>
        <pc:spChg chg="mod">
          <ac:chgData name="Ronnel D. Palenzuela" userId="27216d6f-a712-48da-bcb2-613e4bc945ac" providerId="ADAL" clId="{16FF8E01-DE24-0F4F-A559-943D670B7764}" dt="2024-08-14T16:34:48.838" v="1740" actId="1076"/>
          <ac:spMkLst>
            <pc:docMk/>
            <pc:sldMk cId="3520817057" sldId="274"/>
            <ac:spMk id="2" creationId="{4B9DC0FD-E73C-26A6-891F-61B461076958}"/>
          </ac:spMkLst>
        </pc:spChg>
        <pc:spChg chg="add mod">
          <ac:chgData name="Ronnel D. Palenzuela" userId="27216d6f-a712-48da-bcb2-613e4bc945ac" providerId="ADAL" clId="{16FF8E01-DE24-0F4F-A559-943D670B7764}" dt="2024-08-14T17:35:56.996" v="2348" actId="207"/>
          <ac:spMkLst>
            <pc:docMk/>
            <pc:sldMk cId="3520817057" sldId="274"/>
            <ac:spMk id="4" creationId="{02334A40-A4A9-25FE-DC7A-9B1C1C6A0886}"/>
          </ac:spMkLst>
        </pc:spChg>
      </pc:sldChg>
      <pc:sldChg chg="addSp delSp modSp add del mod">
        <pc:chgData name="Ronnel D. Palenzuela" userId="27216d6f-a712-48da-bcb2-613e4bc945ac" providerId="ADAL" clId="{16FF8E01-DE24-0F4F-A559-943D670B7764}" dt="2024-08-14T16:15:45.956" v="1532" actId="2696"/>
        <pc:sldMkLst>
          <pc:docMk/>
          <pc:sldMk cId="2172138736" sldId="275"/>
        </pc:sldMkLst>
        <pc:spChg chg="mod">
          <ac:chgData name="Ronnel D. Palenzuela" userId="27216d6f-a712-48da-bcb2-613e4bc945ac" providerId="ADAL" clId="{16FF8E01-DE24-0F4F-A559-943D670B7764}" dt="2024-08-14T16:15:14.648" v="1524" actId="20577"/>
          <ac:spMkLst>
            <pc:docMk/>
            <pc:sldMk cId="2172138736" sldId="275"/>
            <ac:spMk id="2" creationId="{1FD87645-D8E6-23DE-A822-448BF1054783}"/>
          </ac:spMkLst>
        </pc:spChg>
        <pc:spChg chg="mod">
          <ac:chgData name="Ronnel D. Palenzuela" userId="27216d6f-a712-48da-bcb2-613e4bc945ac" providerId="ADAL" clId="{16FF8E01-DE24-0F4F-A559-943D670B7764}" dt="2024-08-14T16:15:40.915" v="1531"/>
          <ac:spMkLst>
            <pc:docMk/>
            <pc:sldMk cId="2172138736" sldId="275"/>
            <ac:spMk id="3" creationId="{F9E9654B-D8E5-22CA-371A-57FADD13842B}"/>
          </ac:spMkLst>
        </pc:spChg>
        <pc:picChg chg="add del mod">
          <ac:chgData name="Ronnel D. Palenzuela" userId="27216d6f-a712-48da-bcb2-613e4bc945ac" providerId="ADAL" clId="{16FF8E01-DE24-0F4F-A559-943D670B7764}" dt="2024-08-14T16:15:16.283" v="1525" actId="478"/>
          <ac:picMkLst>
            <pc:docMk/>
            <pc:sldMk cId="2172138736" sldId="275"/>
            <ac:picMk id="4" creationId="{3DD2775A-1217-7607-D818-9986C2B95701}"/>
          </ac:picMkLst>
        </pc:picChg>
        <pc:picChg chg="del">
          <ac:chgData name="Ronnel D. Palenzuela" userId="27216d6f-a712-48da-bcb2-613e4bc945ac" providerId="ADAL" clId="{16FF8E01-DE24-0F4F-A559-943D670B7764}" dt="2024-08-14T16:10:15.858" v="1472" actId="478"/>
          <ac:picMkLst>
            <pc:docMk/>
            <pc:sldMk cId="2172138736" sldId="275"/>
            <ac:picMk id="8" creationId="{7628CA4E-3E92-F09C-D2FD-C46202C5E649}"/>
          </ac:picMkLst>
        </pc:picChg>
        <pc:picChg chg="del">
          <ac:chgData name="Ronnel D. Palenzuela" userId="27216d6f-a712-48da-bcb2-613e4bc945ac" providerId="ADAL" clId="{16FF8E01-DE24-0F4F-A559-943D670B7764}" dt="2024-08-14T16:10:15.605" v="1471" actId="478"/>
          <ac:picMkLst>
            <pc:docMk/>
            <pc:sldMk cId="2172138736" sldId="275"/>
            <ac:picMk id="9" creationId="{FFA2BE38-0E04-5FB6-310F-C9B71C57486B}"/>
          </ac:picMkLst>
        </pc:picChg>
        <pc:picChg chg="del">
          <ac:chgData name="Ronnel D. Palenzuela" userId="27216d6f-a712-48da-bcb2-613e4bc945ac" providerId="ADAL" clId="{16FF8E01-DE24-0F4F-A559-943D670B7764}" dt="2024-08-14T16:10:16.066" v="1473" actId="478"/>
          <ac:picMkLst>
            <pc:docMk/>
            <pc:sldMk cId="2172138736" sldId="275"/>
            <ac:picMk id="10" creationId="{667804E6-901E-3F8A-8E71-F3840CE73713}"/>
          </ac:picMkLst>
        </pc:picChg>
      </pc:sldChg>
      <pc:sldChg chg="add del">
        <pc:chgData name="Ronnel D. Palenzuela" userId="27216d6f-a712-48da-bcb2-613e4bc945ac" providerId="ADAL" clId="{16FF8E01-DE24-0F4F-A559-943D670B7764}" dt="2024-08-14T04:37:36.180" v="138" actId="2696"/>
        <pc:sldMkLst>
          <pc:docMk/>
          <pc:sldMk cId="4070147815" sldId="275"/>
        </pc:sldMkLst>
      </pc:sldChg>
      <pc:sldChg chg="modSp add mod ord modNotesTx">
        <pc:chgData name="Ronnel D. Palenzuela" userId="27216d6f-a712-48da-bcb2-613e4bc945ac" providerId="ADAL" clId="{16FF8E01-DE24-0F4F-A559-943D670B7764}" dt="2024-08-14T16:34:54.089" v="1743" actId="20577"/>
        <pc:sldMkLst>
          <pc:docMk/>
          <pc:sldMk cId="2154677164" sldId="276"/>
        </pc:sldMkLst>
        <pc:spChg chg="mod">
          <ac:chgData name="Ronnel D. Palenzuela" userId="27216d6f-a712-48da-bcb2-613e4bc945ac" providerId="ADAL" clId="{16FF8E01-DE24-0F4F-A559-943D670B7764}" dt="2024-08-14T16:34:54.089" v="1743" actId="20577"/>
          <ac:spMkLst>
            <pc:docMk/>
            <pc:sldMk cId="2154677164" sldId="276"/>
            <ac:spMk id="2" creationId="{1FD87645-D8E6-23DE-A822-448BF1054783}"/>
          </ac:spMkLst>
        </pc:spChg>
        <pc:spChg chg="mod">
          <ac:chgData name="Ronnel D. Palenzuela" userId="27216d6f-a712-48da-bcb2-613e4bc945ac" providerId="ADAL" clId="{16FF8E01-DE24-0F4F-A559-943D670B7764}" dt="2024-08-14T16:15:04.817" v="1513" actId="207"/>
          <ac:spMkLst>
            <pc:docMk/>
            <pc:sldMk cId="2154677164" sldId="276"/>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3621742425" sldId="276"/>
        </pc:sldMkLst>
      </pc:sldChg>
      <pc:sldChg chg="add del">
        <pc:chgData name="Ronnel D. Palenzuela" userId="27216d6f-a712-48da-bcb2-613e4bc945ac" providerId="ADAL" clId="{16FF8E01-DE24-0F4F-A559-943D670B7764}" dt="2024-08-14T04:37:36.180" v="138" actId="2696"/>
        <pc:sldMkLst>
          <pc:docMk/>
          <pc:sldMk cId="908275361" sldId="277"/>
        </pc:sldMkLst>
      </pc:sldChg>
      <pc:sldChg chg="addSp delSp modSp add mod modNotesTx">
        <pc:chgData name="Ronnel D. Palenzuela" userId="27216d6f-a712-48da-bcb2-613e4bc945ac" providerId="ADAL" clId="{16FF8E01-DE24-0F4F-A559-943D670B7764}" dt="2024-08-14T16:24:40.231" v="1652"/>
        <pc:sldMkLst>
          <pc:docMk/>
          <pc:sldMk cId="1655093992" sldId="277"/>
        </pc:sldMkLst>
        <pc:spChg chg="mod">
          <ac:chgData name="Ronnel D. Palenzuela" userId="27216d6f-a712-48da-bcb2-613e4bc945ac" providerId="ADAL" clId="{16FF8E01-DE24-0F4F-A559-943D670B7764}" dt="2024-08-14T16:15:53.933" v="1548" actId="20577"/>
          <ac:spMkLst>
            <pc:docMk/>
            <pc:sldMk cId="1655093992" sldId="277"/>
            <ac:spMk id="2" creationId="{1FD87645-D8E6-23DE-A822-448BF1054783}"/>
          </ac:spMkLst>
        </pc:spChg>
        <pc:spChg chg="mod">
          <ac:chgData name="Ronnel D. Palenzuela" userId="27216d6f-a712-48da-bcb2-613e4bc945ac" providerId="ADAL" clId="{16FF8E01-DE24-0F4F-A559-943D670B7764}" dt="2024-08-14T16:16:03.761" v="1554" actId="207"/>
          <ac:spMkLst>
            <pc:docMk/>
            <pc:sldMk cId="1655093992" sldId="277"/>
            <ac:spMk id="3" creationId="{F9E9654B-D8E5-22CA-371A-57FADD13842B}"/>
          </ac:spMkLst>
        </pc:spChg>
        <pc:picChg chg="del">
          <ac:chgData name="Ronnel D. Palenzuela" userId="27216d6f-a712-48da-bcb2-613e4bc945ac" providerId="ADAL" clId="{16FF8E01-DE24-0F4F-A559-943D670B7764}" dt="2024-08-14T16:15:49.738" v="1534" actId="478"/>
          <ac:picMkLst>
            <pc:docMk/>
            <pc:sldMk cId="1655093992" sldId="277"/>
            <ac:picMk id="4" creationId="{3DD2775A-1217-7607-D818-9986C2B95701}"/>
          </ac:picMkLst>
        </pc:picChg>
        <pc:picChg chg="add mod">
          <ac:chgData name="Ronnel D. Palenzuela" userId="27216d6f-a712-48da-bcb2-613e4bc945ac" providerId="ADAL" clId="{16FF8E01-DE24-0F4F-A559-943D670B7764}" dt="2024-08-14T16:22:20.410" v="1645" actId="1076"/>
          <ac:picMkLst>
            <pc:docMk/>
            <pc:sldMk cId="1655093992" sldId="277"/>
            <ac:picMk id="5" creationId="{21F98874-7EDA-6F8F-7A52-E913F2501EF4}"/>
          </ac:picMkLst>
        </pc:picChg>
        <pc:picChg chg="add mod">
          <ac:chgData name="Ronnel D. Palenzuela" userId="27216d6f-a712-48da-bcb2-613e4bc945ac" providerId="ADAL" clId="{16FF8E01-DE24-0F4F-A559-943D670B7764}" dt="2024-08-14T16:22:19.327" v="1644" actId="1076"/>
          <ac:picMkLst>
            <pc:docMk/>
            <pc:sldMk cId="1655093992" sldId="277"/>
            <ac:picMk id="6" creationId="{AB87846A-7FEB-769F-7BA7-C9DDDB124761}"/>
          </ac:picMkLst>
        </pc:picChg>
      </pc:sldChg>
      <pc:sldChg chg="add del">
        <pc:chgData name="Ronnel D. Palenzuela" userId="27216d6f-a712-48da-bcb2-613e4bc945ac" providerId="ADAL" clId="{16FF8E01-DE24-0F4F-A559-943D670B7764}" dt="2024-08-14T04:37:36.180" v="138" actId="2696"/>
        <pc:sldMkLst>
          <pc:docMk/>
          <pc:sldMk cId="928633288" sldId="278"/>
        </pc:sldMkLst>
      </pc:sldChg>
      <pc:sldChg chg="addSp delSp modSp add mod modNotesTx">
        <pc:chgData name="Ronnel D. Palenzuela" userId="27216d6f-a712-48da-bcb2-613e4bc945ac" providerId="ADAL" clId="{16FF8E01-DE24-0F4F-A559-943D670B7764}" dt="2024-08-14T16:25:33.500" v="1670"/>
        <pc:sldMkLst>
          <pc:docMk/>
          <pc:sldMk cId="1084106175" sldId="278"/>
        </pc:sldMkLst>
        <pc:spChg chg="mod">
          <ac:chgData name="Ronnel D. Palenzuela" userId="27216d6f-a712-48da-bcb2-613e4bc945ac" providerId="ADAL" clId="{16FF8E01-DE24-0F4F-A559-943D670B7764}" dt="2024-08-14T16:16:15.683" v="1568" actId="20577"/>
          <ac:spMkLst>
            <pc:docMk/>
            <pc:sldMk cId="1084106175" sldId="278"/>
            <ac:spMk id="2" creationId="{1FD87645-D8E6-23DE-A822-448BF1054783}"/>
          </ac:spMkLst>
        </pc:spChg>
        <pc:spChg chg="mod">
          <ac:chgData name="Ronnel D. Palenzuela" userId="27216d6f-a712-48da-bcb2-613e4bc945ac" providerId="ADAL" clId="{16FF8E01-DE24-0F4F-A559-943D670B7764}" dt="2024-08-14T16:18:13.356" v="1628" actId="207"/>
          <ac:spMkLst>
            <pc:docMk/>
            <pc:sldMk cId="1084106175" sldId="278"/>
            <ac:spMk id="3" creationId="{F9E9654B-D8E5-22CA-371A-57FADD13842B}"/>
          </ac:spMkLst>
        </pc:spChg>
        <pc:spChg chg="add del">
          <ac:chgData name="Ronnel D. Palenzuela" userId="27216d6f-a712-48da-bcb2-613e4bc945ac" providerId="ADAL" clId="{16FF8E01-DE24-0F4F-A559-943D670B7764}" dt="2024-08-14T16:17:30.269" v="1608" actId="22"/>
          <ac:spMkLst>
            <pc:docMk/>
            <pc:sldMk cId="1084106175" sldId="278"/>
            <ac:spMk id="5" creationId="{161974CA-D17A-C7C9-D387-4B786DACE39F}"/>
          </ac:spMkLst>
        </pc:spChg>
        <pc:picChg chg="add mod">
          <ac:chgData name="Ronnel D. Palenzuela" userId="27216d6f-a712-48da-bcb2-613e4bc945ac" providerId="ADAL" clId="{16FF8E01-DE24-0F4F-A559-943D670B7764}" dt="2024-08-14T16:24:18.313" v="1650" actId="1076"/>
          <ac:picMkLst>
            <pc:docMk/>
            <pc:sldMk cId="1084106175" sldId="278"/>
            <ac:picMk id="6" creationId="{1DBAEE34-611C-C72E-D674-1D598742FCFC}"/>
          </ac:picMkLst>
        </pc:picChg>
      </pc:sldChg>
      <pc:sldChg chg="addSp delSp modSp add mod modNotesTx">
        <pc:chgData name="Ronnel D. Palenzuela" userId="27216d6f-a712-48da-bcb2-613e4bc945ac" providerId="ADAL" clId="{16FF8E01-DE24-0F4F-A559-943D670B7764}" dt="2024-08-14T16:28:49.228" v="1688" actId="1076"/>
        <pc:sldMkLst>
          <pc:docMk/>
          <pc:sldMk cId="562485659" sldId="279"/>
        </pc:sldMkLst>
        <pc:spChg chg="mod">
          <ac:chgData name="Ronnel D. Palenzuela" userId="27216d6f-a712-48da-bcb2-613e4bc945ac" providerId="ADAL" clId="{16FF8E01-DE24-0F4F-A559-943D670B7764}" dt="2024-08-14T16:16:20.804" v="1575" actId="20577"/>
          <ac:spMkLst>
            <pc:docMk/>
            <pc:sldMk cId="562485659" sldId="279"/>
            <ac:spMk id="2" creationId="{1FD87645-D8E6-23DE-A822-448BF1054783}"/>
          </ac:spMkLst>
        </pc:spChg>
        <pc:spChg chg="add del mod">
          <ac:chgData name="Ronnel D. Palenzuela" userId="27216d6f-a712-48da-bcb2-613e4bc945ac" providerId="ADAL" clId="{16FF8E01-DE24-0F4F-A559-943D670B7764}" dt="2024-08-14T16:18:17.416" v="1630" actId="207"/>
          <ac:spMkLst>
            <pc:docMk/>
            <pc:sldMk cId="562485659" sldId="279"/>
            <ac:spMk id="3" creationId="{F9E9654B-D8E5-22CA-371A-57FADD13842B}"/>
          </ac:spMkLst>
        </pc:spChg>
        <pc:spChg chg="add del mod">
          <ac:chgData name="Ronnel D. Palenzuela" userId="27216d6f-a712-48da-bcb2-613e4bc945ac" providerId="ADAL" clId="{16FF8E01-DE24-0F4F-A559-943D670B7764}" dt="2024-08-14T16:17:08.500" v="1600" actId="478"/>
          <ac:spMkLst>
            <pc:docMk/>
            <pc:sldMk cId="562485659" sldId="279"/>
            <ac:spMk id="5" creationId="{C512883A-C3F1-9C1D-1BC0-B118C33FB485}"/>
          </ac:spMkLst>
        </pc:spChg>
        <pc:picChg chg="add mod">
          <ac:chgData name="Ronnel D. Palenzuela" userId="27216d6f-a712-48da-bcb2-613e4bc945ac" providerId="ADAL" clId="{16FF8E01-DE24-0F4F-A559-943D670B7764}" dt="2024-08-14T16:28:47.407" v="1687" actId="1076"/>
          <ac:picMkLst>
            <pc:docMk/>
            <pc:sldMk cId="562485659" sldId="279"/>
            <ac:picMk id="6" creationId="{25F73CC1-53BA-4567-E3BA-1C63F2D9CE93}"/>
          </ac:picMkLst>
        </pc:picChg>
        <pc:picChg chg="add mod">
          <ac:chgData name="Ronnel D. Palenzuela" userId="27216d6f-a712-48da-bcb2-613e4bc945ac" providerId="ADAL" clId="{16FF8E01-DE24-0F4F-A559-943D670B7764}" dt="2024-08-14T16:28:49.228" v="1688" actId="1076"/>
          <ac:picMkLst>
            <pc:docMk/>
            <pc:sldMk cId="562485659" sldId="279"/>
            <ac:picMk id="7" creationId="{3FAF6F31-D00C-5848-28EC-E4192A65B293}"/>
          </ac:picMkLst>
        </pc:picChg>
      </pc:sldChg>
      <pc:sldChg chg="add del">
        <pc:chgData name="Ronnel D. Palenzuela" userId="27216d6f-a712-48da-bcb2-613e4bc945ac" providerId="ADAL" clId="{16FF8E01-DE24-0F4F-A559-943D670B7764}" dt="2024-08-14T04:37:36.180" v="138" actId="2696"/>
        <pc:sldMkLst>
          <pc:docMk/>
          <pc:sldMk cId="2220697961" sldId="279"/>
        </pc:sldMkLst>
      </pc:sldChg>
      <pc:sldChg chg="addSp modSp add mod modNotesTx">
        <pc:chgData name="Ronnel D. Palenzuela" userId="27216d6f-a712-48da-bcb2-613e4bc945ac" providerId="ADAL" clId="{16FF8E01-DE24-0F4F-A559-943D670B7764}" dt="2024-08-14T17:09:09.590" v="2182"/>
        <pc:sldMkLst>
          <pc:docMk/>
          <pc:sldMk cId="2101055377" sldId="280"/>
        </pc:sldMkLst>
        <pc:spChg chg="mod">
          <ac:chgData name="Ronnel D. Palenzuela" userId="27216d6f-a712-48da-bcb2-613e4bc945ac" providerId="ADAL" clId="{16FF8E01-DE24-0F4F-A559-943D670B7764}" dt="2024-08-14T16:16:29.753" v="1592" actId="20577"/>
          <ac:spMkLst>
            <pc:docMk/>
            <pc:sldMk cId="2101055377" sldId="280"/>
            <ac:spMk id="2" creationId="{1FD87645-D8E6-23DE-A822-448BF1054783}"/>
          </ac:spMkLst>
        </pc:spChg>
        <pc:spChg chg="mod">
          <ac:chgData name="Ronnel D. Palenzuela" userId="27216d6f-a712-48da-bcb2-613e4bc945ac" providerId="ADAL" clId="{16FF8E01-DE24-0F4F-A559-943D670B7764}" dt="2024-08-14T16:18:21.161" v="1632" actId="207"/>
          <ac:spMkLst>
            <pc:docMk/>
            <pc:sldMk cId="2101055377" sldId="280"/>
            <ac:spMk id="3" creationId="{F9E9654B-D8E5-22CA-371A-57FADD13842B}"/>
          </ac:spMkLst>
        </pc:spChg>
        <pc:picChg chg="add mod">
          <ac:chgData name="Ronnel D. Palenzuela" userId="27216d6f-a712-48da-bcb2-613e4bc945ac" providerId="ADAL" clId="{16FF8E01-DE24-0F4F-A559-943D670B7764}" dt="2024-08-14T16:30:09.396" v="1697" actId="1076"/>
          <ac:picMkLst>
            <pc:docMk/>
            <pc:sldMk cId="2101055377" sldId="280"/>
            <ac:picMk id="4" creationId="{B5ABF6ED-2604-A356-F8D2-8A031F072FC1}"/>
          </ac:picMkLst>
        </pc:picChg>
        <pc:picChg chg="add mod">
          <ac:chgData name="Ronnel D. Palenzuela" userId="27216d6f-a712-48da-bcb2-613e4bc945ac" providerId="ADAL" clId="{16FF8E01-DE24-0F4F-A559-943D670B7764}" dt="2024-08-14T16:30:09.396" v="1697" actId="1076"/>
          <ac:picMkLst>
            <pc:docMk/>
            <pc:sldMk cId="2101055377" sldId="280"/>
            <ac:picMk id="5" creationId="{EE318E40-1124-8135-1738-B9359FE81254}"/>
          </ac:picMkLst>
        </pc:picChg>
      </pc:sldChg>
      <pc:sldChg chg="add del">
        <pc:chgData name="Ronnel D. Palenzuela" userId="27216d6f-a712-48da-bcb2-613e4bc945ac" providerId="ADAL" clId="{16FF8E01-DE24-0F4F-A559-943D670B7764}" dt="2024-08-14T04:37:36.180" v="138" actId="2696"/>
        <pc:sldMkLst>
          <pc:docMk/>
          <pc:sldMk cId="2456681114" sldId="280"/>
        </pc:sldMkLst>
      </pc:sldChg>
      <pc:sldChg chg="add del">
        <pc:chgData name="Ronnel D. Palenzuela" userId="27216d6f-a712-48da-bcb2-613e4bc945ac" providerId="ADAL" clId="{16FF8E01-DE24-0F4F-A559-943D670B7764}" dt="2024-08-14T04:37:36.180" v="138" actId="2696"/>
        <pc:sldMkLst>
          <pc:docMk/>
          <pc:sldMk cId="1557213172" sldId="281"/>
        </pc:sldMkLst>
      </pc:sldChg>
      <pc:sldChg chg="addSp modSp add mod ord modNotesTx">
        <pc:chgData name="Ronnel D. Palenzuela" userId="27216d6f-a712-48da-bcb2-613e4bc945ac" providerId="ADAL" clId="{16FF8E01-DE24-0F4F-A559-943D670B7764}" dt="2024-08-14T17:09:31.130" v="2186"/>
        <pc:sldMkLst>
          <pc:docMk/>
          <pc:sldMk cId="4052999246" sldId="281"/>
        </pc:sldMkLst>
        <pc:spChg chg="mod">
          <ac:chgData name="Ronnel D. Palenzuela" userId="27216d6f-a712-48da-bcb2-613e4bc945ac" providerId="ADAL" clId="{16FF8E01-DE24-0F4F-A559-943D670B7764}" dt="2024-08-14T16:16:42.177" v="1594"/>
          <ac:spMkLst>
            <pc:docMk/>
            <pc:sldMk cId="4052999246" sldId="281"/>
            <ac:spMk id="2" creationId="{1FD87645-D8E6-23DE-A822-448BF1054783}"/>
          </ac:spMkLst>
        </pc:spChg>
        <pc:spChg chg="mod">
          <ac:chgData name="Ronnel D. Palenzuela" userId="27216d6f-a712-48da-bcb2-613e4bc945ac" providerId="ADAL" clId="{16FF8E01-DE24-0F4F-A559-943D670B7764}" dt="2024-08-14T16:18:25.511" v="1634" actId="207"/>
          <ac:spMkLst>
            <pc:docMk/>
            <pc:sldMk cId="4052999246" sldId="281"/>
            <ac:spMk id="3" creationId="{F9E9654B-D8E5-22CA-371A-57FADD13842B}"/>
          </ac:spMkLst>
        </pc:spChg>
        <pc:picChg chg="add mod">
          <ac:chgData name="Ronnel D. Palenzuela" userId="27216d6f-a712-48da-bcb2-613e4bc945ac" providerId="ADAL" clId="{16FF8E01-DE24-0F4F-A559-943D670B7764}" dt="2024-08-14T16:31:29.020" v="1716" actId="1076"/>
          <ac:picMkLst>
            <pc:docMk/>
            <pc:sldMk cId="4052999246" sldId="281"/>
            <ac:picMk id="4" creationId="{5548C54F-301E-DCA9-21D7-E0AD96A9FA43}"/>
          </ac:picMkLst>
        </pc:picChg>
        <pc:picChg chg="add mod">
          <ac:chgData name="Ronnel D. Palenzuela" userId="27216d6f-a712-48da-bcb2-613e4bc945ac" providerId="ADAL" clId="{16FF8E01-DE24-0F4F-A559-943D670B7764}" dt="2024-08-14T16:31:30.328" v="1717" actId="1076"/>
          <ac:picMkLst>
            <pc:docMk/>
            <pc:sldMk cId="4052999246" sldId="281"/>
            <ac:picMk id="5" creationId="{89C006CD-3837-CB39-23CD-A101C01CDA91}"/>
          </ac:picMkLst>
        </pc:picChg>
      </pc:sldChg>
      <pc:sldChg chg="add del">
        <pc:chgData name="Ronnel D. Palenzuela" userId="27216d6f-a712-48da-bcb2-613e4bc945ac" providerId="ADAL" clId="{16FF8E01-DE24-0F4F-A559-943D670B7764}" dt="2024-08-14T04:37:36.180" v="138" actId="2696"/>
        <pc:sldMkLst>
          <pc:docMk/>
          <pc:sldMk cId="296683317" sldId="282"/>
        </pc:sldMkLst>
      </pc:sldChg>
      <pc:sldChg chg="addSp delSp modSp add mod ord">
        <pc:chgData name="Ronnel D. Palenzuela" userId="27216d6f-a712-48da-bcb2-613e4bc945ac" providerId="ADAL" clId="{16FF8E01-DE24-0F4F-A559-943D670B7764}" dt="2024-08-14T16:58:26.475" v="2121" actId="20577"/>
        <pc:sldMkLst>
          <pc:docMk/>
          <pc:sldMk cId="3651396270" sldId="282"/>
        </pc:sldMkLst>
        <pc:spChg chg="mod">
          <ac:chgData name="Ronnel D. Palenzuela" userId="27216d6f-a712-48da-bcb2-613e4bc945ac" providerId="ADAL" clId="{16FF8E01-DE24-0F4F-A559-943D670B7764}" dt="2024-08-14T16:38:16.616" v="1763" actId="20577"/>
          <ac:spMkLst>
            <pc:docMk/>
            <pc:sldMk cId="3651396270" sldId="282"/>
            <ac:spMk id="2" creationId="{1FD87645-D8E6-23DE-A822-448BF1054783}"/>
          </ac:spMkLst>
        </pc:spChg>
        <pc:spChg chg="mod">
          <ac:chgData name="Ronnel D. Palenzuela" userId="27216d6f-a712-48da-bcb2-613e4bc945ac" providerId="ADAL" clId="{16FF8E01-DE24-0F4F-A559-943D670B7764}" dt="2024-08-14T16:58:26.475" v="2121" actId="20577"/>
          <ac:spMkLst>
            <pc:docMk/>
            <pc:sldMk cId="3651396270" sldId="282"/>
            <ac:spMk id="3" creationId="{F9E9654B-D8E5-22CA-371A-57FADD13842B}"/>
          </ac:spMkLst>
        </pc:spChg>
        <pc:picChg chg="del">
          <ac:chgData name="Ronnel D. Palenzuela" userId="27216d6f-a712-48da-bcb2-613e4bc945ac" providerId="ADAL" clId="{16FF8E01-DE24-0F4F-A559-943D670B7764}" dt="2024-08-14T16:33:50.779" v="1722" actId="478"/>
          <ac:picMkLst>
            <pc:docMk/>
            <pc:sldMk cId="3651396270" sldId="282"/>
            <ac:picMk id="4" creationId="{3DD2775A-1217-7607-D818-9986C2B95701}"/>
          </ac:picMkLst>
        </pc:picChg>
        <pc:picChg chg="add del mod">
          <ac:chgData name="Ronnel D. Palenzuela" userId="27216d6f-a712-48da-bcb2-613e4bc945ac" providerId="ADAL" clId="{16FF8E01-DE24-0F4F-A559-943D670B7764}" dt="2024-08-14T16:33:57.413" v="1726" actId="478"/>
          <ac:picMkLst>
            <pc:docMk/>
            <pc:sldMk cId="3651396270" sldId="282"/>
            <ac:picMk id="5" creationId="{5C4865FA-8A85-CD96-7E00-91EA3C1322EA}"/>
          </ac:picMkLst>
        </pc:picChg>
        <pc:picChg chg="add mod">
          <ac:chgData name="Ronnel D. Palenzuela" userId="27216d6f-a712-48da-bcb2-613e4bc945ac" providerId="ADAL" clId="{16FF8E01-DE24-0F4F-A559-943D670B7764}" dt="2024-08-14T16:37:32.689" v="1754" actId="1076"/>
          <ac:picMkLst>
            <pc:docMk/>
            <pc:sldMk cId="3651396270" sldId="282"/>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993575964" sldId="283"/>
        </pc:sldMkLst>
      </pc:sldChg>
      <pc:sldChg chg="addSp delSp modSp add mod modNotesTx">
        <pc:chgData name="Ronnel D. Palenzuela" userId="27216d6f-a712-48da-bcb2-613e4bc945ac" providerId="ADAL" clId="{16FF8E01-DE24-0F4F-A559-943D670B7764}" dt="2024-08-14T17:02:26.342" v="2138"/>
        <pc:sldMkLst>
          <pc:docMk/>
          <pc:sldMk cId="3162599194" sldId="283"/>
        </pc:sldMkLst>
        <pc:spChg chg="mod">
          <ac:chgData name="Ronnel D. Palenzuela" userId="27216d6f-a712-48da-bcb2-613e4bc945ac" providerId="ADAL" clId="{16FF8E01-DE24-0F4F-A559-943D670B7764}" dt="2024-08-14T16:47:28.766" v="1822"/>
          <ac:spMkLst>
            <pc:docMk/>
            <pc:sldMk cId="3162599194" sldId="283"/>
            <ac:spMk id="2" creationId="{1FD87645-D8E6-23DE-A822-448BF1054783}"/>
          </ac:spMkLst>
        </pc:spChg>
        <pc:spChg chg="mod">
          <ac:chgData name="Ronnel D. Palenzuela" userId="27216d6f-a712-48da-bcb2-613e4bc945ac" providerId="ADAL" clId="{16FF8E01-DE24-0F4F-A559-943D670B7764}" dt="2024-08-14T16:52:16.070" v="1994" actId="207"/>
          <ac:spMkLst>
            <pc:docMk/>
            <pc:sldMk cId="3162599194" sldId="283"/>
            <ac:spMk id="3" creationId="{F9E9654B-D8E5-22CA-371A-57FADD13842B}"/>
          </ac:spMkLst>
        </pc:spChg>
        <pc:spChg chg="add mod">
          <ac:chgData name="Ronnel D. Palenzuela" userId="27216d6f-a712-48da-bcb2-613e4bc945ac" providerId="ADAL" clId="{16FF8E01-DE24-0F4F-A559-943D670B7764}" dt="2024-08-14T16:57:40.683" v="2117" actId="1076"/>
          <ac:spMkLst>
            <pc:docMk/>
            <pc:sldMk cId="3162599194" sldId="283"/>
            <ac:spMk id="4" creationId="{B086C906-76C1-C80B-2402-3CD150AED030}"/>
          </ac:spMkLst>
        </pc:spChg>
        <pc:spChg chg="add mod">
          <ac:chgData name="Ronnel D. Palenzuela" userId="27216d6f-a712-48da-bcb2-613e4bc945ac" providerId="ADAL" clId="{16FF8E01-DE24-0F4F-A559-943D670B7764}" dt="2024-08-14T16:52:23.273" v="2000" actId="113"/>
          <ac:spMkLst>
            <pc:docMk/>
            <pc:sldMk cId="3162599194" sldId="283"/>
            <ac:spMk id="5" creationId="{374C59D7-230E-26A4-3307-5D188332993A}"/>
          </ac:spMkLst>
        </pc:spChg>
        <pc:picChg chg="del">
          <ac:chgData name="Ronnel D. Palenzuela" userId="27216d6f-a712-48da-bcb2-613e4bc945ac" providerId="ADAL" clId="{16FF8E01-DE24-0F4F-A559-943D670B7764}" dt="2024-08-14T16:39:23.886" v="1788" actId="478"/>
          <ac:picMkLst>
            <pc:docMk/>
            <pc:sldMk cId="3162599194" sldId="283"/>
            <ac:picMk id="6" creationId="{FB4307CA-B2C0-91D7-AC3C-D22C8F2AE28E}"/>
          </ac:picMkLst>
        </pc:picChg>
      </pc:sldChg>
      <pc:sldChg chg="delSp modSp add del mod">
        <pc:chgData name="Ronnel D. Palenzuela" userId="27216d6f-a712-48da-bcb2-613e4bc945ac" providerId="ADAL" clId="{16FF8E01-DE24-0F4F-A559-943D670B7764}" dt="2024-08-14T16:52:56.130" v="2002" actId="2696"/>
        <pc:sldMkLst>
          <pc:docMk/>
          <pc:sldMk cId="476145324" sldId="284"/>
        </pc:sldMkLst>
        <pc:spChg chg="mod">
          <ac:chgData name="Ronnel D. Palenzuela" userId="27216d6f-a712-48da-bcb2-613e4bc945ac" providerId="ADAL" clId="{16FF8E01-DE24-0F4F-A559-943D670B7764}" dt="2024-08-14T16:39:28.295" v="1798" actId="20577"/>
          <ac:spMkLst>
            <pc:docMk/>
            <pc:sldMk cId="476145324" sldId="284"/>
            <ac:spMk id="2" creationId="{1FD87645-D8E6-23DE-A822-448BF1054783}"/>
          </ac:spMkLst>
        </pc:spChg>
        <pc:picChg chg="del">
          <ac:chgData name="Ronnel D. Palenzuela" userId="27216d6f-a712-48da-bcb2-613e4bc945ac" providerId="ADAL" clId="{16FF8E01-DE24-0F4F-A559-943D670B7764}" dt="2024-08-14T16:39:22.241" v="1787" actId="478"/>
          <ac:picMkLst>
            <pc:docMk/>
            <pc:sldMk cId="476145324" sldId="284"/>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1253337562" sldId="284"/>
        </pc:sldMkLst>
      </pc:sldChg>
      <pc:sldChg chg="add del">
        <pc:chgData name="Ronnel D. Palenzuela" userId="27216d6f-a712-48da-bcb2-613e4bc945ac" providerId="ADAL" clId="{16FF8E01-DE24-0F4F-A559-943D670B7764}" dt="2024-08-14T04:37:36.180" v="138" actId="2696"/>
        <pc:sldMkLst>
          <pc:docMk/>
          <pc:sldMk cId="2980579114" sldId="285"/>
        </pc:sldMkLst>
      </pc:sldChg>
      <pc:sldChg chg="modSp add del mod">
        <pc:chgData name="Ronnel D. Palenzuela" userId="27216d6f-a712-48da-bcb2-613e4bc945ac" providerId="ADAL" clId="{16FF8E01-DE24-0F4F-A559-943D670B7764}" dt="2024-08-14T16:55:44.538" v="2067" actId="2696"/>
        <pc:sldMkLst>
          <pc:docMk/>
          <pc:sldMk cId="3500652590" sldId="285"/>
        </pc:sldMkLst>
        <pc:spChg chg="mod">
          <ac:chgData name="Ronnel D. Palenzuela" userId="27216d6f-a712-48da-bcb2-613e4bc945ac" providerId="ADAL" clId="{16FF8E01-DE24-0F4F-A559-943D670B7764}" dt="2024-08-14T16:39:32.355" v="1805" actId="20577"/>
          <ac:spMkLst>
            <pc:docMk/>
            <pc:sldMk cId="3500652590" sldId="285"/>
            <ac:spMk id="2" creationId="{1FD87645-D8E6-23DE-A822-448BF1054783}"/>
          </ac:spMkLst>
        </pc:spChg>
      </pc:sldChg>
      <pc:sldChg chg="add del">
        <pc:chgData name="Ronnel D. Palenzuela" userId="27216d6f-a712-48da-bcb2-613e4bc945ac" providerId="ADAL" clId="{16FF8E01-DE24-0F4F-A559-943D670B7764}" dt="2024-08-14T04:37:36.180" v="138" actId="2696"/>
        <pc:sldMkLst>
          <pc:docMk/>
          <pc:sldMk cId="1581186720" sldId="286"/>
        </pc:sldMkLst>
      </pc:sldChg>
      <pc:sldChg chg="addSp delSp modSp add mod modNotesTx">
        <pc:chgData name="Ronnel D. Palenzuela" userId="27216d6f-a712-48da-bcb2-613e4bc945ac" providerId="ADAL" clId="{16FF8E01-DE24-0F4F-A559-943D670B7764}" dt="2024-08-14T17:04:33.737" v="2156" actId="1076"/>
        <pc:sldMkLst>
          <pc:docMk/>
          <pc:sldMk cId="1740139509" sldId="286"/>
        </pc:sldMkLst>
        <pc:spChg chg="mod">
          <ac:chgData name="Ronnel D. Palenzuela" userId="27216d6f-a712-48da-bcb2-613e4bc945ac" providerId="ADAL" clId="{16FF8E01-DE24-0F4F-A559-943D670B7764}" dt="2024-08-14T16:53:39.266" v="2019" actId="20577"/>
          <ac:spMkLst>
            <pc:docMk/>
            <pc:sldMk cId="1740139509" sldId="286"/>
            <ac:spMk id="2" creationId="{1FD87645-D8E6-23DE-A822-448BF1054783}"/>
          </ac:spMkLst>
        </pc:spChg>
        <pc:spChg chg="mod">
          <ac:chgData name="Ronnel D. Palenzuela" userId="27216d6f-a712-48da-bcb2-613e4bc945ac" providerId="ADAL" clId="{16FF8E01-DE24-0F4F-A559-943D670B7764}" dt="2024-08-14T16:54:54.289" v="2059" actId="27636"/>
          <ac:spMkLst>
            <pc:docMk/>
            <pc:sldMk cId="1740139509" sldId="286"/>
            <ac:spMk id="3" creationId="{F9E9654B-D8E5-22CA-371A-57FADD13842B}"/>
          </ac:spMkLst>
        </pc:spChg>
        <pc:spChg chg="mod">
          <ac:chgData name="Ronnel D. Palenzuela" userId="27216d6f-a712-48da-bcb2-613e4bc945ac" providerId="ADAL" clId="{16FF8E01-DE24-0F4F-A559-943D670B7764}" dt="2024-08-14T16:57:02.572" v="2104" actId="1076"/>
          <ac:spMkLst>
            <pc:docMk/>
            <pc:sldMk cId="1740139509" sldId="286"/>
            <ac:spMk id="4" creationId="{B086C906-76C1-C80B-2402-3CD150AED030}"/>
          </ac:spMkLst>
        </pc:spChg>
        <pc:spChg chg="del mod">
          <ac:chgData name="Ronnel D. Palenzuela" userId="27216d6f-a712-48da-bcb2-613e4bc945ac" providerId="ADAL" clId="{16FF8E01-DE24-0F4F-A559-943D670B7764}" dt="2024-08-14T16:54:29.712" v="2047" actId="478"/>
          <ac:spMkLst>
            <pc:docMk/>
            <pc:sldMk cId="1740139509" sldId="286"/>
            <ac:spMk id="5" creationId="{374C59D7-230E-26A4-3307-5D188332993A}"/>
          </ac:spMkLst>
        </pc:spChg>
        <pc:picChg chg="add mod">
          <ac:chgData name="Ronnel D. Palenzuela" userId="27216d6f-a712-48da-bcb2-613e4bc945ac" providerId="ADAL" clId="{16FF8E01-DE24-0F4F-A559-943D670B7764}" dt="2024-08-14T17:04:33.737" v="2156" actId="1076"/>
          <ac:picMkLst>
            <pc:docMk/>
            <pc:sldMk cId="1740139509" sldId="286"/>
            <ac:picMk id="6" creationId="{7355D678-29E7-A4B1-013E-B622157A0CE9}"/>
          </ac:picMkLst>
        </pc:picChg>
      </pc:sldChg>
      <pc:sldChg chg="addSp delSp modSp add mod ord modNotesTx">
        <pc:chgData name="Ronnel D. Palenzuela" userId="27216d6f-a712-48da-bcb2-613e4bc945ac" providerId="ADAL" clId="{16FF8E01-DE24-0F4F-A559-943D670B7764}" dt="2024-08-14T17:09:41.649" v="2189" actId="20578"/>
        <pc:sldMkLst>
          <pc:docMk/>
          <pc:sldMk cId="2244338286" sldId="287"/>
        </pc:sldMkLst>
        <pc:spChg chg="mod">
          <ac:chgData name="Ronnel D. Palenzuela" userId="27216d6f-a712-48da-bcb2-613e4bc945ac" providerId="ADAL" clId="{16FF8E01-DE24-0F4F-A559-943D670B7764}" dt="2024-08-14T16:55:51.174" v="2074" actId="20577"/>
          <ac:spMkLst>
            <pc:docMk/>
            <pc:sldMk cId="2244338286" sldId="287"/>
            <ac:spMk id="2" creationId="{1FD87645-D8E6-23DE-A822-448BF1054783}"/>
          </ac:spMkLst>
        </pc:spChg>
        <pc:spChg chg="mod">
          <ac:chgData name="Ronnel D. Palenzuela" userId="27216d6f-a712-48da-bcb2-613e4bc945ac" providerId="ADAL" clId="{16FF8E01-DE24-0F4F-A559-943D670B7764}" dt="2024-08-14T16:56:49.755" v="2102" actId="27636"/>
          <ac:spMkLst>
            <pc:docMk/>
            <pc:sldMk cId="2244338286" sldId="287"/>
            <ac:spMk id="3" creationId="{F9E9654B-D8E5-22CA-371A-57FADD13842B}"/>
          </ac:spMkLst>
        </pc:spChg>
        <pc:spChg chg="mod">
          <ac:chgData name="Ronnel D. Palenzuela" userId="27216d6f-a712-48da-bcb2-613e4bc945ac" providerId="ADAL" clId="{16FF8E01-DE24-0F4F-A559-943D670B7764}" dt="2024-08-14T16:57:17.574" v="2108" actId="1076"/>
          <ac:spMkLst>
            <pc:docMk/>
            <pc:sldMk cId="2244338286" sldId="287"/>
            <ac:spMk id="4" creationId="{B086C906-76C1-C80B-2402-3CD150AED030}"/>
          </ac:spMkLst>
        </pc:spChg>
        <pc:picChg chg="add del mod">
          <ac:chgData name="Ronnel D. Palenzuela" userId="27216d6f-a712-48da-bcb2-613e4bc945ac" providerId="ADAL" clId="{16FF8E01-DE24-0F4F-A559-943D670B7764}" dt="2024-08-14T17:06:20.306" v="2162" actId="478"/>
          <ac:picMkLst>
            <pc:docMk/>
            <pc:sldMk cId="2244338286" sldId="287"/>
            <ac:picMk id="5" creationId="{C84F9925-8BF0-7942-2733-4A5D508AEA7C}"/>
          </ac:picMkLst>
        </pc:picChg>
        <pc:picChg chg="add mod">
          <ac:chgData name="Ronnel D. Palenzuela" userId="27216d6f-a712-48da-bcb2-613e4bc945ac" providerId="ADAL" clId="{16FF8E01-DE24-0F4F-A559-943D670B7764}" dt="2024-08-14T17:07:53.726" v="2172" actId="1076"/>
          <ac:picMkLst>
            <pc:docMk/>
            <pc:sldMk cId="2244338286" sldId="287"/>
            <ac:picMk id="6" creationId="{FABA4C1D-2D18-55BC-C0A4-FFF3AFC35C03}"/>
          </ac:picMkLst>
        </pc:picChg>
        <pc:picChg chg="add mod">
          <ac:chgData name="Ronnel D. Palenzuela" userId="27216d6f-a712-48da-bcb2-613e4bc945ac" providerId="ADAL" clId="{16FF8E01-DE24-0F4F-A559-943D670B7764}" dt="2024-08-14T17:07:55.489" v="2173" actId="1076"/>
          <ac:picMkLst>
            <pc:docMk/>
            <pc:sldMk cId="2244338286" sldId="287"/>
            <ac:picMk id="7" creationId="{C43B6C84-21DD-D63D-908A-759A84CA71F1}"/>
          </ac:picMkLst>
        </pc:picChg>
      </pc:sldChg>
      <pc:sldChg chg="add del">
        <pc:chgData name="Ronnel D. Palenzuela" userId="27216d6f-a712-48da-bcb2-613e4bc945ac" providerId="ADAL" clId="{16FF8E01-DE24-0F4F-A559-943D670B7764}" dt="2024-08-14T04:37:36.180" v="138" actId="2696"/>
        <pc:sldMkLst>
          <pc:docMk/>
          <pc:sldMk cId="4278137860" sldId="287"/>
        </pc:sldMkLst>
      </pc:sldChg>
      <pc:sldChg chg="addSp delSp modSp add mod ord modNotesTx">
        <pc:chgData name="Ronnel D. Palenzuela" userId="27216d6f-a712-48da-bcb2-613e4bc945ac" providerId="ADAL" clId="{16FF8E01-DE24-0F4F-A559-943D670B7764}" dt="2024-08-15T02:15:44.096" v="2527" actId="20577"/>
        <pc:sldMkLst>
          <pc:docMk/>
          <pc:sldMk cId="2479479881" sldId="288"/>
        </pc:sldMkLst>
        <pc:spChg chg="mod">
          <ac:chgData name="Ronnel D. Palenzuela" userId="27216d6f-a712-48da-bcb2-613e4bc945ac" providerId="ADAL" clId="{16FF8E01-DE24-0F4F-A559-943D670B7764}" dt="2024-08-14T17:10:09.427" v="2193"/>
          <ac:spMkLst>
            <pc:docMk/>
            <pc:sldMk cId="2479479881" sldId="288"/>
            <ac:spMk id="2" creationId="{1FD87645-D8E6-23DE-A822-448BF1054783}"/>
          </ac:spMkLst>
        </pc:spChg>
        <pc:spChg chg="mod">
          <ac:chgData name="Ronnel D. Palenzuela" userId="27216d6f-a712-48da-bcb2-613e4bc945ac" providerId="ADAL" clId="{16FF8E01-DE24-0F4F-A559-943D670B7764}" dt="2024-08-15T02:15:44.096" v="2527" actId="20577"/>
          <ac:spMkLst>
            <pc:docMk/>
            <pc:sldMk cId="2479479881" sldId="288"/>
            <ac:spMk id="3" creationId="{F9E9654B-D8E5-22CA-371A-57FADD13842B}"/>
          </ac:spMkLst>
        </pc:spChg>
        <pc:picChg chg="add mod">
          <ac:chgData name="Ronnel D. Palenzuela" userId="27216d6f-a712-48da-bcb2-613e4bc945ac" providerId="ADAL" clId="{16FF8E01-DE24-0F4F-A559-943D670B7764}" dt="2024-08-14T17:24:50.208" v="2303" actId="1076"/>
          <ac:picMkLst>
            <pc:docMk/>
            <pc:sldMk cId="2479479881" sldId="288"/>
            <ac:picMk id="4" creationId="{AF7B02EF-789B-13F1-37A8-FD2A27B92C39}"/>
          </ac:picMkLst>
        </pc:picChg>
        <pc:picChg chg="add mod">
          <ac:chgData name="Ronnel D. Palenzuela" userId="27216d6f-a712-48da-bcb2-613e4bc945ac" providerId="ADAL" clId="{16FF8E01-DE24-0F4F-A559-943D670B7764}" dt="2024-08-14T17:24:49.104" v="2302" actId="1076"/>
          <ac:picMkLst>
            <pc:docMk/>
            <pc:sldMk cId="2479479881" sldId="288"/>
            <ac:picMk id="5" creationId="{D6307E59-5ABC-0E69-DD46-32B7DC644359}"/>
          </ac:picMkLst>
        </pc:picChg>
        <pc:picChg chg="del">
          <ac:chgData name="Ronnel D. Palenzuela" userId="27216d6f-a712-48da-bcb2-613e4bc945ac" providerId="ADAL" clId="{16FF8E01-DE24-0F4F-A559-943D670B7764}" dt="2024-08-14T17:10:50.216" v="2201" actId="478"/>
          <ac:picMkLst>
            <pc:docMk/>
            <pc:sldMk cId="2479479881" sldId="288"/>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3972629357" sldId="288"/>
        </pc:sldMkLst>
      </pc:sldChg>
      <pc:sldChg chg="addSp delSp modSp add mod modNotesTx">
        <pc:chgData name="Ronnel D. Palenzuela" userId="27216d6f-a712-48da-bcb2-613e4bc945ac" providerId="ADAL" clId="{16FF8E01-DE24-0F4F-A559-943D670B7764}" dt="2024-08-15T03:52:08.349" v="2531" actId="20577"/>
        <pc:sldMkLst>
          <pc:docMk/>
          <pc:sldMk cId="1306085031" sldId="289"/>
        </pc:sldMkLst>
        <pc:spChg chg="mod">
          <ac:chgData name="Ronnel D. Palenzuela" userId="27216d6f-a712-48da-bcb2-613e4bc945ac" providerId="ADAL" clId="{16FF8E01-DE24-0F4F-A559-943D670B7764}" dt="2024-08-14T17:10:29.110" v="2196" actId="20577"/>
          <ac:spMkLst>
            <pc:docMk/>
            <pc:sldMk cId="1306085031" sldId="289"/>
            <ac:spMk id="2" creationId="{1FD87645-D8E6-23DE-A822-448BF1054783}"/>
          </ac:spMkLst>
        </pc:spChg>
        <pc:spChg chg="mod">
          <ac:chgData name="Ronnel D. Palenzuela" userId="27216d6f-a712-48da-bcb2-613e4bc945ac" providerId="ADAL" clId="{16FF8E01-DE24-0F4F-A559-943D670B7764}" dt="2024-08-15T03:52:08.349" v="2531" actId="20577"/>
          <ac:spMkLst>
            <pc:docMk/>
            <pc:sldMk cId="1306085031" sldId="289"/>
            <ac:spMk id="3" creationId="{F9E9654B-D8E5-22CA-371A-57FADD13842B}"/>
          </ac:spMkLst>
        </pc:spChg>
        <pc:picChg chg="add mod">
          <ac:chgData name="Ronnel D. Palenzuela" userId="27216d6f-a712-48da-bcb2-613e4bc945ac" providerId="ADAL" clId="{16FF8E01-DE24-0F4F-A559-943D670B7764}" dt="2024-08-14T17:28:52.052" v="2320" actId="1076"/>
          <ac:picMkLst>
            <pc:docMk/>
            <pc:sldMk cId="1306085031" sldId="289"/>
            <ac:picMk id="4" creationId="{348B68C4-CC0D-0D98-D64F-7F073EC0550F}"/>
          </ac:picMkLst>
        </pc:picChg>
        <pc:picChg chg="add del mod">
          <ac:chgData name="Ronnel D. Palenzuela" userId="27216d6f-a712-48da-bcb2-613e4bc945ac" providerId="ADAL" clId="{16FF8E01-DE24-0F4F-A559-943D670B7764}" dt="2024-08-14T17:34:52.342" v="2323" actId="478"/>
          <ac:picMkLst>
            <pc:docMk/>
            <pc:sldMk cId="1306085031" sldId="289"/>
            <ac:picMk id="5" creationId="{514E46FE-484E-F430-4A44-43DE9197FE51}"/>
          </ac:picMkLst>
        </pc:picChg>
        <pc:picChg chg="del">
          <ac:chgData name="Ronnel D. Palenzuela" userId="27216d6f-a712-48da-bcb2-613e4bc945ac" providerId="ADAL" clId="{16FF8E01-DE24-0F4F-A559-943D670B7764}" dt="2024-08-14T17:10:48.048" v="2199" actId="478"/>
          <ac:picMkLst>
            <pc:docMk/>
            <pc:sldMk cId="1306085031" sldId="289"/>
            <ac:picMk id="6" creationId="{FB4307CA-B2C0-91D7-AC3C-D22C8F2AE28E}"/>
          </ac:picMkLst>
        </pc:picChg>
        <pc:picChg chg="add mod">
          <ac:chgData name="Ronnel D. Palenzuela" userId="27216d6f-a712-48da-bcb2-613e4bc945ac" providerId="ADAL" clId="{16FF8E01-DE24-0F4F-A559-943D670B7764}" dt="2024-08-14T17:34:57.159" v="2326" actId="1076"/>
          <ac:picMkLst>
            <pc:docMk/>
            <pc:sldMk cId="1306085031" sldId="289"/>
            <ac:picMk id="7" creationId="{EA60A796-7362-0FE0-7118-D1172B57B748}"/>
          </ac:picMkLst>
        </pc:picChg>
      </pc:sldChg>
      <pc:sldChg chg="add del">
        <pc:chgData name="Ronnel D. Palenzuela" userId="27216d6f-a712-48da-bcb2-613e4bc945ac" providerId="ADAL" clId="{16FF8E01-DE24-0F4F-A559-943D670B7764}" dt="2024-08-14T04:37:36.180" v="138" actId="2696"/>
        <pc:sldMkLst>
          <pc:docMk/>
          <pc:sldMk cId="2990164252" sldId="289"/>
        </pc:sldMkLst>
      </pc:sldChg>
      <pc:sldChg chg="addSp delSp modSp add mod">
        <pc:chgData name="Ronnel D. Palenzuela" userId="27216d6f-a712-48da-bcb2-613e4bc945ac" providerId="ADAL" clId="{16FF8E01-DE24-0F4F-A559-943D670B7764}" dt="2024-08-14T17:50:12.782" v="2526" actId="207"/>
        <pc:sldMkLst>
          <pc:docMk/>
          <pc:sldMk cId="926710605" sldId="290"/>
        </pc:sldMkLst>
        <pc:spChg chg="mod">
          <ac:chgData name="Ronnel D. Palenzuela" userId="27216d6f-a712-48da-bcb2-613e4bc945ac" providerId="ADAL" clId="{16FF8E01-DE24-0F4F-A559-943D670B7764}" dt="2024-08-14T17:13:25.130" v="2214" actId="20577"/>
          <ac:spMkLst>
            <pc:docMk/>
            <pc:sldMk cId="926710605" sldId="290"/>
            <ac:spMk id="2" creationId="{1FD87645-D8E6-23DE-A822-448BF1054783}"/>
          </ac:spMkLst>
        </pc:spChg>
        <pc:spChg chg="mod">
          <ac:chgData name="Ronnel D. Palenzuela" userId="27216d6f-a712-48da-bcb2-613e4bc945ac" providerId="ADAL" clId="{16FF8E01-DE24-0F4F-A559-943D670B7764}" dt="2024-08-14T17:50:12.782" v="2526" actId="207"/>
          <ac:spMkLst>
            <pc:docMk/>
            <pc:sldMk cId="926710605" sldId="290"/>
            <ac:spMk id="3" creationId="{F9E9654B-D8E5-22CA-371A-57FADD13842B}"/>
          </ac:spMkLst>
        </pc:spChg>
        <pc:picChg chg="add del mod">
          <ac:chgData name="Ronnel D. Palenzuela" userId="27216d6f-a712-48da-bcb2-613e4bc945ac" providerId="ADAL" clId="{16FF8E01-DE24-0F4F-A559-943D670B7764}" dt="2024-08-14T17:16:19.870" v="2228" actId="478"/>
          <ac:picMkLst>
            <pc:docMk/>
            <pc:sldMk cId="926710605" sldId="290"/>
            <ac:picMk id="4" creationId="{EDC21406-25B3-5E1C-5A7A-A71E21C74D60}"/>
          </ac:picMkLst>
        </pc:picChg>
        <pc:picChg chg="add del mod">
          <ac:chgData name="Ronnel D. Palenzuela" userId="27216d6f-a712-48da-bcb2-613e4bc945ac" providerId="ADAL" clId="{16FF8E01-DE24-0F4F-A559-943D670B7764}" dt="2024-08-14T17:41:36.468" v="2400" actId="1076"/>
          <ac:picMkLst>
            <pc:docMk/>
            <pc:sldMk cId="926710605" sldId="290"/>
            <ac:picMk id="5" creationId="{6F24035F-763D-2A44-9E4D-3B3AB777BA78}"/>
          </ac:picMkLst>
        </pc:picChg>
        <pc:picChg chg="del">
          <ac:chgData name="Ronnel D. Palenzuela" userId="27216d6f-a712-48da-bcb2-613e4bc945ac" providerId="ADAL" clId="{16FF8E01-DE24-0F4F-A559-943D670B7764}" dt="2024-08-14T17:10:49.106" v="2200" actId="478"/>
          <ac:picMkLst>
            <pc:docMk/>
            <pc:sldMk cId="926710605" sldId="290"/>
            <ac:picMk id="6" creationId="{FB4307CA-B2C0-91D7-AC3C-D22C8F2AE28E}"/>
          </ac:picMkLst>
        </pc:picChg>
        <pc:picChg chg="add mod">
          <ac:chgData name="Ronnel D. Palenzuela" userId="27216d6f-a712-48da-bcb2-613e4bc945ac" providerId="ADAL" clId="{16FF8E01-DE24-0F4F-A559-943D670B7764}" dt="2024-08-14T17:41:43.973" v="2401" actId="1076"/>
          <ac:picMkLst>
            <pc:docMk/>
            <pc:sldMk cId="926710605" sldId="290"/>
            <ac:picMk id="7" creationId="{5A1661AD-4B34-6DA1-9F77-CE678239C894}"/>
          </ac:picMkLst>
        </pc:picChg>
        <pc:picChg chg="add mod">
          <ac:chgData name="Ronnel D. Palenzuela" userId="27216d6f-a712-48da-bcb2-613e4bc945ac" providerId="ADAL" clId="{16FF8E01-DE24-0F4F-A559-943D670B7764}" dt="2024-08-14T17:41:32.404" v="2398" actId="1076"/>
          <ac:picMkLst>
            <pc:docMk/>
            <pc:sldMk cId="926710605" sldId="290"/>
            <ac:picMk id="8" creationId="{E4E637F6-DB44-DC58-477A-29220CC8DA04}"/>
          </ac:picMkLst>
        </pc:picChg>
      </pc:sldChg>
      <pc:sldChg chg="add del">
        <pc:chgData name="Ronnel D. Palenzuela" userId="27216d6f-a712-48da-bcb2-613e4bc945ac" providerId="ADAL" clId="{16FF8E01-DE24-0F4F-A559-943D670B7764}" dt="2024-08-14T04:37:36.180" v="138" actId="2696"/>
        <pc:sldMkLst>
          <pc:docMk/>
          <pc:sldMk cId="1111498698" sldId="290"/>
        </pc:sldMkLst>
      </pc:sldChg>
      <pc:sldChg chg="addSp delSp modSp add mod modNotesTx">
        <pc:chgData name="Ronnel D. Palenzuela" userId="27216d6f-a712-48da-bcb2-613e4bc945ac" providerId="ADAL" clId="{16FF8E01-DE24-0F4F-A559-943D670B7764}" dt="2024-08-14T17:48:56.991" v="2524" actId="1076"/>
        <pc:sldMkLst>
          <pc:docMk/>
          <pc:sldMk cId="234676306" sldId="291"/>
        </pc:sldMkLst>
        <pc:spChg chg="mod">
          <ac:chgData name="Ronnel D. Palenzuela" userId="27216d6f-a712-48da-bcb2-613e4bc945ac" providerId="ADAL" clId="{16FF8E01-DE24-0F4F-A559-943D670B7764}" dt="2024-08-14T17:18:52.390" v="2243" actId="20577"/>
          <ac:spMkLst>
            <pc:docMk/>
            <pc:sldMk cId="234676306" sldId="291"/>
            <ac:spMk id="2" creationId="{1FD87645-D8E6-23DE-A822-448BF1054783}"/>
          </ac:spMkLst>
        </pc:spChg>
        <pc:spChg chg="mod">
          <ac:chgData name="Ronnel D. Palenzuela" userId="27216d6f-a712-48da-bcb2-613e4bc945ac" providerId="ADAL" clId="{16FF8E01-DE24-0F4F-A559-943D670B7764}" dt="2024-08-14T17:44:12.036" v="2474" actId="20577"/>
          <ac:spMkLst>
            <pc:docMk/>
            <pc:sldMk cId="234676306" sldId="291"/>
            <ac:spMk id="3" creationId="{F9E9654B-D8E5-22CA-371A-57FADD13842B}"/>
          </ac:spMkLst>
        </pc:spChg>
        <pc:picChg chg="add mod">
          <ac:chgData name="Ronnel D. Palenzuela" userId="27216d6f-a712-48da-bcb2-613e4bc945ac" providerId="ADAL" clId="{16FF8E01-DE24-0F4F-A559-943D670B7764}" dt="2024-08-14T17:48:56.991" v="2524" actId="1076"/>
          <ac:picMkLst>
            <pc:docMk/>
            <pc:sldMk cId="234676306" sldId="291"/>
            <ac:picMk id="4" creationId="{77B54F2E-F3FD-7965-C9AC-7AD3C16CC21A}"/>
          </ac:picMkLst>
        </pc:picChg>
        <pc:picChg chg="del">
          <ac:chgData name="Ronnel D. Palenzuela" userId="27216d6f-a712-48da-bcb2-613e4bc945ac" providerId="ADAL" clId="{16FF8E01-DE24-0F4F-A559-943D670B7764}" dt="2024-08-14T17:43:01.527" v="2455" actId="478"/>
          <ac:picMkLst>
            <pc:docMk/>
            <pc:sldMk cId="234676306" sldId="291"/>
            <ac:picMk id="5" creationId="{6F24035F-763D-2A44-9E4D-3B3AB777BA78}"/>
          </ac:picMkLst>
        </pc:picChg>
        <pc:picChg chg="add del mod">
          <ac:chgData name="Ronnel D. Palenzuela" userId="27216d6f-a712-48da-bcb2-613e4bc945ac" providerId="ADAL" clId="{16FF8E01-DE24-0F4F-A559-943D670B7764}" dt="2024-08-14T17:47:51.981" v="2508" actId="478"/>
          <ac:picMkLst>
            <pc:docMk/>
            <pc:sldMk cId="234676306" sldId="291"/>
            <ac:picMk id="6" creationId="{50F79B71-AA73-A4EC-42FF-95E9F8E1747A}"/>
          </ac:picMkLst>
        </pc:picChg>
        <pc:picChg chg="add mod">
          <ac:chgData name="Ronnel D. Palenzuela" userId="27216d6f-a712-48da-bcb2-613e4bc945ac" providerId="ADAL" clId="{16FF8E01-DE24-0F4F-A559-943D670B7764}" dt="2024-08-14T17:48:51.118" v="2520" actId="1076"/>
          <ac:picMkLst>
            <pc:docMk/>
            <pc:sldMk cId="234676306" sldId="291"/>
            <ac:picMk id="7" creationId="{BFFCD08C-39CF-85D4-AFAB-20D06151775B}"/>
          </ac:picMkLst>
        </pc:picChg>
        <pc:picChg chg="add mod">
          <ac:chgData name="Ronnel D. Palenzuela" userId="27216d6f-a712-48da-bcb2-613e4bc945ac" providerId="ADAL" clId="{16FF8E01-DE24-0F4F-A559-943D670B7764}" dt="2024-08-14T17:48:55.627" v="2522" actId="1076"/>
          <ac:picMkLst>
            <pc:docMk/>
            <pc:sldMk cId="234676306" sldId="291"/>
            <ac:picMk id="8" creationId="{94650D83-6F61-D6E5-506A-5BEBD5E1B8C5}"/>
          </ac:picMkLst>
        </pc:picChg>
      </pc:sldChg>
      <pc:sldChg chg="add del">
        <pc:chgData name="Ronnel D. Palenzuela" userId="27216d6f-a712-48da-bcb2-613e4bc945ac" providerId="ADAL" clId="{16FF8E01-DE24-0F4F-A559-943D670B7764}" dt="2024-08-14T04:37:36.180" v="138" actId="2696"/>
        <pc:sldMkLst>
          <pc:docMk/>
          <pc:sldMk cId="815011119" sldId="291"/>
        </pc:sldMkLst>
      </pc:sldChg>
      <pc:sldMasterChg chg="modSldLayout">
        <pc:chgData name="Ronnel D. Palenzuela" userId="27216d6f-a712-48da-bcb2-613e4bc945ac" providerId="ADAL" clId="{16FF8E01-DE24-0F4F-A559-943D670B7764}" dt="2024-08-14T16:14:03.102" v="1502" actId="20577"/>
        <pc:sldMasterMkLst>
          <pc:docMk/>
          <pc:sldMasterMk cId="651270159" sldId="2147483648"/>
        </pc:sldMasterMkLst>
        <pc:sldLayoutChg chg="modSp mod">
          <pc:chgData name="Ronnel D. Palenzuela" userId="27216d6f-a712-48da-bcb2-613e4bc945ac" providerId="ADAL" clId="{16FF8E01-DE24-0F4F-A559-943D670B7764}" dt="2024-08-14T16:13:56.324" v="1498" actId="20577"/>
          <pc:sldLayoutMkLst>
            <pc:docMk/>
            <pc:sldMasterMk cId="651270159" sldId="2147483648"/>
            <pc:sldLayoutMk cId="2921653432" sldId="2147483649"/>
          </pc:sldLayoutMkLst>
          <pc:spChg chg="mod">
            <ac:chgData name="Ronnel D. Palenzuela" userId="27216d6f-a712-48da-bcb2-613e4bc945ac" providerId="ADAL" clId="{16FF8E01-DE24-0F4F-A559-943D670B7764}" dt="2024-08-14T16:13:56.324" v="1498" actId="20577"/>
            <ac:spMkLst>
              <pc:docMk/>
              <pc:sldMasterMk cId="651270159" sldId="2147483648"/>
              <pc:sldLayoutMk cId="2921653432" sldId="2147483649"/>
              <ac:spMk id="14" creationId="{D0B6F2F1-CE07-6C53-35DD-423B006969A2}"/>
            </ac:spMkLst>
          </pc:spChg>
        </pc:sldLayoutChg>
        <pc:sldLayoutChg chg="modSp mod">
          <pc:chgData name="Ronnel D. Palenzuela" userId="27216d6f-a712-48da-bcb2-613e4bc945ac" providerId="ADAL" clId="{16FF8E01-DE24-0F4F-A559-943D670B7764}" dt="2024-08-14T16:13:59.827" v="1500" actId="20577"/>
          <pc:sldLayoutMkLst>
            <pc:docMk/>
            <pc:sldMasterMk cId="651270159" sldId="2147483648"/>
            <pc:sldLayoutMk cId="414239045" sldId="2147483650"/>
          </pc:sldLayoutMkLst>
          <pc:spChg chg="mod">
            <ac:chgData name="Ronnel D. Palenzuela" userId="27216d6f-a712-48da-bcb2-613e4bc945ac" providerId="ADAL" clId="{16FF8E01-DE24-0F4F-A559-943D670B7764}" dt="2024-08-14T16:13:59.827" v="1500" actId="20577"/>
            <ac:spMkLst>
              <pc:docMk/>
              <pc:sldMasterMk cId="651270159" sldId="2147483648"/>
              <pc:sldLayoutMk cId="414239045" sldId="2147483650"/>
              <ac:spMk id="8" creationId="{A20CEFFD-1670-10A5-7ED4-7F9703262EA1}"/>
            </ac:spMkLst>
          </pc:spChg>
        </pc:sldLayoutChg>
        <pc:sldLayoutChg chg="modSp mod">
          <pc:chgData name="Ronnel D. Palenzuela" userId="27216d6f-a712-48da-bcb2-613e4bc945ac" providerId="ADAL" clId="{16FF8E01-DE24-0F4F-A559-943D670B7764}" dt="2024-08-14T16:14:03.102" v="1502" actId="20577"/>
          <pc:sldLayoutMkLst>
            <pc:docMk/>
            <pc:sldMasterMk cId="651270159" sldId="2147483648"/>
            <pc:sldLayoutMk cId="2618641526" sldId="2147483653"/>
          </pc:sldLayoutMkLst>
          <pc:spChg chg="mod">
            <ac:chgData name="Ronnel D. Palenzuela" userId="27216d6f-a712-48da-bcb2-613e4bc945ac" providerId="ADAL" clId="{16FF8E01-DE24-0F4F-A559-943D670B7764}" dt="2024-08-14T16:14:03.102" v="1502" actId="20577"/>
            <ac:spMkLst>
              <pc:docMk/>
              <pc:sldMasterMk cId="651270159" sldId="2147483648"/>
              <pc:sldLayoutMk cId="2618641526" sldId="2147483653"/>
              <ac:spMk id="11" creationId="{3E084DDE-82D5-F74F-6486-DED2612274CD}"/>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99358-0554-3345-871D-48A6BABEE3E1}" type="datetimeFigureOut">
              <a:rPr lang="en-US" smtClean="0"/>
              <a:t>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6209C-F82F-8948-8964-C389942C0FEE}" type="slidenum">
              <a:rPr lang="en-US" smtClean="0"/>
              <a:t>‹#›</a:t>
            </a:fld>
            <a:endParaRPr lang="en-US"/>
          </a:p>
        </p:txBody>
      </p:sp>
    </p:spTree>
    <p:extLst>
      <p:ext uri="{BB962C8B-B14F-4D97-AF65-F5344CB8AC3E}">
        <p14:creationId xmlns:p14="http://schemas.microsoft.com/office/powerpoint/2010/main" val="418401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2</a:t>
            </a:fld>
            <a:endParaRPr lang="en-US"/>
          </a:p>
        </p:txBody>
      </p:sp>
    </p:spTree>
    <p:extLst>
      <p:ext uri="{BB962C8B-B14F-4D97-AF65-F5344CB8AC3E}">
        <p14:creationId xmlns:p14="http://schemas.microsoft.com/office/powerpoint/2010/main" val="2098978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A9E2-A7EA-588A-0989-192370A8B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81387-3D73-8980-5D2A-73476C43F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623A8-712A-B110-E067-01180BA1D9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2CCFFC-3AEF-F363-0BF9-A80400415B72}"/>
              </a:ext>
            </a:extLst>
          </p:cNvPr>
          <p:cNvSpPr>
            <a:spLocks noGrp="1"/>
          </p:cNvSpPr>
          <p:nvPr>
            <p:ph type="sldNum" sz="quarter" idx="5"/>
          </p:nvPr>
        </p:nvSpPr>
        <p:spPr/>
        <p:txBody>
          <a:bodyPr/>
          <a:lstStyle/>
          <a:p>
            <a:fld id="{C976209C-F82F-8948-8964-C389942C0FEE}" type="slidenum">
              <a:rPr lang="en-US" smtClean="0"/>
              <a:t>13</a:t>
            </a:fld>
            <a:endParaRPr lang="en-US"/>
          </a:p>
        </p:txBody>
      </p:sp>
    </p:spTree>
    <p:extLst>
      <p:ext uri="{BB962C8B-B14F-4D97-AF65-F5344CB8AC3E}">
        <p14:creationId xmlns:p14="http://schemas.microsoft.com/office/powerpoint/2010/main" val="52562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50C11-CB71-6945-AD3A-4B9086D66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98394-BF2C-3CE6-2379-463CBBAB7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099AA-D888-EE2A-844F-87EDE7D852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5F5D6C-9CEA-68B8-A3F8-7EA5DCF65C64}"/>
              </a:ext>
            </a:extLst>
          </p:cNvPr>
          <p:cNvSpPr>
            <a:spLocks noGrp="1"/>
          </p:cNvSpPr>
          <p:nvPr>
            <p:ph type="sldNum" sz="quarter" idx="5"/>
          </p:nvPr>
        </p:nvSpPr>
        <p:spPr/>
        <p:txBody>
          <a:bodyPr/>
          <a:lstStyle/>
          <a:p>
            <a:fld id="{C976209C-F82F-8948-8964-C389942C0FEE}" type="slidenum">
              <a:rPr lang="en-US" smtClean="0"/>
              <a:t>14</a:t>
            </a:fld>
            <a:endParaRPr lang="en-US"/>
          </a:p>
        </p:txBody>
      </p:sp>
    </p:spTree>
    <p:extLst>
      <p:ext uri="{BB962C8B-B14F-4D97-AF65-F5344CB8AC3E}">
        <p14:creationId xmlns:p14="http://schemas.microsoft.com/office/powerpoint/2010/main" val="2081137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8151-919E-3EB8-6B5A-96C0236FC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28618-B335-0F2F-216D-1C0657220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57758-DD94-C42F-5639-11EFF41D25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C572EC-4E1E-477B-0F11-3183621FEC3F}"/>
              </a:ext>
            </a:extLst>
          </p:cNvPr>
          <p:cNvSpPr>
            <a:spLocks noGrp="1"/>
          </p:cNvSpPr>
          <p:nvPr>
            <p:ph type="sldNum" sz="quarter" idx="5"/>
          </p:nvPr>
        </p:nvSpPr>
        <p:spPr/>
        <p:txBody>
          <a:bodyPr/>
          <a:lstStyle/>
          <a:p>
            <a:fld id="{C976209C-F82F-8948-8964-C389942C0FEE}" type="slidenum">
              <a:rPr lang="en-US" smtClean="0"/>
              <a:t>15</a:t>
            </a:fld>
            <a:endParaRPr lang="en-US"/>
          </a:p>
        </p:txBody>
      </p:sp>
    </p:spTree>
    <p:extLst>
      <p:ext uri="{BB962C8B-B14F-4D97-AF65-F5344CB8AC3E}">
        <p14:creationId xmlns:p14="http://schemas.microsoft.com/office/powerpoint/2010/main" val="1188091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76209C-F82F-8948-8964-C389942C0FEE}" type="slidenum">
              <a:rPr lang="en-US" smtClean="0"/>
              <a:t>16</a:t>
            </a:fld>
            <a:endParaRPr lang="en-US"/>
          </a:p>
        </p:txBody>
      </p:sp>
    </p:spTree>
    <p:extLst>
      <p:ext uri="{BB962C8B-B14F-4D97-AF65-F5344CB8AC3E}">
        <p14:creationId xmlns:p14="http://schemas.microsoft.com/office/powerpoint/2010/main" val="2160805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B4EC-143A-12BD-9CEE-88B66F307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ED8FD-89D3-3829-9C12-8F504C3D5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A169C-EA9F-F15A-82EB-284494AB9D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9AD6AD-4D69-DC64-6E2D-530B1650D90F}"/>
              </a:ext>
            </a:extLst>
          </p:cNvPr>
          <p:cNvSpPr>
            <a:spLocks noGrp="1"/>
          </p:cNvSpPr>
          <p:nvPr>
            <p:ph type="sldNum" sz="quarter" idx="5"/>
          </p:nvPr>
        </p:nvSpPr>
        <p:spPr/>
        <p:txBody>
          <a:bodyPr/>
          <a:lstStyle/>
          <a:p>
            <a:fld id="{C976209C-F82F-8948-8964-C389942C0FEE}" type="slidenum">
              <a:rPr lang="en-US" smtClean="0"/>
              <a:t>17</a:t>
            </a:fld>
            <a:endParaRPr lang="en-US"/>
          </a:p>
        </p:txBody>
      </p:sp>
    </p:spTree>
    <p:extLst>
      <p:ext uri="{BB962C8B-B14F-4D97-AF65-F5344CB8AC3E}">
        <p14:creationId xmlns:p14="http://schemas.microsoft.com/office/powerpoint/2010/main" val="2112915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12C22-F289-EA0C-5B44-D37A942B2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C3CC2-F970-4C64-5BB1-932AC9977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C85F8-7406-DC9B-6904-65A2E56B89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65B495-CC3A-3378-7457-0E977E8A2D1E}"/>
              </a:ext>
            </a:extLst>
          </p:cNvPr>
          <p:cNvSpPr>
            <a:spLocks noGrp="1"/>
          </p:cNvSpPr>
          <p:nvPr>
            <p:ph type="sldNum" sz="quarter" idx="5"/>
          </p:nvPr>
        </p:nvSpPr>
        <p:spPr/>
        <p:txBody>
          <a:bodyPr/>
          <a:lstStyle/>
          <a:p>
            <a:fld id="{C976209C-F82F-8948-8964-C389942C0FEE}" type="slidenum">
              <a:rPr lang="en-US" smtClean="0"/>
              <a:t>18</a:t>
            </a:fld>
            <a:endParaRPr lang="en-US"/>
          </a:p>
        </p:txBody>
      </p:sp>
    </p:spTree>
    <p:extLst>
      <p:ext uri="{BB962C8B-B14F-4D97-AF65-F5344CB8AC3E}">
        <p14:creationId xmlns:p14="http://schemas.microsoft.com/office/powerpoint/2010/main" val="2121104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CE94-B7AC-630B-56A7-9C9B6FCC5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0BCD4-60B4-0C91-B18C-ABF6F5D54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85923A-BB2C-F00A-D7CF-65ACF0DF30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60378C-0FDD-2492-1C39-31C1AE20FB67}"/>
              </a:ext>
            </a:extLst>
          </p:cNvPr>
          <p:cNvSpPr>
            <a:spLocks noGrp="1"/>
          </p:cNvSpPr>
          <p:nvPr>
            <p:ph type="sldNum" sz="quarter" idx="5"/>
          </p:nvPr>
        </p:nvSpPr>
        <p:spPr/>
        <p:txBody>
          <a:bodyPr/>
          <a:lstStyle/>
          <a:p>
            <a:fld id="{C976209C-F82F-8948-8964-C389942C0FEE}" type="slidenum">
              <a:rPr lang="en-US" smtClean="0"/>
              <a:t>19</a:t>
            </a:fld>
            <a:endParaRPr lang="en-US"/>
          </a:p>
        </p:txBody>
      </p:sp>
    </p:spTree>
    <p:extLst>
      <p:ext uri="{BB962C8B-B14F-4D97-AF65-F5344CB8AC3E}">
        <p14:creationId xmlns:p14="http://schemas.microsoft.com/office/powerpoint/2010/main" val="697098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38A9-EE13-3FD3-FB4E-F9A8437E9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6146F-CA64-8D56-9D30-D685CEFEF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D4AA1-44C3-1A1E-87B9-0757D10991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6BB083-95AA-A8D8-DF18-0624385AA9A3}"/>
              </a:ext>
            </a:extLst>
          </p:cNvPr>
          <p:cNvSpPr>
            <a:spLocks noGrp="1"/>
          </p:cNvSpPr>
          <p:nvPr>
            <p:ph type="sldNum" sz="quarter" idx="5"/>
          </p:nvPr>
        </p:nvSpPr>
        <p:spPr/>
        <p:txBody>
          <a:bodyPr/>
          <a:lstStyle/>
          <a:p>
            <a:fld id="{C976209C-F82F-8948-8964-C389942C0FEE}" type="slidenum">
              <a:rPr lang="en-US" smtClean="0"/>
              <a:t>20</a:t>
            </a:fld>
            <a:endParaRPr lang="en-US"/>
          </a:p>
        </p:txBody>
      </p:sp>
    </p:spTree>
    <p:extLst>
      <p:ext uri="{BB962C8B-B14F-4D97-AF65-F5344CB8AC3E}">
        <p14:creationId xmlns:p14="http://schemas.microsoft.com/office/powerpoint/2010/main" val="2147219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17AE-9197-9F0E-0F33-5D84614D4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26C9D-7AF3-1021-18BC-ACADE0F3F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2A7A0-7A78-1E67-1380-CA31A68374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B7E583-83F4-F946-72CA-BD578BC0B70D}"/>
              </a:ext>
            </a:extLst>
          </p:cNvPr>
          <p:cNvSpPr>
            <a:spLocks noGrp="1"/>
          </p:cNvSpPr>
          <p:nvPr>
            <p:ph type="sldNum" sz="quarter" idx="5"/>
          </p:nvPr>
        </p:nvSpPr>
        <p:spPr/>
        <p:txBody>
          <a:bodyPr/>
          <a:lstStyle/>
          <a:p>
            <a:fld id="{C976209C-F82F-8948-8964-C389942C0FEE}" type="slidenum">
              <a:rPr lang="en-US" smtClean="0"/>
              <a:t>21</a:t>
            </a:fld>
            <a:endParaRPr lang="en-US"/>
          </a:p>
        </p:txBody>
      </p:sp>
    </p:spTree>
    <p:extLst>
      <p:ext uri="{BB962C8B-B14F-4D97-AF65-F5344CB8AC3E}">
        <p14:creationId xmlns:p14="http://schemas.microsoft.com/office/powerpoint/2010/main" val="3076609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D43FF-8C8A-DA5F-3A3A-FB347B071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6E6A6-D196-0800-532F-C0CEA31BE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33109-925B-14C2-A1C5-1C1D56A4F8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674B4A-49BF-B00E-572C-9DA52BCCF2DB}"/>
              </a:ext>
            </a:extLst>
          </p:cNvPr>
          <p:cNvSpPr>
            <a:spLocks noGrp="1"/>
          </p:cNvSpPr>
          <p:nvPr>
            <p:ph type="sldNum" sz="quarter" idx="5"/>
          </p:nvPr>
        </p:nvSpPr>
        <p:spPr/>
        <p:txBody>
          <a:bodyPr/>
          <a:lstStyle/>
          <a:p>
            <a:fld id="{C976209C-F82F-8948-8964-C389942C0FEE}" type="slidenum">
              <a:rPr lang="en-US" smtClean="0"/>
              <a:t>22</a:t>
            </a:fld>
            <a:endParaRPr lang="en-US"/>
          </a:p>
        </p:txBody>
      </p:sp>
    </p:spTree>
    <p:extLst>
      <p:ext uri="{BB962C8B-B14F-4D97-AF65-F5344CB8AC3E}">
        <p14:creationId xmlns:p14="http://schemas.microsoft.com/office/powerpoint/2010/main" val="953082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98692-4E95-5E97-1424-305A05C2E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037F0-892C-F6DD-1A7A-D3530FF74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20131-9C05-4D67-6A18-76501D8235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B0EB91-FCAA-8C2F-4FE4-8FEB009B477E}"/>
              </a:ext>
            </a:extLst>
          </p:cNvPr>
          <p:cNvSpPr>
            <a:spLocks noGrp="1"/>
          </p:cNvSpPr>
          <p:nvPr>
            <p:ph type="sldNum" sz="quarter" idx="5"/>
          </p:nvPr>
        </p:nvSpPr>
        <p:spPr/>
        <p:txBody>
          <a:bodyPr/>
          <a:lstStyle/>
          <a:p>
            <a:fld id="{C976209C-F82F-8948-8964-C389942C0FEE}" type="slidenum">
              <a:rPr lang="en-US" smtClean="0"/>
              <a:t>23</a:t>
            </a:fld>
            <a:endParaRPr lang="en-US"/>
          </a:p>
        </p:txBody>
      </p:sp>
    </p:spTree>
    <p:extLst>
      <p:ext uri="{BB962C8B-B14F-4D97-AF65-F5344CB8AC3E}">
        <p14:creationId xmlns:p14="http://schemas.microsoft.com/office/powerpoint/2010/main" val="994310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93667-C527-0B63-E1DA-77C0443C9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F3FF3-B051-26F0-090A-579129D59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60D076-5B1D-8DC9-9F1E-C1C4DD3E34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33D19E-2B27-141E-9AE3-532177975E58}"/>
              </a:ext>
            </a:extLst>
          </p:cNvPr>
          <p:cNvSpPr>
            <a:spLocks noGrp="1"/>
          </p:cNvSpPr>
          <p:nvPr>
            <p:ph type="sldNum" sz="quarter" idx="5"/>
          </p:nvPr>
        </p:nvSpPr>
        <p:spPr/>
        <p:txBody>
          <a:bodyPr/>
          <a:lstStyle/>
          <a:p>
            <a:fld id="{C976209C-F82F-8948-8964-C389942C0FEE}" type="slidenum">
              <a:rPr lang="en-US" smtClean="0"/>
              <a:t>24</a:t>
            </a:fld>
            <a:endParaRPr lang="en-US"/>
          </a:p>
        </p:txBody>
      </p:sp>
    </p:spTree>
    <p:extLst>
      <p:ext uri="{BB962C8B-B14F-4D97-AF65-F5344CB8AC3E}">
        <p14:creationId xmlns:p14="http://schemas.microsoft.com/office/powerpoint/2010/main" val="2364383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BD3CB-6E61-97F8-31C2-2D1521F89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518DA-D424-FCDF-B136-465822AF6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8DE6F-EE26-B733-2BCA-642B875ECA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99C885-49D9-9660-A6B8-4043E3F0AC4F}"/>
              </a:ext>
            </a:extLst>
          </p:cNvPr>
          <p:cNvSpPr>
            <a:spLocks noGrp="1"/>
          </p:cNvSpPr>
          <p:nvPr>
            <p:ph type="sldNum" sz="quarter" idx="5"/>
          </p:nvPr>
        </p:nvSpPr>
        <p:spPr/>
        <p:txBody>
          <a:bodyPr/>
          <a:lstStyle/>
          <a:p>
            <a:fld id="{C976209C-F82F-8948-8964-C389942C0FEE}" type="slidenum">
              <a:rPr lang="en-US" smtClean="0"/>
              <a:t>25</a:t>
            </a:fld>
            <a:endParaRPr lang="en-US"/>
          </a:p>
        </p:txBody>
      </p:sp>
    </p:spTree>
    <p:extLst>
      <p:ext uri="{BB962C8B-B14F-4D97-AF65-F5344CB8AC3E}">
        <p14:creationId xmlns:p14="http://schemas.microsoft.com/office/powerpoint/2010/main" val="2760624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A133-8D8B-1E9C-F92F-333044A01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E53DC-1FF0-BC22-EE77-4B6DE4929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AC3D3-90F0-A978-B105-99B5AB477B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027E92-4F70-A15E-BBFF-FE354392674F}"/>
              </a:ext>
            </a:extLst>
          </p:cNvPr>
          <p:cNvSpPr>
            <a:spLocks noGrp="1"/>
          </p:cNvSpPr>
          <p:nvPr>
            <p:ph type="sldNum" sz="quarter" idx="5"/>
          </p:nvPr>
        </p:nvSpPr>
        <p:spPr/>
        <p:txBody>
          <a:bodyPr/>
          <a:lstStyle/>
          <a:p>
            <a:fld id="{C976209C-F82F-8948-8964-C389942C0FEE}" type="slidenum">
              <a:rPr lang="en-US" smtClean="0"/>
              <a:t>26</a:t>
            </a:fld>
            <a:endParaRPr lang="en-US"/>
          </a:p>
        </p:txBody>
      </p:sp>
    </p:spTree>
    <p:extLst>
      <p:ext uri="{BB962C8B-B14F-4D97-AF65-F5344CB8AC3E}">
        <p14:creationId xmlns:p14="http://schemas.microsoft.com/office/powerpoint/2010/main" val="3604011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5AD5-3B46-7148-CE7F-7EDED7FCA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C9A70-87EF-A43C-6835-74229D5CC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F6E51-8E31-4705-7D74-870FBAA22A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1A4DDB-FE92-4F5F-012B-70A580D56418}"/>
              </a:ext>
            </a:extLst>
          </p:cNvPr>
          <p:cNvSpPr>
            <a:spLocks noGrp="1"/>
          </p:cNvSpPr>
          <p:nvPr>
            <p:ph type="sldNum" sz="quarter" idx="5"/>
          </p:nvPr>
        </p:nvSpPr>
        <p:spPr/>
        <p:txBody>
          <a:bodyPr/>
          <a:lstStyle/>
          <a:p>
            <a:fld id="{C976209C-F82F-8948-8964-C389942C0FEE}" type="slidenum">
              <a:rPr lang="en-US" smtClean="0"/>
              <a:t>27</a:t>
            </a:fld>
            <a:endParaRPr lang="en-US"/>
          </a:p>
        </p:txBody>
      </p:sp>
    </p:spTree>
    <p:extLst>
      <p:ext uri="{BB962C8B-B14F-4D97-AF65-F5344CB8AC3E}">
        <p14:creationId xmlns:p14="http://schemas.microsoft.com/office/powerpoint/2010/main" val="3008589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CFBF-5B82-98F6-2A3B-1C0B4E3EE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E9357-8980-A1DB-C730-06E17B57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1EC40-DF46-E2EA-56CD-28E99B0012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0E4673-6ECA-4EC0-DB86-4DC5B4529156}"/>
              </a:ext>
            </a:extLst>
          </p:cNvPr>
          <p:cNvSpPr>
            <a:spLocks noGrp="1"/>
          </p:cNvSpPr>
          <p:nvPr>
            <p:ph type="sldNum" sz="quarter" idx="5"/>
          </p:nvPr>
        </p:nvSpPr>
        <p:spPr/>
        <p:txBody>
          <a:bodyPr/>
          <a:lstStyle/>
          <a:p>
            <a:fld id="{C976209C-F82F-8948-8964-C389942C0FEE}" type="slidenum">
              <a:rPr lang="en-US" smtClean="0"/>
              <a:t>28</a:t>
            </a:fld>
            <a:endParaRPr lang="en-US"/>
          </a:p>
        </p:txBody>
      </p:sp>
    </p:spTree>
    <p:extLst>
      <p:ext uri="{BB962C8B-B14F-4D97-AF65-F5344CB8AC3E}">
        <p14:creationId xmlns:p14="http://schemas.microsoft.com/office/powerpoint/2010/main" val="79928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86B5-800B-F2FE-50B8-71D5D52D0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910A8-5131-9224-72FA-3F534343A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3B644-CC22-616C-2350-B17786A6A4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D68F3-D9B5-3391-0C40-26DA0C1AD762}"/>
              </a:ext>
            </a:extLst>
          </p:cNvPr>
          <p:cNvSpPr>
            <a:spLocks noGrp="1"/>
          </p:cNvSpPr>
          <p:nvPr>
            <p:ph type="sldNum" sz="quarter" idx="5"/>
          </p:nvPr>
        </p:nvSpPr>
        <p:spPr/>
        <p:txBody>
          <a:bodyPr/>
          <a:lstStyle/>
          <a:p>
            <a:fld id="{C976209C-F82F-8948-8964-C389942C0FEE}" type="slidenum">
              <a:rPr lang="en-US" smtClean="0"/>
              <a:t>29</a:t>
            </a:fld>
            <a:endParaRPr lang="en-US"/>
          </a:p>
        </p:txBody>
      </p:sp>
    </p:spTree>
    <p:extLst>
      <p:ext uri="{BB962C8B-B14F-4D97-AF65-F5344CB8AC3E}">
        <p14:creationId xmlns:p14="http://schemas.microsoft.com/office/powerpoint/2010/main" val="3147761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3DFA5-497B-A3E4-0BF1-FF336D46A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DB2A1-8C36-1472-76F3-0702AC59A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D7C6C-BADC-86CC-62B6-AED53D1B2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30053-5DD4-7C35-AD44-640395C6965A}"/>
              </a:ext>
            </a:extLst>
          </p:cNvPr>
          <p:cNvSpPr>
            <a:spLocks noGrp="1"/>
          </p:cNvSpPr>
          <p:nvPr>
            <p:ph type="sldNum" sz="quarter" idx="5"/>
          </p:nvPr>
        </p:nvSpPr>
        <p:spPr/>
        <p:txBody>
          <a:bodyPr/>
          <a:lstStyle/>
          <a:p>
            <a:fld id="{C976209C-F82F-8948-8964-C389942C0FEE}" type="slidenum">
              <a:rPr lang="en-US" smtClean="0"/>
              <a:t>30</a:t>
            </a:fld>
            <a:endParaRPr lang="en-US"/>
          </a:p>
        </p:txBody>
      </p:sp>
    </p:spTree>
    <p:extLst>
      <p:ext uri="{BB962C8B-B14F-4D97-AF65-F5344CB8AC3E}">
        <p14:creationId xmlns:p14="http://schemas.microsoft.com/office/powerpoint/2010/main" val="280394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F5EC1-3F1D-0048-2AD6-13E7B90FD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522F3-EA3B-CBEF-3F83-ACD718EC8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6CB1-B7B1-9154-DAC7-4C3BB6C712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A4E42A-A2C1-6125-22F4-DD4CD3657606}"/>
              </a:ext>
            </a:extLst>
          </p:cNvPr>
          <p:cNvSpPr>
            <a:spLocks noGrp="1"/>
          </p:cNvSpPr>
          <p:nvPr>
            <p:ph type="sldNum" sz="quarter" idx="5"/>
          </p:nvPr>
        </p:nvSpPr>
        <p:spPr/>
        <p:txBody>
          <a:bodyPr/>
          <a:lstStyle/>
          <a:p>
            <a:fld id="{C976209C-F82F-8948-8964-C389942C0FEE}" type="slidenum">
              <a:rPr lang="en-US" smtClean="0"/>
              <a:t>31</a:t>
            </a:fld>
            <a:endParaRPr lang="en-US"/>
          </a:p>
        </p:txBody>
      </p:sp>
    </p:spTree>
    <p:extLst>
      <p:ext uri="{BB962C8B-B14F-4D97-AF65-F5344CB8AC3E}">
        <p14:creationId xmlns:p14="http://schemas.microsoft.com/office/powerpoint/2010/main" val="1959831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C9EB-948E-1F03-B160-7DF70AFF3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E7D69-00D0-4DA7-7FB8-FBD8E5810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C9EB8-65E2-8954-0344-4A5C811C78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0243F0-06A9-3E56-435F-D7BB4D9C2566}"/>
              </a:ext>
            </a:extLst>
          </p:cNvPr>
          <p:cNvSpPr>
            <a:spLocks noGrp="1"/>
          </p:cNvSpPr>
          <p:nvPr>
            <p:ph type="sldNum" sz="quarter" idx="5"/>
          </p:nvPr>
        </p:nvSpPr>
        <p:spPr/>
        <p:txBody>
          <a:bodyPr/>
          <a:lstStyle/>
          <a:p>
            <a:fld id="{C976209C-F82F-8948-8964-C389942C0FEE}" type="slidenum">
              <a:rPr lang="en-US" smtClean="0"/>
              <a:t>32</a:t>
            </a:fld>
            <a:endParaRPr lang="en-US"/>
          </a:p>
        </p:txBody>
      </p:sp>
    </p:spTree>
    <p:extLst>
      <p:ext uri="{BB962C8B-B14F-4D97-AF65-F5344CB8AC3E}">
        <p14:creationId xmlns:p14="http://schemas.microsoft.com/office/powerpoint/2010/main" val="3517929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E789E-99AE-5F49-7A76-06BB017D4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A8E12-3762-49D5-261E-C0D8F3B25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FC28D-874C-2B6B-58DB-D68238B109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600892-8F55-AC77-B3E4-9B6C188E98C7}"/>
              </a:ext>
            </a:extLst>
          </p:cNvPr>
          <p:cNvSpPr>
            <a:spLocks noGrp="1"/>
          </p:cNvSpPr>
          <p:nvPr>
            <p:ph type="sldNum" sz="quarter" idx="5"/>
          </p:nvPr>
        </p:nvSpPr>
        <p:spPr/>
        <p:txBody>
          <a:bodyPr/>
          <a:lstStyle/>
          <a:p>
            <a:fld id="{C976209C-F82F-8948-8964-C389942C0FEE}" type="slidenum">
              <a:rPr lang="en-US" smtClean="0"/>
              <a:t>33</a:t>
            </a:fld>
            <a:endParaRPr lang="en-US"/>
          </a:p>
        </p:txBody>
      </p:sp>
    </p:spTree>
    <p:extLst>
      <p:ext uri="{BB962C8B-B14F-4D97-AF65-F5344CB8AC3E}">
        <p14:creationId xmlns:p14="http://schemas.microsoft.com/office/powerpoint/2010/main" val="2235211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A15B-F829-3E0C-77B0-2E403A715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1575A-EE1C-B02C-EB41-097DF763C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3C431-3856-1B7A-8B7F-774C8FA90C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85D5C6-2E20-DEC6-EFEA-98881CB83F5D}"/>
              </a:ext>
            </a:extLst>
          </p:cNvPr>
          <p:cNvSpPr>
            <a:spLocks noGrp="1"/>
          </p:cNvSpPr>
          <p:nvPr>
            <p:ph type="sldNum" sz="quarter" idx="5"/>
          </p:nvPr>
        </p:nvSpPr>
        <p:spPr/>
        <p:txBody>
          <a:bodyPr/>
          <a:lstStyle/>
          <a:p>
            <a:fld id="{C976209C-F82F-8948-8964-C389942C0FEE}" type="slidenum">
              <a:rPr lang="en-US" smtClean="0"/>
              <a:t>34</a:t>
            </a:fld>
            <a:endParaRPr lang="en-US"/>
          </a:p>
        </p:txBody>
      </p:sp>
    </p:spTree>
    <p:extLst>
      <p:ext uri="{BB962C8B-B14F-4D97-AF65-F5344CB8AC3E}">
        <p14:creationId xmlns:p14="http://schemas.microsoft.com/office/powerpoint/2010/main" val="1646854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4FDB9-54CB-95B7-3D8F-B027B23B6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7F5BE-9B0C-26BB-C68E-D7E8C0D02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5582E-5894-7F3B-2D97-D7730F687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BDDC0A-B0C3-36D8-161F-C09B60A53888}"/>
              </a:ext>
            </a:extLst>
          </p:cNvPr>
          <p:cNvSpPr>
            <a:spLocks noGrp="1"/>
          </p:cNvSpPr>
          <p:nvPr>
            <p:ph type="sldNum" sz="quarter" idx="5"/>
          </p:nvPr>
        </p:nvSpPr>
        <p:spPr/>
        <p:txBody>
          <a:bodyPr/>
          <a:lstStyle/>
          <a:p>
            <a:fld id="{C976209C-F82F-8948-8964-C389942C0FEE}" type="slidenum">
              <a:rPr lang="en-US" smtClean="0"/>
              <a:t>35</a:t>
            </a:fld>
            <a:endParaRPr lang="en-US"/>
          </a:p>
        </p:txBody>
      </p:sp>
    </p:spTree>
    <p:extLst>
      <p:ext uri="{BB962C8B-B14F-4D97-AF65-F5344CB8AC3E}">
        <p14:creationId xmlns:p14="http://schemas.microsoft.com/office/powerpoint/2010/main" val="4198726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F6F18-77E5-A70E-1197-D8F98D4E4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13EDC-988A-2AF5-005A-344C0C873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43095-E11A-238C-684A-4314A359FA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6196C-9C2A-D954-7D57-B0F8FAE02FDA}"/>
              </a:ext>
            </a:extLst>
          </p:cNvPr>
          <p:cNvSpPr>
            <a:spLocks noGrp="1"/>
          </p:cNvSpPr>
          <p:nvPr>
            <p:ph type="sldNum" sz="quarter" idx="5"/>
          </p:nvPr>
        </p:nvSpPr>
        <p:spPr/>
        <p:txBody>
          <a:bodyPr/>
          <a:lstStyle/>
          <a:p>
            <a:fld id="{C976209C-F82F-8948-8964-C389942C0FEE}" type="slidenum">
              <a:rPr lang="en-US" smtClean="0"/>
              <a:t>36</a:t>
            </a:fld>
            <a:endParaRPr lang="en-US"/>
          </a:p>
        </p:txBody>
      </p:sp>
    </p:spTree>
    <p:extLst>
      <p:ext uri="{BB962C8B-B14F-4D97-AF65-F5344CB8AC3E}">
        <p14:creationId xmlns:p14="http://schemas.microsoft.com/office/powerpoint/2010/main" val="19624597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A283A-D523-3F7B-4A8C-18FCCDB3A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3D221-F5D8-BB28-5B75-7C5CBFE10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95D31-2CA6-CCE1-1F65-ADF8DEC5A4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FD495B-E3C3-AAA2-2239-D25C4634FFCD}"/>
              </a:ext>
            </a:extLst>
          </p:cNvPr>
          <p:cNvSpPr>
            <a:spLocks noGrp="1"/>
          </p:cNvSpPr>
          <p:nvPr>
            <p:ph type="sldNum" sz="quarter" idx="5"/>
          </p:nvPr>
        </p:nvSpPr>
        <p:spPr/>
        <p:txBody>
          <a:bodyPr/>
          <a:lstStyle/>
          <a:p>
            <a:fld id="{C976209C-F82F-8948-8964-C389942C0FEE}" type="slidenum">
              <a:rPr lang="en-US" smtClean="0"/>
              <a:t>37</a:t>
            </a:fld>
            <a:endParaRPr lang="en-US"/>
          </a:p>
        </p:txBody>
      </p:sp>
    </p:spTree>
    <p:extLst>
      <p:ext uri="{BB962C8B-B14F-4D97-AF65-F5344CB8AC3E}">
        <p14:creationId xmlns:p14="http://schemas.microsoft.com/office/powerpoint/2010/main" val="3199767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36B6-992D-CF14-9264-1B7044D93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905E0-C04F-E0B6-6525-729343E12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7DDD9-3500-6BF2-FD38-70169C24C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F8C850-1B96-6C22-8D29-EE4A1D4D1A37}"/>
              </a:ext>
            </a:extLst>
          </p:cNvPr>
          <p:cNvSpPr>
            <a:spLocks noGrp="1"/>
          </p:cNvSpPr>
          <p:nvPr>
            <p:ph type="sldNum" sz="quarter" idx="5"/>
          </p:nvPr>
        </p:nvSpPr>
        <p:spPr/>
        <p:txBody>
          <a:bodyPr/>
          <a:lstStyle/>
          <a:p>
            <a:fld id="{C976209C-F82F-8948-8964-C389942C0FEE}" type="slidenum">
              <a:rPr lang="en-US" smtClean="0"/>
              <a:t>38</a:t>
            </a:fld>
            <a:endParaRPr lang="en-US"/>
          </a:p>
        </p:txBody>
      </p:sp>
    </p:spTree>
    <p:extLst>
      <p:ext uri="{BB962C8B-B14F-4D97-AF65-F5344CB8AC3E}">
        <p14:creationId xmlns:p14="http://schemas.microsoft.com/office/powerpoint/2010/main" val="2271597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1430-177C-6C0F-01B0-70447F2E3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39DA7-D1C8-9CE5-1E2A-5640041A5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6D0F6-EA92-EDFA-4300-7F0E4310B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DE02A9-DCFE-BEEA-A0C9-04894501BDC2}"/>
              </a:ext>
            </a:extLst>
          </p:cNvPr>
          <p:cNvSpPr>
            <a:spLocks noGrp="1"/>
          </p:cNvSpPr>
          <p:nvPr>
            <p:ph type="sldNum" sz="quarter" idx="5"/>
          </p:nvPr>
        </p:nvSpPr>
        <p:spPr/>
        <p:txBody>
          <a:bodyPr/>
          <a:lstStyle/>
          <a:p>
            <a:fld id="{C976209C-F82F-8948-8964-C389942C0FEE}" type="slidenum">
              <a:rPr lang="en-US" smtClean="0"/>
              <a:t>39</a:t>
            </a:fld>
            <a:endParaRPr lang="en-US"/>
          </a:p>
        </p:txBody>
      </p:sp>
    </p:spTree>
    <p:extLst>
      <p:ext uri="{BB962C8B-B14F-4D97-AF65-F5344CB8AC3E}">
        <p14:creationId xmlns:p14="http://schemas.microsoft.com/office/powerpoint/2010/main" val="283751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BEA75-BD2F-DCF1-DABE-2B27E2718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232D9-A1DD-3401-1F44-8C3F3B142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8A7F4-0B81-C907-40B2-CDECC35A6A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8C99E7-843F-2609-EB65-338FE6F9CB34}"/>
              </a:ext>
            </a:extLst>
          </p:cNvPr>
          <p:cNvSpPr>
            <a:spLocks noGrp="1"/>
          </p:cNvSpPr>
          <p:nvPr>
            <p:ph type="sldNum" sz="quarter" idx="5"/>
          </p:nvPr>
        </p:nvSpPr>
        <p:spPr/>
        <p:txBody>
          <a:bodyPr/>
          <a:lstStyle/>
          <a:p>
            <a:fld id="{C976209C-F82F-8948-8964-C389942C0FEE}" type="slidenum">
              <a:rPr lang="en-US" smtClean="0"/>
              <a:t>40</a:t>
            </a:fld>
            <a:endParaRPr lang="en-US"/>
          </a:p>
        </p:txBody>
      </p:sp>
    </p:spTree>
    <p:extLst>
      <p:ext uri="{BB962C8B-B14F-4D97-AF65-F5344CB8AC3E}">
        <p14:creationId xmlns:p14="http://schemas.microsoft.com/office/powerpoint/2010/main" val="4757465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ABA2-F050-76BB-E4A9-9A1817A308D8}"/>
              </a:ext>
            </a:extLst>
          </p:cNvPr>
          <p:cNvSpPr>
            <a:spLocks noGrp="1"/>
          </p:cNvSpPr>
          <p:nvPr>
            <p:ph type="ctrTitle" hasCustomPrompt="1"/>
          </p:nvPr>
        </p:nvSpPr>
        <p:spPr>
          <a:xfrm>
            <a:off x="1524000" y="1122363"/>
            <a:ext cx="9144000" cy="2387600"/>
          </a:xfrm>
        </p:spPr>
        <p:txBody>
          <a:bodyPr anchor="b"/>
          <a:lstStyle>
            <a:lvl1pPr algn="ctr">
              <a:defRPr sz="6000">
                <a:solidFill>
                  <a:schemeClr val="bg1"/>
                </a:solidFill>
              </a:defRPr>
            </a:lvl1pPr>
          </a:lstStyle>
          <a:p>
            <a:r>
              <a:rPr lang="en-US" dirty="0"/>
              <a:t>Lesson 1</a:t>
            </a:r>
          </a:p>
        </p:txBody>
      </p:sp>
      <p:sp>
        <p:nvSpPr>
          <p:cNvPr id="3" name="Subtitle 2">
            <a:extLst>
              <a:ext uri="{FF2B5EF4-FFF2-40B4-BE49-F238E27FC236}">
                <a16:creationId xmlns:a16="http://schemas.microsoft.com/office/drawing/2014/main" id="{2788B8A1-4019-4D0D-69E4-51C58926FF24}"/>
              </a:ext>
            </a:extLst>
          </p:cNvPr>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Lesson Name</a:t>
            </a:r>
          </a:p>
        </p:txBody>
      </p:sp>
      <p:sp>
        <p:nvSpPr>
          <p:cNvPr id="4" name="Date Placeholder 3">
            <a:extLst>
              <a:ext uri="{FF2B5EF4-FFF2-40B4-BE49-F238E27FC236}">
                <a16:creationId xmlns:a16="http://schemas.microsoft.com/office/drawing/2014/main" id="{330826D9-D744-BD54-EF64-70E8CB5AE242}"/>
              </a:ext>
            </a:extLst>
          </p:cNvPr>
          <p:cNvSpPr>
            <a:spLocks noGrp="1"/>
          </p:cNvSpPr>
          <p:nvPr>
            <p:ph type="dt" sz="half" idx="10"/>
          </p:nvPr>
        </p:nvSpPr>
        <p:spPr/>
        <p:txBody>
          <a:bodyPr/>
          <a:lstStyle>
            <a:lvl1pPr>
              <a:defRPr>
                <a:solidFill>
                  <a:schemeClr val="bg1"/>
                </a:solidFill>
              </a:defRPr>
            </a:lvl1pPr>
          </a:lstStyle>
          <a:p>
            <a:fld id="{04BC266F-70C8-954B-9EC8-D842168CE9D2}" type="datetimeFigureOut">
              <a:rPr lang="en-US" smtClean="0"/>
              <a:pPr/>
              <a:t>1/7/26</a:t>
            </a:fld>
            <a:endParaRPr lang="en-US"/>
          </a:p>
        </p:txBody>
      </p:sp>
      <p:sp>
        <p:nvSpPr>
          <p:cNvPr id="5" name="Footer Placeholder 4">
            <a:extLst>
              <a:ext uri="{FF2B5EF4-FFF2-40B4-BE49-F238E27FC236}">
                <a16:creationId xmlns:a16="http://schemas.microsoft.com/office/drawing/2014/main" id="{3794B7A0-4232-A0AC-7E3A-3BF632F0C83D}"/>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13A9B9C0-7AE6-2F09-7A4E-D58AB0F87DAF}"/>
              </a:ext>
            </a:extLst>
          </p:cNvPr>
          <p:cNvSpPr>
            <a:spLocks noGrp="1"/>
          </p:cNvSpPr>
          <p:nvPr>
            <p:ph type="sldNum" sz="quarter" idx="12"/>
          </p:nvPr>
        </p:nvSpPr>
        <p:spPr/>
        <p:txBody>
          <a:bodyPr/>
          <a:lstStyle>
            <a:lvl1pPr>
              <a:defRPr>
                <a:solidFill>
                  <a:schemeClr val="bg1"/>
                </a:solidFill>
              </a:defRPr>
            </a:lvl1pPr>
          </a:lstStyle>
          <a:p>
            <a:fld id="{5AEF18FD-875D-A541-8C07-F37C775C0F13}" type="slidenum">
              <a:rPr lang="en-US" smtClean="0"/>
              <a:pPr/>
              <a:t>‹#›</a:t>
            </a:fld>
            <a:endParaRPr lang="en-US"/>
          </a:p>
        </p:txBody>
      </p:sp>
      <p:cxnSp>
        <p:nvCxnSpPr>
          <p:cNvPr id="10" name="Straight Connector 9">
            <a:extLst>
              <a:ext uri="{FF2B5EF4-FFF2-40B4-BE49-F238E27FC236}">
                <a16:creationId xmlns:a16="http://schemas.microsoft.com/office/drawing/2014/main" id="{D88EE941-D370-38CE-7C65-D512B4AC642D}"/>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3" name="Picture 12" descr="Blue text on a white background&#10;&#10;Description automatically generated">
            <a:extLst>
              <a:ext uri="{FF2B5EF4-FFF2-40B4-BE49-F238E27FC236}">
                <a16:creationId xmlns:a16="http://schemas.microsoft.com/office/drawing/2014/main" id="{44A6310C-9ACA-9E8A-E2CA-26F04E91C24C}"/>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
        <p:nvSpPr>
          <p:cNvPr id="18" name="Footer Placeholder 4">
            <a:extLst>
              <a:ext uri="{FF2B5EF4-FFF2-40B4-BE49-F238E27FC236}">
                <a16:creationId xmlns:a16="http://schemas.microsoft.com/office/drawing/2014/main" id="{357B3786-D5B9-75A5-559A-E2EC02C265F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0" dirty="0">
                <a:solidFill>
                  <a:schemeClr val="bg1"/>
                </a:solidFill>
              </a:rPr>
              <a:t>CCDEPLRL</a:t>
            </a:r>
          </a:p>
        </p:txBody>
      </p:sp>
      <p:sp>
        <p:nvSpPr>
          <p:cNvPr id="19" name="Footer Placeholder 4">
            <a:extLst>
              <a:ext uri="{FF2B5EF4-FFF2-40B4-BE49-F238E27FC236}">
                <a16:creationId xmlns:a16="http://schemas.microsoft.com/office/drawing/2014/main" id="{D6D1DBD1-5126-61E2-6E7E-D0E1598366F1}"/>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0" dirty="0">
                <a:solidFill>
                  <a:schemeClr val="bg1"/>
                </a:solidFill>
              </a:rPr>
              <a:t>CS Department</a:t>
            </a:r>
          </a:p>
        </p:txBody>
      </p:sp>
    </p:spTree>
    <p:extLst>
      <p:ext uri="{BB962C8B-B14F-4D97-AF65-F5344CB8AC3E}">
        <p14:creationId xmlns:p14="http://schemas.microsoft.com/office/powerpoint/2010/main" val="292165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934C-88AA-65C7-69FD-291768EA3BAD}"/>
              </a:ext>
            </a:extLst>
          </p:cNvPr>
          <p:cNvSpPr>
            <a:spLocks noGrp="1"/>
          </p:cNvSpPr>
          <p:nvPr>
            <p:ph type="title" hasCustomPrompt="1"/>
          </p:nvPr>
        </p:nvSpPr>
        <p:spPr>
          <a:xfrm>
            <a:off x="838200" y="826369"/>
            <a:ext cx="10515600" cy="1325563"/>
          </a:xfrm>
        </p:spPr>
        <p:txBody>
          <a:bodyPr/>
          <a:lstStyle>
            <a:lvl1pPr>
              <a:defRPr>
                <a:solidFill>
                  <a:schemeClr val="bg1"/>
                </a:solidFill>
              </a:defRPr>
            </a:lvl1pPr>
          </a:lstStyle>
          <a:p>
            <a:r>
              <a:rPr lang="en-US" dirty="0"/>
              <a:t>Topic Name</a:t>
            </a:r>
          </a:p>
        </p:txBody>
      </p:sp>
      <p:sp>
        <p:nvSpPr>
          <p:cNvPr id="3" name="Content Placeholder 2">
            <a:extLst>
              <a:ext uri="{FF2B5EF4-FFF2-40B4-BE49-F238E27FC236}">
                <a16:creationId xmlns:a16="http://schemas.microsoft.com/office/drawing/2014/main" id="{F9A40A79-3EDB-F8E7-BE0C-7ADA403789EC}"/>
              </a:ext>
            </a:extLst>
          </p:cNvPr>
          <p:cNvSpPr>
            <a:spLocks noGrp="1"/>
          </p:cNvSpPr>
          <p:nvPr>
            <p:ph idx="1"/>
          </p:nvPr>
        </p:nvSpPr>
        <p:spPr>
          <a:xfrm>
            <a:off x="838200" y="2286869"/>
            <a:ext cx="10515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D4BC6280-14D1-A0F9-932F-6AE1D73C1063}"/>
              </a:ext>
            </a:extLst>
          </p:cNvPr>
          <p:cNvPicPr>
            <a:picLocks noChangeAspect="1"/>
          </p:cNvPicPr>
          <p:nvPr userDrawn="1"/>
        </p:nvPicPr>
        <p:blipFill rotWithShape="1">
          <a:blip r:embed="rId2"/>
          <a:srcRect t="4891" b="1"/>
          <a:stretch/>
        </p:blipFill>
        <p:spPr>
          <a:xfrm>
            <a:off x="0" y="-26113"/>
            <a:ext cx="2051824" cy="650488"/>
          </a:xfrm>
          <a:prstGeom prst="rect">
            <a:avLst/>
          </a:prstGeom>
        </p:spPr>
      </p:pic>
      <p:sp>
        <p:nvSpPr>
          <p:cNvPr id="7" name="Footer Placeholder 4">
            <a:extLst>
              <a:ext uri="{FF2B5EF4-FFF2-40B4-BE49-F238E27FC236}">
                <a16:creationId xmlns:a16="http://schemas.microsoft.com/office/drawing/2014/main" id="{A02E3C40-285E-F2DE-1274-14E9CBC5ACBD}"/>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1" name="Footer Placeholder 4">
            <a:extLst>
              <a:ext uri="{FF2B5EF4-FFF2-40B4-BE49-F238E27FC236}">
                <a16:creationId xmlns:a16="http://schemas.microsoft.com/office/drawing/2014/main" id="{42B58354-33DE-CE59-747B-E022E0561795}"/>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2" name="Straight Connector 11">
            <a:extLst>
              <a:ext uri="{FF2B5EF4-FFF2-40B4-BE49-F238E27FC236}">
                <a16:creationId xmlns:a16="http://schemas.microsoft.com/office/drawing/2014/main" id="{21A9AE51-EE04-4A01-C0E3-CCE3252EAD04}"/>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23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86428-0162-8984-D72C-F96220FAF22A}"/>
              </a:ext>
            </a:extLst>
          </p:cNvPr>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4D915D9C-50A3-FEC4-9D1D-487FA259D456}"/>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59D22-453E-BFFB-3F8A-759A6391CA8C}"/>
              </a:ext>
            </a:extLst>
          </p:cNvPr>
          <p:cNvSpPr>
            <a:spLocks noGrp="1"/>
          </p:cNvSpPr>
          <p:nvPr>
            <p:ph type="dt" sz="half" idx="10"/>
          </p:nvPr>
        </p:nvSpPr>
        <p:spPr/>
        <p:txBody>
          <a:bodyPr/>
          <a:lstStyle>
            <a:lvl1pPr>
              <a:defRPr>
                <a:solidFill>
                  <a:schemeClr val="bg1"/>
                </a:solidFill>
              </a:defRPr>
            </a:lvl1pPr>
          </a:lstStyle>
          <a:p>
            <a:fld id="{04BC266F-70C8-954B-9EC8-D842168CE9D2}" type="datetimeFigureOut">
              <a:rPr lang="en-US" smtClean="0"/>
              <a:pPr/>
              <a:t>1/7/26</a:t>
            </a:fld>
            <a:endParaRPr lang="en-US"/>
          </a:p>
        </p:txBody>
      </p:sp>
      <p:sp>
        <p:nvSpPr>
          <p:cNvPr id="5" name="Footer Placeholder 4">
            <a:extLst>
              <a:ext uri="{FF2B5EF4-FFF2-40B4-BE49-F238E27FC236}">
                <a16:creationId xmlns:a16="http://schemas.microsoft.com/office/drawing/2014/main" id="{B0FF2910-0DE9-B288-360A-0BEB46FC4ACD}"/>
              </a:ext>
            </a:extLst>
          </p:cNvPr>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2020602E-2E56-CB33-125B-47DD51E32515}"/>
              </a:ext>
            </a:extLst>
          </p:cNvPr>
          <p:cNvSpPr>
            <a:spLocks noGrp="1"/>
          </p:cNvSpPr>
          <p:nvPr>
            <p:ph type="sldNum" sz="quarter" idx="12"/>
          </p:nvPr>
        </p:nvSpPr>
        <p:spPr/>
        <p:txBody>
          <a:bodyPr/>
          <a:lstStyle>
            <a:lvl1pPr>
              <a:defRPr>
                <a:solidFill>
                  <a:schemeClr val="bg1"/>
                </a:solidFill>
              </a:defRPr>
            </a:lvl1pPr>
          </a:lstStyle>
          <a:p>
            <a:fld id="{5AEF18FD-875D-A541-8C07-F37C775C0F13}" type="slidenum">
              <a:rPr lang="en-US" smtClean="0"/>
              <a:pPr/>
              <a:t>‹#›</a:t>
            </a:fld>
            <a:endParaRPr lang="en-US"/>
          </a:p>
        </p:txBody>
      </p:sp>
      <p:sp>
        <p:nvSpPr>
          <p:cNvPr id="13" name="Footer Placeholder 4">
            <a:extLst>
              <a:ext uri="{FF2B5EF4-FFF2-40B4-BE49-F238E27FC236}">
                <a16:creationId xmlns:a16="http://schemas.microsoft.com/office/drawing/2014/main" id="{56568DCF-55BC-7236-BB25-0F637C24E4BB}"/>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4" name="Footer Placeholder 4">
            <a:extLst>
              <a:ext uri="{FF2B5EF4-FFF2-40B4-BE49-F238E27FC236}">
                <a16:creationId xmlns:a16="http://schemas.microsoft.com/office/drawing/2014/main" id="{EEDA2906-65FB-8320-13BA-B7C7D4EDC085}"/>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6" name="Straight Connector 15">
            <a:extLst>
              <a:ext uri="{FF2B5EF4-FFF2-40B4-BE49-F238E27FC236}">
                <a16:creationId xmlns:a16="http://schemas.microsoft.com/office/drawing/2014/main" id="{9751D332-4008-67FF-B5A9-C1F32F3AAE58}"/>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7" name="Picture 16" descr="Blue text on a white background&#10;&#10;Description automatically generated">
            <a:extLst>
              <a:ext uri="{FF2B5EF4-FFF2-40B4-BE49-F238E27FC236}">
                <a16:creationId xmlns:a16="http://schemas.microsoft.com/office/drawing/2014/main" id="{A30DD185-8D3F-19F9-5BF7-20D58C225EC2}"/>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188324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47A8-E096-D9F8-9F8D-29067968C762}"/>
              </a:ext>
            </a:extLst>
          </p:cNvPr>
          <p:cNvSpPr>
            <a:spLocks noGrp="1"/>
          </p:cNvSpPr>
          <p:nvPr>
            <p:ph type="title"/>
          </p:nvPr>
        </p:nvSpPr>
        <p:spPr>
          <a:xfrm>
            <a:off x="838200" y="850645"/>
            <a:ext cx="10515600" cy="1325563"/>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5DD67934-A1CC-85B8-7BAE-95BB6C6E0426}"/>
              </a:ext>
            </a:extLst>
          </p:cNvPr>
          <p:cNvSpPr>
            <a:spLocks noGrp="1"/>
          </p:cNvSpPr>
          <p:nvPr>
            <p:ph sz="half" idx="1"/>
          </p:nvPr>
        </p:nvSpPr>
        <p:spPr>
          <a:xfrm>
            <a:off x="838200" y="231114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AB141E-535E-5ACA-4F43-5F265BED592F}"/>
              </a:ext>
            </a:extLst>
          </p:cNvPr>
          <p:cNvSpPr>
            <a:spLocks noGrp="1"/>
          </p:cNvSpPr>
          <p:nvPr>
            <p:ph sz="half" idx="2"/>
          </p:nvPr>
        </p:nvSpPr>
        <p:spPr>
          <a:xfrm>
            <a:off x="6172200" y="231114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23129C-870A-3273-7913-92DDF9DA6AC2}"/>
              </a:ext>
            </a:extLst>
          </p:cNvPr>
          <p:cNvSpPr>
            <a:spLocks noGrp="1"/>
          </p:cNvSpPr>
          <p:nvPr>
            <p:ph type="dt" sz="half" idx="10"/>
          </p:nvPr>
        </p:nvSpPr>
        <p:spPr/>
        <p:txBody>
          <a:bodyPr/>
          <a:lstStyle>
            <a:lvl1pPr>
              <a:defRPr>
                <a:solidFill>
                  <a:schemeClr val="bg1"/>
                </a:solidFill>
              </a:defRPr>
            </a:lvl1pPr>
          </a:lstStyle>
          <a:p>
            <a:fld id="{04BC266F-70C8-954B-9EC8-D842168CE9D2}" type="datetimeFigureOut">
              <a:rPr lang="en-US" smtClean="0"/>
              <a:pPr/>
              <a:t>1/7/26</a:t>
            </a:fld>
            <a:endParaRPr lang="en-US"/>
          </a:p>
        </p:txBody>
      </p:sp>
      <p:sp>
        <p:nvSpPr>
          <p:cNvPr id="7" name="Footer Placeholder 6">
            <a:extLst>
              <a:ext uri="{FF2B5EF4-FFF2-40B4-BE49-F238E27FC236}">
                <a16:creationId xmlns:a16="http://schemas.microsoft.com/office/drawing/2014/main" id="{57E27BA4-8CD2-1C5E-0259-E54280CF18ED}"/>
              </a:ext>
            </a:extLst>
          </p:cNvPr>
          <p:cNvSpPr>
            <a:spLocks noGrp="1"/>
          </p:cNvSpPr>
          <p:nvPr>
            <p:ph type="ftr" sz="quarter" idx="11"/>
          </p:nvPr>
        </p:nvSpPr>
        <p:spPr/>
        <p:txBody>
          <a:bodyPr/>
          <a:lstStyle>
            <a:lvl1pPr>
              <a:defRPr>
                <a:solidFill>
                  <a:schemeClr val="bg1"/>
                </a:solidFill>
              </a:defRPr>
            </a:lvl1pPr>
          </a:lstStyle>
          <a:p>
            <a:endParaRPr lang="en-US"/>
          </a:p>
        </p:txBody>
      </p:sp>
      <p:sp>
        <p:nvSpPr>
          <p:cNvPr id="8" name="Slide Number Placeholder 7">
            <a:extLst>
              <a:ext uri="{FF2B5EF4-FFF2-40B4-BE49-F238E27FC236}">
                <a16:creationId xmlns:a16="http://schemas.microsoft.com/office/drawing/2014/main" id="{BE91CF3C-EC4A-0790-D00B-C4F00101EB10}"/>
              </a:ext>
            </a:extLst>
          </p:cNvPr>
          <p:cNvSpPr>
            <a:spLocks noGrp="1"/>
          </p:cNvSpPr>
          <p:nvPr>
            <p:ph type="sldNum" sz="quarter" idx="12"/>
          </p:nvPr>
        </p:nvSpPr>
        <p:spPr/>
        <p:txBody>
          <a:bodyPr/>
          <a:lstStyle>
            <a:lvl1pPr>
              <a:defRPr>
                <a:solidFill>
                  <a:schemeClr val="bg1"/>
                </a:solidFill>
              </a:defRPr>
            </a:lvl1pPr>
          </a:lstStyle>
          <a:p>
            <a:fld id="{5AEF18FD-875D-A541-8C07-F37C775C0F13}" type="slidenum">
              <a:rPr lang="en-US" smtClean="0"/>
              <a:pPr/>
              <a:t>‹#›</a:t>
            </a:fld>
            <a:endParaRPr lang="en-US"/>
          </a:p>
        </p:txBody>
      </p:sp>
      <p:sp>
        <p:nvSpPr>
          <p:cNvPr id="18" name="Footer Placeholder 4">
            <a:extLst>
              <a:ext uri="{FF2B5EF4-FFF2-40B4-BE49-F238E27FC236}">
                <a16:creationId xmlns:a16="http://schemas.microsoft.com/office/drawing/2014/main" id="{9B0FBB04-5353-DB7B-01E2-71E3BDFD8F1C}"/>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9" name="Footer Placeholder 4">
            <a:extLst>
              <a:ext uri="{FF2B5EF4-FFF2-40B4-BE49-F238E27FC236}">
                <a16:creationId xmlns:a16="http://schemas.microsoft.com/office/drawing/2014/main" id="{ABCAC3D7-4691-7163-DABA-4CBC4278EF1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20" name="Straight Connector 19">
            <a:extLst>
              <a:ext uri="{FF2B5EF4-FFF2-40B4-BE49-F238E27FC236}">
                <a16:creationId xmlns:a16="http://schemas.microsoft.com/office/drawing/2014/main" id="{0F70D1EF-004D-A2C9-0277-733EA226CE54}"/>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21" name="Picture 20" descr="Blue text on a white background&#10;&#10;Description automatically generated">
            <a:extLst>
              <a:ext uri="{FF2B5EF4-FFF2-40B4-BE49-F238E27FC236}">
                <a16:creationId xmlns:a16="http://schemas.microsoft.com/office/drawing/2014/main" id="{61C02FE8-AFB5-3D47-025B-21C8AA18A41B}"/>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781433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FD41-6019-CD6C-6665-80EA8D7A6C02}"/>
              </a:ext>
            </a:extLst>
          </p:cNvPr>
          <p:cNvSpPr>
            <a:spLocks noGrp="1"/>
          </p:cNvSpPr>
          <p:nvPr>
            <p:ph type="title"/>
          </p:nvPr>
        </p:nvSpPr>
        <p:spPr>
          <a:xfrm>
            <a:off x="839788" y="826369"/>
            <a:ext cx="10515600" cy="1325563"/>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6C9F666-6A8D-602E-BBFD-BDB638D94CE9}"/>
              </a:ext>
            </a:extLst>
          </p:cNvPr>
          <p:cNvSpPr>
            <a:spLocks noGrp="1"/>
          </p:cNvSpPr>
          <p:nvPr>
            <p:ph type="body" idx="1"/>
          </p:nvPr>
        </p:nvSpPr>
        <p:spPr>
          <a:xfrm>
            <a:off x="839788" y="2142407"/>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7DB928-AEB0-9052-5F03-5F10A5A6D0B7}"/>
              </a:ext>
            </a:extLst>
          </p:cNvPr>
          <p:cNvSpPr>
            <a:spLocks noGrp="1"/>
          </p:cNvSpPr>
          <p:nvPr>
            <p:ph sz="half" idx="2"/>
          </p:nvPr>
        </p:nvSpPr>
        <p:spPr>
          <a:xfrm>
            <a:off x="839788" y="2966319"/>
            <a:ext cx="5157787"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987E17-25F6-814C-5955-581112A1DAE5}"/>
              </a:ext>
            </a:extLst>
          </p:cNvPr>
          <p:cNvSpPr>
            <a:spLocks noGrp="1"/>
          </p:cNvSpPr>
          <p:nvPr>
            <p:ph type="body" sz="quarter" idx="3"/>
          </p:nvPr>
        </p:nvSpPr>
        <p:spPr>
          <a:xfrm>
            <a:off x="6172200" y="2142407"/>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2F8CB-407F-E9C8-0B60-6661F8F09C93}"/>
              </a:ext>
            </a:extLst>
          </p:cNvPr>
          <p:cNvSpPr>
            <a:spLocks noGrp="1"/>
          </p:cNvSpPr>
          <p:nvPr>
            <p:ph sz="quarter" idx="4"/>
          </p:nvPr>
        </p:nvSpPr>
        <p:spPr>
          <a:xfrm>
            <a:off x="6172200" y="2966319"/>
            <a:ext cx="5183188"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7C37AB0D-1BBD-5A3A-3CA1-4ECA587EB783}"/>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4" name="Footer Placeholder 4">
            <a:extLst>
              <a:ext uri="{FF2B5EF4-FFF2-40B4-BE49-F238E27FC236}">
                <a16:creationId xmlns:a16="http://schemas.microsoft.com/office/drawing/2014/main" id="{EEB47D81-86A8-F8B6-1809-5D4AC4F9325E}"/>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5" name="Straight Connector 14">
            <a:extLst>
              <a:ext uri="{FF2B5EF4-FFF2-40B4-BE49-F238E27FC236}">
                <a16:creationId xmlns:a16="http://schemas.microsoft.com/office/drawing/2014/main" id="{69323FC8-38FB-3638-BB9E-11EC063A241E}"/>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6" name="Picture 15" descr="Blue text on a white background&#10;&#10;Description automatically generated">
            <a:extLst>
              <a:ext uri="{FF2B5EF4-FFF2-40B4-BE49-F238E27FC236}">
                <a16:creationId xmlns:a16="http://schemas.microsoft.com/office/drawing/2014/main" id="{EF39F6B1-29F2-F346-FB52-9807643B7D93}"/>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261864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380C-E50D-70D7-4C76-E7BA7AFD9524}"/>
              </a:ext>
            </a:extLst>
          </p:cNvPr>
          <p:cNvSpPr>
            <a:spLocks noGrp="1"/>
          </p:cNvSpPr>
          <p:nvPr>
            <p:ph type="title"/>
          </p:nvPr>
        </p:nvSpPr>
        <p:spPr>
          <a:xfrm>
            <a:off x="838200" y="785909"/>
            <a:ext cx="10515600" cy="1325563"/>
          </a:xfrm>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F2B6F113-2EC8-CE48-879A-6833BF6200A1}"/>
              </a:ext>
            </a:extLst>
          </p:cNvPr>
          <p:cNvSpPr>
            <a:spLocks noGrp="1"/>
          </p:cNvSpPr>
          <p:nvPr>
            <p:ph type="dt" sz="half" idx="10"/>
          </p:nvPr>
        </p:nvSpPr>
        <p:spPr/>
        <p:txBody>
          <a:bodyPr/>
          <a:lstStyle>
            <a:lvl1pPr>
              <a:defRPr>
                <a:solidFill>
                  <a:schemeClr val="bg1"/>
                </a:solidFill>
              </a:defRPr>
            </a:lvl1pPr>
          </a:lstStyle>
          <a:p>
            <a:fld id="{04BC266F-70C8-954B-9EC8-D842168CE9D2}" type="datetimeFigureOut">
              <a:rPr lang="en-US" smtClean="0"/>
              <a:pPr/>
              <a:t>1/7/26</a:t>
            </a:fld>
            <a:endParaRPr lang="en-US"/>
          </a:p>
        </p:txBody>
      </p:sp>
      <p:sp>
        <p:nvSpPr>
          <p:cNvPr id="4" name="Footer Placeholder 3">
            <a:extLst>
              <a:ext uri="{FF2B5EF4-FFF2-40B4-BE49-F238E27FC236}">
                <a16:creationId xmlns:a16="http://schemas.microsoft.com/office/drawing/2014/main" id="{7B9D26BA-5C98-F77F-4E74-A5E405BDFC16}"/>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E96EE29F-553C-C4CE-B95E-AA4C5D73A3B6}"/>
              </a:ext>
            </a:extLst>
          </p:cNvPr>
          <p:cNvSpPr>
            <a:spLocks noGrp="1"/>
          </p:cNvSpPr>
          <p:nvPr>
            <p:ph type="sldNum" sz="quarter" idx="12"/>
          </p:nvPr>
        </p:nvSpPr>
        <p:spPr/>
        <p:txBody>
          <a:bodyPr/>
          <a:lstStyle>
            <a:lvl1pPr>
              <a:defRPr>
                <a:solidFill>
                  <a:schemeClr val="bg1"/>
                </a:solidFill>
              </a:defRPr>
            </a:lvl1pPr>
          </a:lstStyle>
          <a:p>
            <a:fld id="{5AEF18FD-875D-A541-8C07-F37C775C0F13}" type="slidenum">
              <a:rPr lang="en-US" smtClean="0"/>
              <a:pPr/>
              <a:t>‹#›</a:t>
            </a:fld>
            <a:endParaRPr lang="en-US"/>
          </a:p>
        </p:txBody>
      </p:sp>
      <p:sp>
        <p:nvSpPr>
          <p:cNvPr id="14" name="Footer Placeholder 4">
            <a:extLst>
              <a:ext uri="{FF2B5EF4-FFF2-40B4-BE49-F238E27FC236}">
                <a16:creationId xmlns:a16="http://schemas.microsoft.com/office/drawing/2014/main" id="{DED0F5F3-8E82-F748-CBF2-B4AEAADB1E47}"/>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5" name="Footer Placeholder 4">
            <a:extLst>
              <a:ext uri="{FF2B5EF4-FFF2-40B4-BE49-F238E27FC236}">
                <a16:creationId xmlns:a16="http://schemas.microsoft.com/office/drawing/2014/main" id="{D91D9827-4EC7-992B-9135-C3ADB344C896}"/>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7" name="Straight Connector 16">
            <a:extLst>
              <a:ext uri="{FF2B5EF4-FFF2-40B4-BE49-F238E27FC236}">
                <a16:creationId xmlns:a16="http://schemas.microsoft.com/office/drawing/2014/main" id="{EF987D41-B5EF-6BB9-E1EF-7BAA5FCEDD0A}"/>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8" name="Picture 17" descr="Blue text on a white background&#10;&#10;Description automatically generated">
            <a:extLst>
              <a:ext uri="{FF2B5EF4-FFF2-40B4-BE49-F238E27FC236}">
                <a16:creationId xmlns:a16="http://schemas.microsoft.com/office/drawing/2014/main" id="{2DC3653F-DBD7-E648-D2D8-3AC427A76D78}"/>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2770086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4E8268-BB09-9115-852C-9588795B4AB9}"/>
              </a:ext>
            </a:extLst>
          </p:cNvPr>
          <p:cNvSpPr>
            <a:spLocks noGrp="1"/>
          </p:cNvSpPr>
          <p:nvPr>
            <p:ph type="dt" sz="half" idx="10"/>
          </p:nvPr>
        </p:nvSpPr>
        <p:spPr/>
        <p:txBody>
          <a:bodyPr/>
          <a:lstStyle>
            <a:lvl1pPr>
              <a:defRPr>
                <a:solidFill>
                  <a:schemeClr val="bg1"/>
                </a:solidFill>
              </a:defRPr>
            </a:lvl1pPr>
          </a:lstStyle>
          <a:p>
            <a:fld id="{04BC266F-70C8-954B-9EC8-D842168CE9D2}" type="datetimeFigureOut">
              <a:rPr lang="en-US" smtClean="0"/>
              <a:pPr/>
              <a:t>1/7/26</a:t>
            </a:fld>
            <a:endParaRPr lang="en-US"/>
          </a:p>
        </p:txBody>
      </p:sp>
      <p:sp>
        <p:nvSpPr>
          <p:cNvPr id="3" name="Footer Placeholder 2">
            <a:extLst>
              <a:ext uri="{FF2B5EF4-FFF2-40B4-BE49-F238E27FC236}">
                <a16:creationId xmlns:a16="http://schemas.microsoft.com/office/drawing/2014/main" id="{E6F8A218-E351-876A-DAA5-28871E0DA9EF}"/>
              </a:ext>
            </a:extLst>
          </p:cNvPr>
          <p:cNvSpPr>
            <a:spLocks noGrp="1"/>
          </p:cNvSpPr>
          <p:nvPr>
            <p:ph type="ftr" sz="quarter" idx="11"/>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754078DA-EA1A-D15A-DC5A-C7E4EB745A60}"/>
              </a:ext>
            </a:extLst>
          </p:cNvPr>
          <p:cNvSpPr>
            <a:spLocks noGrp="1"/>
          </p:cNvSpPr>
          <p:nvPr>
            <p:ph type="sldNum" sz="quarter" idx="12"/>
          </p:nvPr>
        </p:nvSpPr>
        <p:spPr/>
        <p:txBody>
          <a:bodyPr/>
          <a:lstStyle>
            <a:lvl1pPr>
              <a:defRPr>
                <a:solidFill>
                  <a:schemeClr val="bg1"/>
                </a:solidFill>
              </a:defRPr>
            </a:lvl1pPr>
          </a:lstStyle>
          <a:p>
            <a:fld id="{5AEF18FD-875D-A541-8C07-F37C775C0F13}" type="slidenum">
              <a:rPr lang="en-US" smtClean="0"/>
              <a:pPr/>
              <a:t>‹#›</a:t>
            </a:fld>
            <a:endParaRPr lang="en-US"/>
          </a:p>
        </p:txBody>
      </p:sp>
      <p:sp>
        <p:nvSpPr>
          <p:cNvPr id="10" name="Footer Placeholder 4">
            <a:extLst>
              <a:ext uri="{FF2B5EF4-FFF2-40B4-BE49-F238E27FC236}">
                <a16:creationId xmlns:a16="http://schemas.microsoft.com/office/drawing/2014/main" id="{42B52BAD-D499-DAD0-D01D-C5AB26556031}"/>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1" name="Footer Placeholder 4">
            <a:extLst>
              <a:ext uri="{FF2B5EF4-FFF2-40B4-BE49-F238E27FC236}">
                <a16:creationId xmlns:a16="http://schemas.microsoft.com/office/drawing/2014/main" id="{DCDAD829-336E-D4A1-56B6-587A2B16791A}"/>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3" name="Straight Connector 12">
            <a:extLst>
              <a:ext uri="{FF2B5EF4-FFF2-40B4-BE49-F238E27FC236}">
                <a16:creationId xmlns:a16="http://schemas.microsoft.com/office/drawing/2014/main" id="{D735DFD7-1DE0-8284-3EF7-E4B126AC8A34}"/>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4" name="Picture 13" descr="Blue text on a white background&#10;&#10;Description automatically generated">
            <a:extLst>
              <a:ext uri="{FF2B5EF4-FFF2-40B4-BE49-F238E27FC236}">
                <a16:creationId xmlns:a16="http://schemas.microsoft.com/office/drawing/2014/main" id="{D14D6E90-0CBE-CE41-9669-8AF43373A347}"/>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378801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9512-DB3C-27D6-94A1-4CE5658EDA6D}"/>
              </a:ext>
            </a:extLst>
          </p:cNvPr>
          <p:cNvSpPr>
            <a:spLocks noGrp="1"/>
          </p:cNvSpPr>
          <p:nvPr>
            <p:ph type="title"/>
          </p:nvPr>
        </p:nvSpPr>
        <p:spPr>
          <a:xfrm>
            <a:off x="839788" y="983180"/>
            <a:ext cx="3932237" cy="1600200"/>
          </a:xfrm>
        </p:spPr>
        <p:txBody>
          <a:bodyPr anchor="b"/>
          <a:lstStyle>
            <a:lvl1pPr>
              <a:defRPr sz="32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734B6E74-9F00-7DB0-255C-B77AD9A41B6F}"/>
              </a:ext>
            </a:extLst>
          </p:cNvPr>
          <p:cNvSpPr>
            <a:spLocks noGrp="1"/>
          </p:cNvSpPr>
          <p:nvPr>
            <p:ph idx="1"/>
          </p:nvPr>
        </p:nvSpPr>
        <p:spPr>
          <a:xfrm>
            <a:off x="5183188" y="1513405"/>
            <a:ext cx="6172200" cy="4873625"/>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782F70-FC76-DA9D-9C9B-5C7223768922}"/>
              </a:ext>
            </a:extLst>
          </p:cNvPr>
          <p:cNvSpPr>
            <a:spLocks noGrp="1"/>
          </p:cNvSpPr>
          <p:nvPr>
            <p:ph type="body" sz="half" idx="2"/>
          </p:nvPr>
        </p:nvSpPr>
        <p:spPr>
          <a:xfrm>
            <a:off x="839788" y="258338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30295BC2-CEA6-F9B0-AB63-F0E86526668D}"/>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2" name="Footer Placeholder 4">
            <a:extLst>
              <a:ext uri="{FF2B5EF4-FFF2-40B4-BE49-F238E27FC236}">
                <a16:creationId xmlns:a16="http://schemas.microsoft.com/office/drawing/2014/main" id="{1D8FC1D1-AA02-E54D-173A-1393477A0A8A}"/>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3" name="Straight Connector 12">
            <a:extLst>
              <a:ext uri="{FF2B5EF4-FFF2-40B4-BE49-F238E27FC236}">
                <a16:creationId xmlns:a16="http://schemas.microsoft.com/office/drawing/2014/main" id="{C676B4E8-A3BB-3A7B-3276-51DB2F13D06A}"/>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4" name="Picture 13" descr="Blue text on a white background&#10;&#10;Description automatically generated">
            <a:extLst>
              <a:ext uri="{FF2B5EF4-FFF2-40B4-BE49-F238E27FC236}">
                <a16:creationId xmlns:a16="http://schemas.microsoft.com/office/drawing/2014/main" id="{E19F05C1-7917-3B62-4B9E-983F13CA4636}"/>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1165116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646F-9BC1-59FE-5CD1-0334C05843C2}"/>
              </a:ext>
            </a:extLst>
          </p:cNvPr>
          <p:cNvSpPr>
            <a:spLocks noGrp="1"/>
          </p:cNvSpPr>
          <p:nvPr>
            <p:ph type="title"/>
          </p:nvPr>
        </p:nvSpPr>
        <p:spPr>
          <a:xfrm>
            <a:off x="839788" y="934628"/>
            <a:ext cx="3932237" cy="1600200"/>
          </a:xfrm>
        </p:spPr>
        <p:txBody>
          <a:bodyPr anchor="b"/>
          <a:lstStyle>
            <a:lvl1pPr>
              <a:defRPr sz="3200">
                <a:solidFill>
                  <a:schemeClr val="bg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617D81B3-860D-217A-1F5F-D7F60AB4D897}"/>
              </a:ext>
            </a:extLst>
          </p:cNvPr>
          <p:cNvSpPr>
            <a:spLocks noGrp="1"/>
          </p:cNvSpPr>
          <p:nvPr>
            <p:ph type="pic" idx="1"/>
          </p:nvPr>
        </p:nvSpPr>
        <p:spPr>
          <a:xfrm>
            <a:off x="5183188" y="1464853"/>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8FB98A-B430-C6D2-5211-28791F38A231}"/>
              </a:ext>
            </a:extLst>
          </p:cNvPr>
          <p:cNvSpPr>
            <a:spLocks noGrp="1"/>
          </p:cNvSpPr>
          <p:nvPr>
            <p:ph type="body" sz="half" idx="2"/>
          </p:nvPr>
        </p:nvSpPr>
        <p:spPr>
          <a:xfrm>
            <a:off x="839788" y="2534828"/>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02460E22-CC6F-6348-5F9B-93073D760FDC}"/>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2" name="Footer Placeholder 4">
            <a:extLst>
              <a:ext uri="{FF2B5EF4-FFF2-40B4-BE49-F238E27FC236}">
                <a16:creationId xmlns:a16="http://schemas.microsoft.com/office/drawing/2014/main" id="{A0DD3151-D25A-3F4B-82BE-EE23E62C47D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3" name="Straight Connector 12">
            <a:extLst>
              <a:ext uri="{FF2B5EF4-FFF2-40B4-BE49-F238E27FC236}">
                <a16:creationId xmlns:a16="http://schemas.microsoft.com/office/drawing/2014/main" id="{B8B31877-D26C-E618-23A7-EE36E82F366D}"/>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4" name="Picture 13" descr="Blue text on a white background&#10;&#10;Description automatically generated">
            <a:extLst>
              <a:ext uri="{FF2B5EF4-FFF2-40B4-BE49-F238E27FC236}">
                <a16:creationId xmlns:a16="http://schemas.microsoft.com/office/drawing/2014/main" id="{1E4EE1A0-953E-8CBF-58A8-7B772D902232}"/>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267802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11D1C-0F2D-DA60-ACD5-56D862F86C92}"/>
              </a:ext>
            </a:extLst>
          </p:cNvPr>
          <p:cNvSpPr>
            <a:spLocks noGrp="1"/>
          </p:cNvSpPr>
          <p:nvPr>
            <p:ph type="title"/>
          </p:nvPr>
        </p:nvSpPr>
        <p:spPr>
          <a:xfrm>
            <a:off x="838200" y="866829"/>
            <a:ext cx="10515600" cy="1325563"/>
          </a:xfrm>
        </p:spPr>
        <p:txBody>
          <a:bodyPr/>
          <a:lstStyle>
            <a:lvl1pPr>
              <a:defRPr>
                <a:solidFill>
                  <a:schemeClr val="bg1"/>
                </a:solidFill>
              </a:defRPr>
            </a:lvl1pPr>
          </a:lstStyle>
          <a:p>
            <a:r>
              <a:rPr lang="en-US"/>
              <a:t>Click to edit Master title style</a:t>
            </a:r>
          </a:p>
        </p:txBody>
      </p:sp>
      <p:sp>
        <p:nvSpPr>
          <p:cNvPr id="3" name="Vertical Text Placeholder 2">
            <a:extLst>
              <a:ext uri="{FF2B5EF4-FFF2-40B4-BE49-F238E27FC236}">
                <a16:creationId xmlns:a16="http://schemas.microsoft.com/office/drawing/2014/main" id="{769B6DBA-925F-FB98-9AA6-17E75C3A831D}"/>
              </a:ext>
            </a:extLst>
          </p:cNvPr>
          <p:cNvSpPr>
            <a:spLocks noGrp="1"/>
          </p:cNvSpPr>
          <p:nvPr>
            <p:ph type="body" orient="vert" idx="1"/>
          </p:nvPr>
        </p:nvSpPr>
        <p:spPr>
          <a:xfrm>
            <a:off x="838200" y="2327329"/>
            <a:ext cx="10515600" cy="4351338"/>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2042FD25-B72A-6B9F-EDF4-F6F3D341A76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CCDEPLRL</a:t>
            </a:r>
          </a:p>
        </p:txBody>
      </p:sp>
      <p:sp>
        <p:nvSpPr>
          <p:cNvPr id="11" name="Footer Placeholder 4">
            <a:extLst>
              <a:ext uri="{FF2B5EF4-FFF2-40B4-BE49-F238E27FC236}">
                <a16:creationId xmlns:a16="http://schemas.microsoft.com/office/drawing/2014/main" id="{A21A32D9-EC08-CEA3-008B-9352FE38540F}"/>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2" name="Straight Connector 11">
            <a:extLst>
              <a:ext uri="{FF2B5EF4-FFF2-40B4-BE49-F238E27FC236}">
                <a16:creationId xmlns:a16="http://schemas.microsoft.com/office/drawing/2014/main" id="{8B177515-D01E-435D-8C24-1221917A2224}"/>
              </a:ext>
            </a:extLst>
          </p:cNvPr>
          <p:cNvCxnSpPr>
            <a:cxnSpLocks/>
          </p:cNvCxnSpPr>
          <p:nvPr userDrawn="1"/>
        </p:nvCxnSpPr>
        <p:spPr>
          <a:xfrm>
            <a:off x="0" y="667031"/>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pic>
        <p:nvPicPr>
          <p:cNvPr id="13" name="Picture 12" descr="Blue text on a white background&#10;&#10;Description automatically generated">
            <a:extLst>
              <a:ext uri="{FF2B5EF4-FFF2-40B4-BE49-F238E27FC236}">
                <a16:creationId xmlns:a16="http://schemas.microsoft.com/office/drawing/2014/main" id="{8CA3AF13-6858-5CC0-B6E3-60163F61753F}"/>
              </a:ext>
            </a:extLst>
          </p:cNvPr>
          <p:cNvPicPr>
            <a:picLocks noChangeAspect="1"/>
          </p:cNvPicPr>
          <p:nvPr userDrawn="1"/>
        </p:nvPicPr>
        <p:blipFill rotWithShape="1">
          <a:blip r:embed="rId2"/>
          <a:srcRect t="4891" b="1"/>
          <a:stretch/>
        </p:blipFill>
        <p:spPr>
          <a:xfrm>
            <a:off x="0" y="-26113"/>
            <a:ext cx="2051824" cy="650488"/>
          </a:xfrm>
          <a:prstGeom prst="rect">
            <a:avLst/>
          </a:prstGeom>
          <a:noFill/>
        </p:spPr>
      </p:pic>
    </p:spTree>
    <p:extLst>
      <p:ext uri="{BB962C8B-B14F-4D97-AF65-F5344CB8AC3E}">
        <p14:creationId xmlns:p14="http://schemas.microsoft.com/office/powerpoint/2010/main" val="220953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05C3D-FB3F-3C25-7050-4E9FC83033CB}"/>
              </a:ext>
            </a:extLst>
          </p:cNvPr>
          <p:cNvSpPr>
            <a:spLocks noGrp="1"/>
          </p:cNvSpPr>
          <p:nvPr>
            <p:ph type="title" orient="vert"/>
          </p:nvPr>
        </p:nvSpPr>
        <p:spPr>
          <a:xfrm>
            <a:off x="8724900" y="858737"/>
            <a:ext cx="2628900" cy="5811838"/>
          </a:xfrm>
        </p:spPr>
        <p:txBody>
          <a:bodyPr vert="eaVert"/>
          <a:lstStyle>
            <a:lvl1pPr>
              <a:defRPr>
                <a:solidFill>
                  <a:schemeClr val="bg1"/>
                </a:solidFill>
              </a:defRPr>
            </a:lvl1pPr>
          </a:lstStyle>
          <a:p>
            <a:r>
              <a:rPr lang="en-US"/>
              <a:t>Click to edit Master title style</a:t>
            </a:r>
          </a:p>
        </p:txBody>
      </p:sp>
      <p:pic>
        <p:nvPicPr>
          <p:cNvPr id="5" name="Picture 4" descr="Blue text on a white background&#10;&#10;Description automatically generated">
            <a:extLst>
              <a:ext uri="{FF2B5EF4-FFF2-40B4-BE49-F238E27FC236}">
                <a16:creationId xmlns:a16="http://schemas.microsoft.com/office/drawing/2014/main" id="{19D51CD6-6B48-B408-FB65-BEBD1C62DA2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3" name="Vertical Text Placeholder 2">
            <a:extLst>
              <a:ext uri="{FF2B5EF4-FFF2-40B4-BE49-F238E27FC236}">
                <a16:creationId xmlns:a16="http://schemas.microsoft.com/office/drawing/2014/main" id="{A4F8A6BD-D071-5134-8DAB-9685A5A426F0}"/>
              </a:ext>
            </a:extLst>
          </p:cNvPr>
          <p:cNvSpPr>
            <a:spLocks noGrp="1"/>
          </p:cNvSpPr>
          <p:nvPr>
            <p:ph type="body" orient="vert" idx="1"/>
          </p:nvPr>
        </p:nvSpPr>
        <p:spPr>
          <a:xfrm>
            <a:off x="838200" y="858737"/>
            <a:ext cx="7734300" cy="5811838"/>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C9D8348D-1C95-7E0B-1725-AD73063169B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CCDEPLRL</a:t>
            </a:r>
            <a:endParaRPr lang="en-US" dirty="0">
              <a:solidFill>
                <a:schemeClr val="bg1"/>
              </a:solidFill>
            </a:endParaRPr>
          </a:p>
        </p:txBody>
      </p:sp>
      <p:sp>
        <p:nvSpPr>
          <p:cNvPr id="9" name="Footer Placeholder 4">
            <a:extLst>
              <a:ext uri="{FF2B5EF4-FFF2-40B4-BE49-F238E27FC236}">
                <a16:creationId xmlns:a16="http://schemas.microsoft.com/office/drawing/2014/main" id="{FC05B5A8-0ED3-B01C-7645-7C6B12D8F1E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CS Department</a:t>
            </a:r>
          </a:p>
        </p:txBody>
      </p:sp>
      <p:cxnSp>
        <p:nvCxnSpPr>
          <p:cNvPr id="10" name="Straight Connector 9">
            <a:extLst>
              <a:ext uri="{FF2B5EF4-FFF2-40B4-BE49-F238E27FC236}">
                <a16:creationId xmlns:a16="http://schemas.microsoft.com/office/drawing/2014/main" id="{13D5E4D1-6755-AA74-3EC7-549A709B197A}"/>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397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8C53B7-FED3-EFF9-26A5-392907AB9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Subject Title</a:t>
            </a:r>
          </a:p>
        </p:txBody>
      </p:sp>
      <p:sp>
        <p:nvSpPr>
          <p:cNvPr id="3" name="Text Placeholder 2">
            <a:extLst>
              <a:ext uri="{FF2B5EF4-FFF2-40B4-BE49-F238E27FC236}">
                <a16:creationId xmlns:a16="http://schemas.microsoft.com/office/drawing/2014/main" id="{D5B91B9D-A735-901B-1C8F-AF7739954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FCA33F-C01E-0A3B-9D81-943147441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04BC266F-70C8-954B-9EC8-D842168CE9D2}" type="datetimeFigureOut">
              <a:rPr lang="en-US" smtClean="0"/>
              <a:pPr/>
              <a:t>1/7/26</a:t>
            </a:fld>
            <a:endParaRPr lang="en-US"/>
          </a:p>
        </p:txBody>
      </p:sp>
      <p:sp>
        <p:nvSpPr>
          <p:cNvPr id="5" name="Footer Placeholder 4">
            <a:extLst>
              <a:ext uri="{FF2B5EF4-FFF2-40B4-BE49-F238E27FC236}">
                <a16:creationId xmlns:a16="http://schemas.microsoft.com/office/drawing/2014/main" id="{EF14D509-240F-F8C7-25C0-84E3FCFA7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6AFA56B6-26D6-957A-7566-E1928B430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5AEF18FD-875D-A541-8C07-F37C775C0F13}" type="slidenum">
              <a:rPr lang="en-US" smtClean="0"/>
              <a:pPr/>
              <a:t>‹#›</a:t>
            </a:fld>
            <a:endParaRPr lang="en-US"/>
          </a:p>
        </p:txBody>
      </p:sp>
    </p:spTree>
    <p:extLst>
      <p:ext uri="{BB962C8B-B14F-4D97-AF65-F5344CB8AC3E}">
        <p14:creationId xmlns:p14="http://schemas.microsoft.com/office/powerpoint/2010/main" val="65127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794475"/>
            <a:ext cx="9144000" cy="1184161"/>
          </a:xfrm>
        </p:spPr>
        <p:txBody>
          <a:bodyPr>
            <a:normAutofit/>
          </a:bodyPr>
          <a:lstStyle/>
          <a:p>
            <a:r>
              <a:rPr lang="en-US" sz="7000" dirty="0">
                <a:solidFill>
                  <a:srgbClr val="0070C0"/>
                </a:solidFill>
                <a:latin typeface="Aptos" panose="020B0004020202020204" pitchFamily="34" charset="0"/>
              </a:rPr>
              <a:t>Matrices</a:t>
            </a: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endParaRPr lang="en-US" dirty="0"/>
          </a:p>
        </p:txBody>
      </p:sp>
    </p:spTree>
    <p:extLst>
      <p:ext uri="{BB962C8B-B14F-4D97-AF65-F5344CB8AC3E}">
        <p14:creationId xmlns:p14="http://schemas.microsoft.com/office/powerpoint/2010/main" val="345536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9AB3F01-B55F-9A63-14C3-6FC44C166E39}"/>
              </a:ext>
            </a:extLst>
          </p:cNvPr>
          <p:cNvSpPr txBox="1">
            <a:spLocks/>
          </p:cNvSpPr>
          <p:nvPr/>
        </p:nvSpPr>
        <p:spPr>
          <a:xfrm>
            <a:off x="838200" y="2286869"/>
            <a:ext cx="10515600" cy="4351338"/>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685800" indent="-685800" algn="l">
              <a:buFont typeface="Wingdings" pitchFamily="2" charset="2"/>
              <a:buChar char="Ø"/>
            </a:pPr>
            <a:r>
              <a:rPr lang="en-US" sz="4000" b="1" dirty="0"/>
              <a:t>What is a Derivative?</a:t>
            </a:r>
          </a:p>
          <a:p>
            <a:pPr marL="685800" indent="-685800" algn="l">
              <a:buFont typeface="Wingdings" pitchFamily="2" charset="2"/>
              <a:buChar char="Ø"/>
            </a:pPr>
            <a:r>
              <a:rPr lang="en-US" sz="4000" b="1" dirty="0">
                <a:solidFill>
                  <a:schemeClr val="tx1">
                    <a:lumMod val="50000"/>
                    <a:lumOff val="50000"/>
                  </a:schemeClr>
                </a:solidFill>
              </a:rPr>
              <a:t>What is a matrix?</a:t>
            </a:r>
          </a:p>
          <a:p>
            <a:pPr marL="685800" indent="-685800" algn="l">
              <a:buFont typeface="Wingdings" pitchFamily="2" charset="2"/>
              <a:buChar char="Ø"/>
            </a:pPr>
            <a:r>
              <a:rPr lang="en-US" sz="4000" b="1" dirty="0">
                <a:solidFill>
                  <a:schemeClr val="tx1">
                    <a:lumMod val="50000"/>
                    <a:lumOff val="50000"/>
                  </a:schemeClr>
                </a:solidFill>
              </a:rPr>
              <a:t>Notation of a Matrices</a:t>
            </a:r>
          </a:p>
          <a:p>
            <a:pPr marL="685800" indent="-685800" algn="l">
              <a:buFont typeface="Wingdings" pitchFamily="2" charset="2"/>
              <a:buChar char="Ø"/>
            </a:pPr>
            <a:r>
              <a:rPr lang="en-US" sz="4000" b="1" dirty="0">
                <a:solidFill>
                  <a:schemeClr val="tx1">
                    <a:lumMod val="50000"/>
                    <a:lumOff val="50000"/>
                  </a:schemeClr>
                </a:solidFill>
              </a:rPr>
              <a:t>Order of a Matrix</a:t>
            </a:r>
          </a:p>
          <a:p>
            <a:pPr marL="685800" indent="-685800" algn="l">
              <a:buFont typeface="Wingdings" pitchFamily="2" charset="2"/>
              <a:buChar char="Ø"/>
            </a:pPr>
            <a:r>
              <a:rPr lang="en-US" sz="4000" b="1" dirty="0">
                <a:solidFill>
                  <a:schemeClr val="tx1">
                    <a:lumMod val="50000"/>
                    <a:lumOff val="50000"/>
                  </a:schemeClr>
                </a:solidFill>
              </a:rPr>
              <a:t>Adding two Matrices</a:t>
            </a:r>
          </a:p>
          <a:p>
            <a:pPr marL="685800" indent="-685800" algn="l">
              <a:buFont typeface="Wingdings" pitchFamily="2" charset="2"/>
              <a:buChar char="Ø"/>
            </a:pPr>
            <a:r>
              <a:rPr lang="en-US" sz="4000" b="1" dirty="0">
                <a:solidFill>
                  <a:schemeClr val="tx1">
                    <a:lumMod val="50000"/>
                    <a:lumOff val="50000"/>
                  </a:schemeClr>
                </a:solidFill>
              </a:rPr>
              <a:t>Subtracting two Matrices</a:t>
            </a:r>
          </a:p>
          <a:p>
            <a:pPr marL="685800" indent="-685800" algn="l">
              <a:buFont typeface="Wingdings" pitchFamily="2" charset="2"/>
              <a:buChar char="Ø"/>
            </a:pPr>
            <a:r>
              <a:rPr lang="en-US" sz="4000" b="1" dirty="0">
                <a:solidFill>
                  <a:schemeClr val="tx1">
                    <a:lumMod val="50000"/>
                    <a:lumOff val="50000"/>
                  </a:schemeClr>
                </a:solidFill>
              </a:rPr>
              <a:t>Scalar Multiplication</a:t>
            </a:r>
          </a:p>
          <a:p>
            <a:pPr marL="685800" indent="-685800" algn="l">
              <a:buFont typeface="Wingdings" pitchFamily="2" charset="2"/>
              <a:buChar char="Ø"/>
            </a:pPr>
            <a:r>
              <a:rPr lang="en-US" sz="4000" b="1" dirty="0">
                <a:solidFill>
                  <a:schemeClr val="tx1">
                    <a:lumMod val="50000"/>
                    <a:lumOff val="50000"/>
                  </a:schemeClr>
                </a:solidFill>
              </a:rPr>
              <a:t>Multiplying two Matrices</a:t>
            </a:r>
          </a:p>
        </p:txBody>
      </p:sp>
      <p:sp>
        <p:nvSpPr>
          <p:cNvPr id="2" name="Title 1">
            <a:extLst>
              <a:ext uri="{FF2B5EF4-FFF2-40B4-BE49-F238E27FC236}">
                <a16:creationId xmlns:a16="http://schemas.microsoft.com/office/drawing/2014/main" id="{EDF040CE-CACD-0DC8-2221-0DE503F00D88}"/>
              </a:ext>
            </a:extLst>
          </p:cNvPr>
          <p:cNvSpPr txBox="1">
            <a:spLocks/>
          </p:cNvSpPr>
          <p:nvPr/>
        </p:nvSpPr>
        <p:spPr>
          <a:xfrm>
            <a:off x="838199" y="826369"/>
            <a:ext cx="10974049"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en-US" dirty="0">
                <a:solidFill>
                  <a:srgbClr val="0070C0"/>
                </a:solidFill>
              </a:rPr>
              <a:t>Outline</a:t>
            </a:r>
          </a:p>
        </p:txBody>
      </p:sp>
    </p:spTree>
    <p:extLst>
      <p:ext uri="{BB962C8B-B14F-4D97-AF65-F5344CB8AC3E}">
        <p14:creationId xmlns:p14="http://schemas.microsoft.com/office/powerpoint/2010/main" val="3611571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D79D0-D2BA-530D-CA2A-A20D8EEED98A}"/>
              </a:ext>
            </a:extLst>
          </p:cNvPr>
          <p:cNvSpPr>
            <a:spLocks noGrp="1"/>
          </p:cNvSpPr>
          <p:nvPr>
            <p:ph type="title"/>
          </p:nvPr>
        </p:nvSpPr>
        <p:spPr/>
        <p:txBody>
          <a:bodyPr/>
          <a:lstStyle/>
          <a:p>
            <a:r>
              <a:rPr lang="en-US" dirty="0"/>
              <a:t>What are matrices?</a:t>
            </a:r>
          </a:p>
        </p:txBody>
      </p:sp>
      <p:sp>
        <p:nvSpPr>
          <p:cNvPr id="3" name="Content Placeholder 2">
            <a:extLst>
              <a:ext uri="{FF2B5EF4-FFF2-40B4-BE49-F238E27FC236}">
                <a16:creationId xmlns:a16="http://schemas.microsoft.com/office/drawing/2014/main" id="{07621273-519C-4824-722A-FEE54C9E94FC}"/>
              </a:ext>
            </a:extLst>
          </p:cNvPr>
          <p:cNvSpPr>
            <a:spLocks noGrp="1"/>
          </p:cNvSpPr>
          <p:nvPr>
            <p:ph idx="1"/>
          </p:nvPr>
        </p:nvSpPr>
        <p:spPr/>
        <p:txBody>
          <a:bodyPr>
            <a:normAutofit/>
          </a:bodyPr>
          <a:lstStyle/>
          <a:p>
            <a:pPr marL="0" indent="0">
              <a:buNone/>
            </a:pPr>
            <a:r>
              <a:rPr lang="en-PH" sz="4000" dirty="0"/>
              <a:t>Matrices is a plural form of a matrix, which is a rectangular array or a table where numbers or elements are arranged in </a:t>
            </a:r>
            <a:r>
              <a:rPr lang="en-PH" sz="4000" b="1" dirty="0"/>
              <a:t>rows</a:t>
            </a:r>
            <a:r>
              <a:rPr lang="en-PH" sz="4000" dirty="0"/>
              <a:t> and </a:t>
            </a:r>
            <a:r>
              <a:rPr lang="en-PH" sz="4000" b="1" dirty="0"/>
              <a:t>columns</a:t>
            </a:r>
            <a:r>
              <a:rPr lang="en-PH" sz="4000" dirty="0"/>
              <a:t>. </a:t>
            </a:r>
            <a:endParaRPr lang="en-US" sz="4000" dirty="0"/>
          </a:p>
          <a:p>
            <a:pPr marL="0" indent="0">
              <a:buNone/>
            </a:pPr>
            <a:endParaRPr lang="en-US" sz="4000" dirty="0"/>
          </a:p>
        </p:txBody>
      </p:sp>
    </p:spTree>
    <p:extLst>
      <p:ext uri="{BB962C8B-B14F-4D97-AF65-F5344CB8AC3E}">
        <p14:creationId xmlns:p14="http://schemas.microsoft.com/office/powerpoint/2010/main" val="421418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498EA-5E7F-9511-809F-15693B238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8DEEE-2B54-73C4-EFC6-7A30C1385A3B}"/>
              </a:ext>
            </a:extLst>
          </p:cNvPr>
          <p:cNvSpPr>
            <a:spLocks noGrp="1"/>
          </p:cNvSpPr>
          <p:nvPr>
            <p:ph type="title"/>
          </p:nvPr>
        </p:nvSpPr>
        <p:spPr/>
        <p:txBody>
          <a:bodyPr/>
          <a:lstStyle/>
          <a:p>
            <a:r>
              <a:rPr lang="en-US" dirty="0"/>
              <a:t>What are matrices?</a:t>
            </a:r>
          </a:p>
        </p:txBody>
      </p:sp>
      <p:sp>
        <p:nvSpPr>
          <p:cNvPr id="3" name="Content Placeholder 2">
            <a:extLst>
              <a:ext uri="{FF2B5EF4-FFF2-40B4-BE49-F238E27FC236}">
                <a16:creationId xmlns:a16="http://schemas.microsoft.com/office/drawing/2014/main" id="{968584BD-843A-5EB5-9D87-EB72A3C5428A}"/>
              </a:ext>
            </a:extLst>
          </p:cNvPr>
          <p:cNvSpPr>
            <a:spLocks noGrp="1"/>
          </p:cNvSpPr>
          <p:nvPr>
            <p:ph idx="1"/>
          </p:nvPr>
        </p:nvSpPr>
        <p:spPr/>
        <p:txBody>
          <a:bodyPr>
            <a:normAutofit/>
          </a:bodyPr>
          <a:lstStyle/>
          <a:p>
            <a:pPr marL="0" indent="0">
              <a:buNone/>
            </a:pPr>
            <a:r>
              <a:rPr lang="en-PH" sz="4000" dirty="0"/>
              <a:t>They can have any number of columns and rows. </a:t>
            </a:r>
          </a:p>
          <a:p>
            <a:pPr marL="0" indent="0">
              <a:buNone/>
            </a:pPr>
            <a:endParaRPr lang="en-PH" sz="4000" dirty="0"/>
          </a:p>
          <a:p>
            <a:pPr marL="0" indent="0">
              <a:buNone/>
            </a:pPr>
            <a:r>
              <a:rPr lang="en-PH" sz="4000" dirty="0"/>
              <a:t>Different operations can be performed on matrices such as addition, scalar multiplication, multiplication, transposition, etc.</a:t>
            </a:r>
            <a:endParaRPr lang="en-US" sz="4000" dirty="0"/>
          </a:p>
          <a:p>
            <a:pPr marL="0" indent="0">
              <a:buNone/>
            </a:pPr>
            <a:endParaRPr lang="en-US" sz="4000" dirty="0"/>
          </a:p>
          <a:p>
            <a:pPr marL="0" indent="0">
              <a:buNone/>
            </a:pPr>
            <a:endParaRPr lang="en-US" sz="4000" dirty="0"/>
          </a:p>
        </p:txBody>
      </p:sp>
    </p:spTree>
    <p:extLst>
      <p:ext uri="{BB962C8B-B14F-4D97-AF65-F5344CB8AC3E}">
        <p14:creationId xmlns:p14="http://schemas.microsoft.com/office/powerpoint/2010/main" val="1343804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E7D64-7AF5-BABA-0D77-5F8CA4099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EE048-5F62-FA32-3F0A-231DA1B4B56C}"/>
              </a:ext>
            </a:extLst>
          </p:cNvPr>
          <p:cNvSpPr>
            <a:spLocks noGrp="1"/>
          </p:cNvSpPr>
          <p:nvPr>
            <p:ph type="title"/>
          </p:nvPr>
        </p:nvSpPr>
        <p:spPr/>
        <p:txBody>
          <a:bodyPr/>
          <a:lstStyle/>
          <a:p>
            <a:r>
              <a:rPr lang="en-US" dirty="0"/>
              <a:t>Notation of Matrices</a:t>
            </a:r>
          </a:p>
        </p:txBody>
      </p:sp>
      <mc:AlternateContent xmlns:mc="http://schemas.openxmlformats.org/markup-compatibility/2006">
        <mc:Choice xmlns:a14="http://schemas.microsoft.com/office/drawing/2010/main" Requires="a14">
          <p:sp>
            <p:nvSpPr>
              <p:cNvPr id="22" name="Content Placeholder 2">
                <a:extLst>
                  <a:ext uri="{FF2B5EF4-FFF2-40B4-BE49-F238E27FC236}">
                    <a16:creationId xmlns:a16="http://schemas.microsoft.com/office/drawing/2014/main" id="{558C56B7-07CD-0C84-2EA6-243C31E69B9A}"/>
                  </a:ext>
                </a:extLst>
              </p:cNvPr>
              <p:cNvSpPr txBox="1">
                <a:spLocks/>
              </p:cNvSpPr>
              <p:nvPr/>
            </p:nvSpPr>
            <p:spPr>
              <a:xfrm>
                <a:off x="838200" y="2286869"/>
                <a:ext cx="4163008" cy="17159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If a matrix has m rows and n columns, then it will have </a:t>
                </a:r>
                <a14:m>
                  <m:oMath xmlns:m="http://schemas.openxmlformats.org/officeDocument/2006/math">
                    <m:r>
                      <a:rPr lang="en-PH" i="1" dirty="0" smtClean="0">
                        <a:latin typeface="Cambria Math" panose="02040503050406030204" pitchFamily="18" charset="0"/>
                      </a:rPr>
                      <m:t>𝑚</m:t>
                    </m:r>
                    <m:r>
                      <a:rPr lang="en-PH" i="1" dirty="0" smtClean="0">
                        <a:latin typeface="Cambria Math" panose="02040503050406030204" pitchFamily="18" charset="0"/>
                      </a:rPr>
                      <m:t> × </m:t>
                    </m:r>
                    <m:r>
                      <a:rPr lang="en-PH" i="1" dirty="0" smtClean="0">
                        <a:latin typeface="Cambria Math" panose="02040503050406030204" pitchFamily="18" charset="0"/>
                      </a:rPr>
                      <m:t>𝑛</m:t>
                    </m:r>
                  </m:oMath>
                </a14:m>
                <a:r>
                  <a:rPr lang="en-PH" dirty="0"/>
                  <a:t>  elements</a:t>
                </a:r>
                <a:endParaRPr lang="en-US" dirty="0"/>
              </a:p>
            </p:txBody>
          </p:sp>
        </mc:Choice>
        <mc:Fallback>
          <p:sp>
            <p:nvSpPr>
              <p:cNvPr id="22" name="Content Placeholder 2">
                <a:extLst>
                  <a:ext uri="{FF2B5EF4-FFF2-40B4-BE49-F238E27FC236}">
                    <a16:creationId xmlns:a16="http://schemas.microsoft.com/office/drawing/2014/main" id="{558C56B7-07CD-0C84-2EA6-243C31E69B9A}"/>
                  </a:ext>
                </a:extLst>
              </p:cNvPr>
              <p:cNvSpPr txBox="1">
                <a:spLocks noRot="1" noChangeAspect="1" noMove="1" noResize="1" noEditPoints="1" noAdjustHandles="1" noChangeArrowheads="1" noChangeShapeType="1" noTextEdit="1"/>
              </p:cNvSpPr>
              <p:nvPr/>
            </p:nvSpPr>
            <p:spPr>
              <a:xfrm>
                <a:off x="838200" y="2286869"/>
                <a:ext cx="4163008" cy="1715964"/>
              </a:xfrm>
              <a:prstGeom prst="rect">
                <a:avLst/>
              </a:prstGeom>
              <a:blipFill>
                <a:blip r:embed="rId2"/>
                <a:stretch>
                  <a:fillRect l="-3049" t="-6618" r="-45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AD73515-23B6-955C-3925-42F15A45C6D0}"/>
                  </a:ext>
                </a:extLst>
              </p:cNvPr>
              <p:cNvSpPr txBox="1"/>
              <p:nvPr/>
            </p:nvSpPr>
            <p:spPr>
              <a:xfrm>
                <a:off x="5463072" y="2216254"/>
                <a:ext cx="5985589" cy="2993063"/>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eqArr>
                            <m:eqArrPr>
                              <m:ctrlPr>
                                <a:rPr lang="en-US" sz="4000" i="1">
                                  <a:solidFill>
                                    <a:schemeClr val="bg1"/>
                                  </a:solidFill>
                                  <a:latin typeface="Cambria Math" panose="02040503050406030204" pitchFamily="18" charset="0"/>
                                </a:rPr>
                              </m:ctrlPr>
                            </m:eqArrPr>
                            <m:e>
                              <m:m>
                                <m:mPr>
                                  <m:mcs>
                                    <m:mc>
                                      <m:mcPr>
                                        <m:count m:val="2"/>
                                        <m:mcJc m:val="center"/>
                                      </m:mcPr>
                                    </m:mc>
                                  </m:mcs>
                                  <m:ctrlPr>
                                    <a:rPr lang="en-US" sz="4000" i="1">
                                      <a:solidFill>
                                        <a:schemeClr val="bg1"/>
                                      </a:solidFill>
                                      <a:latin typeface="Cambria Math" panose="02040503050406030204" pitchFamily="18" charset="0"/>
                                    </a:rPr>
                                  </m:ctrlPr>
                                </m:mP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11</m:t>
                                        </m:r>
                                      </m:sub>
                                    </m:sSub>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m:t>
                                        </m:r>
                                        <m:r>
                                          <a:rPr lang="en-GB" sz="4000" b="0" i="1" smtClean="0">
                                            <a:solidFill>
                                              <a:schemeClr val="bg1"/>
                                            </a:solidFill>
                                            <a:latin typeface="Cambria Math" panose="02040503050406030204" pitchFamily="18" charset="0"/>
                                          </a:rPr>
                                          <m:t>2</m:t>
                                        </m:r>
                                      </m:sub>
                                    </m:sSub>
                                  </m:e>
                                </m:m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m:t>
                                        </m:r>
                                        <m:r>
                                          <a:rPr lang="en-GB" sz="4000" i="1">
                                            <a:solidFill>
                                              <a:schemeClr val="bg1"/>
                                            </a:solidFill>
                                            <a:latin typeface="Cambria Math" panose="02040503050406030204" pitchFamily="18" charset="0"/>
                                          </a:rPr>
                                          <m:t>1</m:t>
                                        </m:r>
                                      </m:sub>
                                    </m:sSub>
                                  </m:e>
                                  <m:e>
                                    <m:sSub>
                                      <m:sSubPr>
                                        <m:ctrlPr>
                                          <a:rPr lang="en-GB" sz="4000" i="1" smtClean="0">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22</m:t>
                                        </m:r>
                                      </m:sub>
                                    </m:sSub>
                                  </m:e>
                                </m:mr>
                              </m:m>
                              <m:r>
                                <a:rPr lang="en-GB" sz="4000" i="1">
                                  <a:solidFill>
                                    <a:schemeClr val="bg1"/>
                                  </a:solidFill>
                                  <a:latin typeface="Cambria Math" panose="02040503050406030204" pitchFamily="18" charset="0"/>
                                </a:rPr>
                                <m:t>   </m:t>
                              </m:r>
                              <m:m>
                                <m:mPr>
                                  <m:mcs>
                                    <m:mc>
                                      <m:mcPr>
                                        <m:count m:val="2"/>
                                        <m:mcJc m:val="center"/>
                                      </m:mcPr>
                                    </m:mc>
                                  </m:mcs>
                                  <m:ctrlPr>
                                    <a:rPr lang="en-US"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m:t>
                                        </m:r>
                                        <m:r>
                                          <a:rPr lang="en-GB" sz="4000" b="0" i="1" smtClean="0">
                                            <a:solidFill>
                                              <a:schemeClr val="bg1"/>
                                            </a:solidFill>
                                            <a:latin typeface="Cambria Math" panose="02040503050406030204" pitchFamily="18" charset="0"/>
                                          </a:rPr>
                                          <m:t>𝑛</m:t>
                                        </m:r>
                                      </m:sub>
                                    </m:sSub>
                                  </m:e>
                                </m:mr>
                                <m:mr>
                                  <m:e>
                                    <m:r>
                                      <a:rPr lang="en-GB" sz="4000" b="0" i="1" smtClean="0">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𝑛</m:t>
                                        </m:r>
                                      </m:sub>
                                    </m:sSub>
                                  </m:e>
                                </m:mr>
                              </m:m>
                            </m:e>
                            <m:e>
                              <m:m>
                                <m:mPr>
                                  <m:mcs>
                                    <m:mc>
                                      <m:mcPr>
                                        <m:count m:val="2"/>
                                        <m:mcJc m:val="center"/>
                                      </m:mcPr>
                                    </m:mc>
                                  </m:mcs>
                                  <m:ctrlPr>
                                    <a:rPr lang="en-US" sz="4000" i="1">
                                      <a:solidFill>
                                        <a:schemeClr val="bg1"/>
                                      </a:solidFill>
                                      <a:latin typeface="Cambria Math" panose="02040503050406030204" pitchFamily="18" charset="0"/>
                                    </a:rPr>
                                  </m:ctrlPr>
                                </m:mPr>
                                <m:mr>
                                  <m:e>
                                    <m:eqArr>
                                      <m:eqArrPr>
                                        <m:ctrlPr>
                                          <a:rPr lang="en-GB" sz="4000" b="0" i="1" smtClean="0">
                                            <a:solidFill>
                                              <a:schemeClr val="bg1"/>
                                            </a:solidFill>
                                            <a:latin typeface="Cambria Math" panose="02040503050406030204" pitchFamily="18" charset="0"/>
                                          </a:rPr>
                                        </m:ctrlPr>
                                      </m:eqArrPr>
                                      <m:e>
                                        <m:r>
                                          <a:rPr lang="en-GB" sz="4000" b="0" i="1" smtClean="0">
                                            <a:solidFill>
                                              <a:schemeClr val="bg1"/>
                                            </a:solidFill>
                                            <a:latin typeface="Cambria Math" panose="02040503050406030204" pitchFamily="18" charset="0"/>
                                          </a:rPr>
                                          <m:t>.</m:t>
                                        </m:r>
                                      </m:e>
                                      <m:e>
                                        <m:r>
                                          <a:rPr lang="en-GB" sz="4000" b="0" i="1" smtClean="0">
                                            <a:solidFill>
                                              <a:schemeClr val="bg1"/>
                                            </a:solidFill>
                                            <a:latin typeface="Cambria Math" panose="02040503050406030204" pitchFamily="18" charset="0"/>
                                          </a:rPr>
                                          <m:t>.</m:t>
                                        </m:r>
                                      </m:e>
                                    </m:eqArr>
                                  </m:e>
                                  <m:e>
                                    <m:eqArr>
                                      <m:eqArrPr>
                                        <m:ctrlPr>
                                          <a:rPr lang="en-GB" sz="4000" b="0" i="1" smtClean="0">
                                            <a:solidFill>
                                              <a:schemeClr val="bg1"/>
                                            </a:solidFill>
                                            <a:latin typeface="Cambria Math" panose="02040503050406030204" pitchFamily="18" charset="0"/>
                                          </a:rPr>
                                        </m:ctrlPr>
                                      </m:eqArrPr>
                                      <m:e>
                                        <m:r>
                                          <a:rPr lang="en-GB" sz="4000" b="0" i="1" smtClean="0">
                                            <a:solidFill>
                                              <a:schemeClr val="bg1"/>
                                            </a:solidFill>
                                            <a:latin typeface="Cambria Math" panose="02040503050406030204" pitchFamily="18" charset="0"/>
                                          </a:rPr>
                                          <m:t>.</m:t>
                                        </m:r>
                                      </m:e>
                                      <m:e>
                                        <m:r>
                                          <a:rPr lang="en-GB" sz="4000" b="0" i="1" smtClean="0">
                                            <a:solidFill>
                                              <a:schemeClr val="bg1"/>
                                            </a:solidFill>
                                            <a:latin typeface="Cambria Math" panose="02040503050406030204" pitchFamily="18" charset="0"/>
                                          </a:rPr>
                                          <m:t>.</m:t>
                                        </m:r>
                                      </m:e>
                                    </m:eqArr>
                                  </m:e>
                                </m:m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m:t>
                                        </m:r>
                                        <m:r>
                                          <a:rPr lang="en-GB" sz="4000" i="1">
                                            <a:solidFill>
                                              <a:schemeClr val="bg1"/>
                                            </a:solidFill>
                                            <a:latin typeface="Cambria Math" panose="02040503050406030204" pitchFamily="18" charset="0"/>
                                          </a:rPr>
                                          <m:t>1</m:t>
                                        </m:r>
                                      </m:sub>
                                    </m:sSub>
                                  </m:e>
                                  <m:e>
                                    <m:sSub>
                                      <m:sSubPr>
                                        <m:ctrlPr>
                                          <a:rPr lang="en-GB" sz="4000" i="1" smtClean="0">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m:t>
                                        </m:r>
                                        <m:r>
                                          <a:rPr lang="en-GB" sz="4000" b="0" i="1" smtClean="0">
                                            <a:solidFill>
                                              <a:schemeClr val="bg1"/>
                                            </a:solidFill>
                                            <a:latin typeface="Cambria Math" panose="02040503050406030204" pitchFamily="18" charset="0"/>
                                          </a:rPr>
                                          <m:t>2</m:t>
                                        </m:r>
                                      </m:sub>
                                    </m:sSub>
                                  </m:e>
                                </m:mr>
                              </m:m>
                              <m:r>
                                <a:rPr lang="en-GB" sz="4000" i="1">
                                  <a:solidFill>
                                    <a:schemeClr val="bg1"/>
                                  </a:solidFill>
                                  <a:latin typeface="Cambria Math" panose="02040503050406030204" pitchFamily="18" charset="0"/>
                                </a:rPr>
                                <m:t>   </m:t>
                              </m:r>
                              <m:m>
                                <m:mPr>
                                  <m:mcs>
                                    <m:mc>
                                      <m:mcPr>
                                        <m:count m:val="2"/>
                                        <m:mcJc m:val="center"/>
                                      </m:mcPr>
                                    </m:mc>
                                  </m:mcs>
                                  <m:ctrlPr>
                                    <a:rPr lang="en-US" sz="4000" i="1" smtClean="0">
                                      <a:solidFill>
                                        <a:schemeClr val="bg1"/>
                                      </a:solidFill>
                                      <a:latin typeface="Cambria Math" panose="02040503050406030204" pitchFamily="18" charset="0"/>
                                    </a:rPr>
                                  </m:ctrlPr>
                                </m:mPr>
                                <m:mr>
                                  <m:e>
                                    <m:r>
                                      <m:rPr>
                                        <m:brk m:alnAt="7"/>
                                      </m:rPr>
                                      <a:rPr lang="en-GB" sz="4000" i="1">
                                        <a:solidFill>
                                          <a:schemeClr val="bg1"/>
                                        </a:solidFill>
                                        <a:latin typeface="Cambria Math" panose="02040503050406030204" pitchFamily="18" charset="0"/>
                                      </a:rPr>
                                      <m:t>.</m:t>
                                    </m:r>
                                    <m:r>
                                      <a:rPr lang="en-GB" sz="4000" i="1">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3</m:t>
                                        </m:r>
                                        <m:r>
                                          <a:rPr lang="en-GB" sz="4000" b="0" i="1" smtClean="0">
                                            <a:solidFill>
                                              <a:schemeClr val="bg1"/>
                                            </a:solidFill>
                                            <a:latin typeface="Cambria Math" panose="02040503050406030204" pitchFamily="18" charset="0"/>
                                          </a:rPr>
                                          <m:t>𝑛</m:t>
                                        </m:r>
                                      </m:sub>
                                    </m:sSub>
                                  </m:e>
                                </m:mr>
                                <m:mr>
                                  <m:e>
                                    <m:r>
                                      <a:rPr lang="en-GB" sz="4000" i="1">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smtClean="0">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𝑚𝑛</m:t>
                                        </m:r>
                                      </m:sub>
                                    </m:sSub>
                                  </m:e>
                                </m:mr>
                              </m:m>
                            </m:e>
                          </m:eqArr>
                        </m:e>
                      </m:d>
                    </m:oMath>
                  </m:oMathPara>
                </a14:m>
                <a:endParaRPr lang="en-GB" sz="4000" dirty="0">
                  <a:solidFill>
                    <a:schemeClr val="bg1"/>
                  </a:solidFill>
                </a:endParaRPr>
              </a:p>
              <a:p>
                <a:endParaRPr lang="en-US" sz="4000" dirty="0">
                  <a:solidFill>
                    <a:schemeClr val="bg1"/>
                  </a:solidFill>
                </a:endParaRPr>
              </a:p>
            </p:txBody>
          </p:sp>
        </mc:Choice>
        <mc:Fallback>
          <p:sp>
            <p:nvSpPr>
              <p:cNvPr id="4" name="TextBox 3">
                <a:extLst>
                  <a:ext uri="{FF2B5EF4-FFF2-40B4-BE49-F238E27FC236}">
                    <a16:creationId xmlns:a16="http://schemas.microsoft.com/office/drawing/2014/main" id="{1AD73515-23B6-955C-3925-42F15A45C6D0}"/>
                  </a:ext>
                </a:extLst>
              </p:cNvPr>
              <p:cNvSpPr txBox="1">
                <a:spLocks noRot="1" noChangeAspect="1" noMove="1" noResize="1" noEditPoints="1" noAdjustHandles="1" noChangeArrowheads="1" noChangeShapeType="1" noTextEdit="1"/>
              </p:cNvSpPr>
              <p:nvPr/>
            </p:nvSpPr>
            <p:spPr>
              <a:xfrm>
                <a:off x="5463072" y="2216254"/>
                <a:ext cx="5985589" cy="2993063"/>
              </a:xfrm>
              <a:prstGeom prst="rect">
                <a:avLst/>
              </a:prstGeom>
              <a:blipFill>
                <a:blip r:embed="rId3"/>
                <a:stretch>
                  <a:fillRect l="-1483"/>
                </a:stretch>
              </a:blipFill>
            </p:spPr>
            <p:txBody>
              <a:bodyPr/>
              <a:lstStyle/>
              <a:p>
                <a:r>
                  <a:rPr lang="en-US">
                    <a:noFill/>
                  </a:rPr>
                  <a:t> </a:t>
                </a:r>
              </a:p>
            </p:txBody>
          </p:sp>
        </mc:Fallback>
      </mc:AlternateContent>
    </p:spTree>
    <p:extLst>
      <p:ext uri="{BB962C8B-B14F-4D97-AF65-F5344CB8AC3E}">
        <p14:creationId xmlns:p14="http://schemas.microsoft.com/office/powerpoint/2010/main" val="1450769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5DC96-81EC-BBB9-581E-B8642B3FB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B930D-5D59-76DB-3A5E-6B245C38F3E4}"/>
              </a:ext>
            </a:extLst>
          </p:cNvPr>
          <p:cNvSpPr>
            <a:spLocks noGrp="1"/>
          </p:cNvSpPr>
          <p:nvPr>
            <p:ph type="title"/>
          </p:nvPr>
        </p:nvSpPr>
        <p:spPr/>
        <p:txBody>
          <a:bodyPr/>
          <a:lstStyle/>
          <a:p>
            <a:r>
              <a:rPr lang="en-US" dirty="0"/>
              <a:t>Notation of Matrices</a:t>
            </a:r>
          </a:p>
        </p:txBody>
      </p:sp>
      <p:sp>
        <p:nvSpPr>
          <p:cNvPr id="22" name="Content Placeholder 2">
            <a:extLst>
              <a:ext uri="{FF2B5EF4-FFF2-40B4-BE49-F238E27FC236}">
                <a16:creationId xmlns:a16="http://schemas.microsoft.com/office/drawing/2014/main" id="{C85C8890-AC3A-21B7-4B1B-91DA53D3F45C}"/>
              </a:ext>
            </a:extLst>
          </p:cNvPr>
          <p:cNvSpPr txBox="1">
            <a:spLocks/>
          </p:cNvSpPr>
          <p:nvPr/>
        </p:nvSpPr>
        <p:spPr>
          <a:xfrm>
            <a:off x="838200" y="2286869"/>
            <a:ext cx="4470918"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A matrix is represented by the uppercase letter, in this case, 'A'</a:t>
            </a:r>
            <a:endParaRPr lang="en-US"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56C1227-A4AA-162F-BF44-79BEE1CC9686}"/>
                  </a:ext>
                </a:extLst>
              </p:cNvPr>
              <p:cNvSpPr txBox="1"/>
              <p:nvPr/>
            </p:nvSpPr>
            <p:spPr>
              <a:xfrm>
                <a:off x="5463072" y="2216254"/>
                <a:ext cx="5985589" cy="29930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eqArr>
                            <m:eqArrPr>
                              <m:ctrlPr>
                                <a:rPr lang="en-US" sz="4000" i="1">
                                  <a:solidFill>
                                    <a:schemeClr val="bg1"/>
                                  </a:solidFill>
                                  <a:latin typeface="Cambria Math" panose="02040503050406030204" pitchFamily="18" charset="0"/>
                                </a:rPr>
                              </m:ctrlPr>
                            </m:eqArrPr>
                            <m:e>
                              <m:m>
                                <m:mPr>
                                  <m:mcs>
                                    <m:mc>
                                      <m:mcPr>
                                        <m:count m:val="2"/>
                                        <m:mcJc m:val="center"/>
                                      </m:mcPr>
                                    </m:mc>
                                  </m:mcs>
                                  <m:ctrlPr>
                                    <a:rPr lang="en-US" sz="4000" i="1">
                                      <a:solidFill>
                                        <a:schemeClr val="bg1"/>
                                      </a:solidFill>
                                      <a:latin typeface="Cambria Math" panose="02040503050406030204" pitchFamily="18" charset="0"/>
                                    </a:rPr>
                                  </m:ctrlPr>
                                </m:mP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11</m:t>
                                        </m:r>
                                      </m:sub>
                                    </m:sSub>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m:t>
                                        </m:r>
                                        <m:r>
                                          <a:rPr lang="en-GB" sz="4000" b="0" i="1" smtClean="0">
                                            <a:solidFill>
                                              <a:schemeClr val="bg1"/>
                                            </a:solidFill>
                                            <a:latin typeface="Cambria Math" panose="02040503050406030204" pitchFamily="18" charset="0"/>
                                          </a:rPr>
                                          <m:t>2</m:t>
                                        </m:r>
                                      </m:sub>
                                    </m:sSub>
                                  </m:e>
                                </m:m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m:t>
                                        </m:r>
                                        <m:r>
                                          <a:rPr lang="en-GB" sz="4000" i="1">
                                            <a:solidFill>
                                              <a:schemeClr val="bg1"/>
                                            </a:solidFill>
                                            <a:latin typeface="Cambria Math" panose="02040503050406030204" pitchFamily="18" charset="0"/>
                                          </a:rPr>
                                          <m:t>1</m:t>
                                        </m:r>
                                      </m:sub>
                                    </m:sSub>
                                  </m:e>
                                  <m:e>
                                    <m:sSub>
                                      <m:sSubPr>
                                        <m:ctrlPr>
                                          <a:rPr lang="en-GB" sz="4000" i="1" smtClean="0">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22</m:t>
                                        </m:r>
                                      </m:sub>
                                    </m:sSub>
                                  </m:e>
                                </m:mr>
                              </m:m>
                              <m:r>
                                <a:rPr lang="en-GB" sz="4000" i="1">
                                  <a:solidFill>
                                    <a:schemeClr val="bg1"/>
                                  </a:solidFill>
                                  <a:latin typeface="Cambria Math" panose="02040503050406030204" pitchFamily="18" charset="0"/>
                                </a:rPr>
                                <m:t>   </m:t>
                              </m:r>
                              <m:m>
                                <m:mPr>
                                  <m:mcs>
                                    <m:mc>
                                      <m:mcPr>
                                        <m:count m:val="2"/>
                                        <m:mcJc m:val="center"/>
                                      </m:mcPr>
                                    </m:mc>
                                  </m:mcs>
                                  <m:ctrlPr>
                                    <a:rPr lang="en-US"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m:t>
                                        </m:r>
                                        <m:r>
                                          <a:rPr lang="en-GB" sz="4000" b="0" i="1" smtClean="0">
                                            <a:solidFill>
                                              <a:schemeClr val="bg1"/>
                                            </a:solidFill>
                                            <a:latin typeface="Cambria Math" panose="02040503050406030204" pitchFamily="18" charset="0"/>
                                          </a:rPr>
                                          <m:t>𝑛</m:t>
                                        </m:r>
                                      </m:sub>
                                    </m:sSub>
                                  </m:e>
                                </m:mr>
                                <m:mr>
                                  <m:e>
                                    <m:r>
                                      <a:rPr lang="en-GB" sz="4000" b="0" i="1" smtClean="0">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𝑛</m:t>
                                        </m:r>
                                      </m:sub>
                                    </m:sSub>
                                  </m:e>
                                </m:mr>
                              </m:m>
                            </m:e>
                            <m:e>
                              <m:m>
                                <m:mPr>
                                  <m:mcs>
                                    <m:mc>
                                      <m:mcPr>
                                        <m:count m:val="2"/>
                                        <m:mcJc m:val="center"/>
                                      </m:mcPr>
                                    </m:mc>
                                  </m:mcs>
                                  <m:ctrlPr>
                                    <a:rPr lang="en-US" sz="4000" i="1">
                                      <a:solidFill>
                                        <a:schemeClr val="bg1"/>
                                      </a:solidFill>
                                      <a:latin typeface="Cambria Math" panose="02040503050406030204" pitchFamily="18" charset="0"/>
                                    </a:rPr>
                                  </m:ctrlPr>
                                </m:mPr>
                                <m:mr>
                                  <m:e>
                                    <m:eqArr>
                                      <m:eqArrPr>
                                        <m:ctrlPr>
                                          <a:rPr lang="en-GB" sz="4000" b="0" i="1" smtClean="0">
                                            <a:solidFill>
                                              <a:schemeClr val="bg1"/>
                                            </a:solidFill>
                                            <a:latin typeface="Cambria Math" panose="02040503050406030204" pitchFamily="18" charset="0"/>
                                          </a:rPr>
                                        </m:ctrlPr>
                                      </m:eqArrPr>
                                      <m:e>
                                        <m:r>
                                          <a:rPr lang="en-GB" sz="4000" b="0" i="1" smtClean="0">
                                            <a:solidFill>
                                              <a:schemeClr val="bg1"/>
                                            </a:solidFill>
                                            <a:latin typeface="Cambria Math" panose="02040503050406030204" pitchFamily="18" charset="0"/>
                                          </a:rPr>
                                          <m:t>.</m:t>
                                        </m:r>
                                      </m:e>
                                      <m:e>
                                        <m:r>
                                          <a:rPr lang="en-GB" sz="4000" b="0" i="1" smtClean="0">
                                            <a:solidFill>
                                              <a:schemeClr val="bg1"/>
                                            </a:solidFill>
                                            <a:latin typeface="Cambria Math" panose="02040503050406030204" pitchFamily="18" charset="0"/>
                                          </a:rPr>
                                          <m:t>.</m:t>
                                        </m:r>
                                      </m:e>
                                    </m:eqArr>
                                  </m:e>
                                  <m:e>
                                    <m:eqArr>
                                      <m:eqArrPr>
                                        <m:ctrlPr>
                                          <a:rPr lang="en-GB" sz="4000" b="0" i="1" smtClean="0">
                                            <a:solidFill>
                                              <a:schemeClr val="bg1"/>
                                            </a:solidFill>
                                            <a:latin typeface="Cambria Math" panose="02040503050406030204" pitchFamily="18" charset="0"/>
                                          </a:rPr>
                                        </m:ctrlPr>
                                      </m:eqArrPr>
                                      <m:e>
                                        <m:r>
                                          <a:rPr lang="en-GB" sz="4000" b="0" i="1" smtClean="0">
                                            <a:solidFill>
                                              <a:schemeClr val="bg1"/>
                                            </a:solidFill>
                                            <a:latin typeface="Cambria Math" panose="02040503050406030204" pitchFamily="18" charset="0"/>
                                          </a:rPr>
                                          <m:t>.</m:t>
                                        </m:r>
                                      </m:e>
                                      <m:e>
                                        <m:r>
                                          <a:rPr lang="en-GB" sz="4000" b="0" i="1" smtClean="0">
                                            <a:solidFill>
                                              <a:schemeClr val="bg1"/>
                                            </a:solidFill>
                                            <a:latin typeface="Cambria Math" panose="02040503050406030204" pitchFamily="18" charset="0"/>
                                          </a:rPr>
                                          <m:t>.</m:t>
                                        </m:r>
                                      </m:e>
                                    </m:eqArr>
                                  </m:e>
                                </m:m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m:t>
                                        </m:r>
                                        <m:r>
                                          <a:rPr lang="en-GB" sz="4000" i="1">
                                            <a:solidFill>
                                              <a:schemeClr val="bg1"/>
                                            </a:solidFill>
                                            <a:latin typeface="Cambria Math" panose="02040503050406030204" pitchFamily="18" charset="0"/>
                                          </a:rPr>
                                          <m:t>1</m:t>
                                        </m:r>
                                      </m:sub>
                                    </m:sSub>
                                  </m:e>
                                  <m:e>
                                    <m:sSub>
                                      <m:sSubPr>
                                        <m:ctrlPr>
                                          <a:rPr lang="en-GB" sz="4000" i="1" smtClean="0">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m:t>
                                        </m:r>
                                        <m:r>
                                          <a:rPr lang="en-GB" sz="4000" b="0" i="1" smtClean="0">
                                            <a:solidFill>
                                              <a:schemeClr val="bg1"/>
                                            </a:solidFill>
                                            <a:latin typeface="Cambria Math" panose="02040503050406030204" pitchFamily="18" charset="0"/>
                                          </a:rPr>
                                          <m:t>2</m:t>
                                        </m:r>
                                      </m:sub>
                                    </m:sSub>
                                  </m:e>
                                </m:mr>
                              </m:m>
                              <m:r>
                                <a:rPr lang="en-GB" sz="4000" i="1">
                                  <a:solidFill>
                                    <a:schemeClr val="bg1"/>
                                  </a:solidFill>
                                  <a:latin typeface="Cambria Math" panose="02040503050406030204" pitchFamily="18" charset="0"/>
                                </a:rPr>
                                <m:t>   </m:t>
                              </m:r>
                              <m:m>
                                <m:mPr>
                                  <m:mcs>
                                    <m:mc>
                                      <m:mcPr>
                                        <m:count m:val="2"/>
                                        <m:mcJc m:val="center"/>
                                      </m:mcPr>
                                    </m:mc>
                                  </m:mcs>
                                  <m:ctrlPr>
                                    <a:rPr lang="en-US" sz="4000" i="1" smtClean="0">
                                      <a:solidFill>
                                        <a:schemeClr val="bg1"/>
                                      </a:solidFill>
                                      <a:latin typeface="Cambria Math" panose="02040503050406030204" pitchFamily="18" charset="0"/>
                                    </a:rPr>
                                  </m:ctrlPr>
                                </m:mPr>
                                <m:mr>
                                  <m:e>
                                    <m:r>
                                      <m:rPr>
                                        <m:brk m:alnAt="7"/>
                                      </m:rPr>
                                      <a:rPr lang="en-GB" sz="4000" i="1">
                                        <a:solidFill>
                                          <a:schemeClr val="bg1"/>
                                        </a:solidFill>
                                        <a:latin typeface="Cambria Math" panose="02040503050406030204" pitchFamily="18" charset="0"/>
                                      </a:rPr>
                                      <m:t>.</m:t>
                                    </m:r>
                                    <m:r>
                                      <a:rPr lang="en-GB" sz="4000" i="1">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3</m:t>
                                        </m:r>
                                        <m:r>
                                          <a:rPr lang="en-GB" sz="4000" b="0" i="1" smtClean="0">
                                            <a:solidFill>
                                              <a:schemeClr val="bg1"/>
                                            </a:solidFill>
                                            <a:latin typeface="Cambria Math" panose="02040503050406030204" pitchFamily="18" charset="0"/>
                                          </a:rPr>
                                          <m:t>𝑛</m:t>
                                        </m:r>
                                      </m:sub>
                                    </m:sSub>
                                  </m:e>
                                </m:mr>
                                <m:mr>
                                  <m:e>
                                    <m:r>
                                      <a:rPr lang="en-GB" sz="4000" i="1">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smtClean="0">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𝑚𝑛</m:t>
                                        </m:r>
                                      </m:sub>
                                    </m:sSub>
                                  </m:e>
                                </m:mr>
                              </m:m>
                            </m:e>
                          </m:eqArr>
                        </m:e>
                      </m:d>
                    </m:oMath>
                  </m:oMathPara>
                </a14:m>
                <a:endParaRPr lang="en-GB" sz="4000" dirty="0">
                  <a:solidFill>
                    <a:schemeClr val="bg1"/>
                  </a:solidFill>
                </a:endParaRPr>
              </a:p>
              <a:p>
                <a:endParaRPr lang="en-US" sz="4000" dirty="0">
                  <a:solidFill>
                    <a:schemeClr val="bg1"/>
                  </a:solidFill>
                </a:endParaRPr>
              </a:p>
            </p:txBody>
          </p:sp>
        </mc:Choice>
        <mc:Fallback>
          <p:sp>
            <p:nvSpPr>
              <p:cNvPr id="4" name="TextBox 3">
                <a:extLst>
                  <a:ext uri="{FF2B5EF4-FFF2-40B4-BE49-F238E27FC236}">
                    <a16:creationId xmlns:a16="http://schemas.microsoft.com/office/drawing/2014/main" id="{356C1227-A4AA-162F-BF44-79BEE1CC9686}"/>
                  </a:ext>
                </a:extLst>
              </p:cNvPr>
              <p:cNvSpPr txBox="1">
                <a:spLocks noRot="1" noChangeAspect="1" noMove="1" noResize="1" noEditPoints="1" noAdjustHandles="1" noChangeArrowheads="1" noChangeShapeType="1" noTextEdit="1"/>
              </p:cNvSpPr>
              <p:nvPr/>
            </p:nvSpPr>
            <p:spPr>
              <a:xfrm>
                <a:off x="5463072" y="2216254"/>
                <a:ext cx="5985589" cy="2993063"/>
              </a:xfrm>
              <a:prstGeom prst="rect">
                <a:avLst/>
              </a:prstGeom>
              <a:blipFill>
                <a:blip r:embed="rId2"/>
                <a:stretch>
                  <a:fillRect l="-1483"/>
                </a:stretch>
              </a:blipFill>
            </p:spPr>
            <p:txBody>
              <a:bodyPr/>
              <a:lstStyle/>
              <a:p>
                <a:r>
                  <a:rPr lang="en-US">
                    <a:noFill/>
                  </a:rPr>
                  <a:t> </a:t>
                </a:r>
              </a:p>
            </p:txBody>
          </p:sp>
        </mc:Fallback>
      </mc:AlternateContent>
    </p:spTree>
    <p:extLst>
      <p:ext uri="{BB962C8B-B14F-4D97-AF65-F5344CB8AC3E}">
        <p14:creationId xmlns:p14="http://schemas.microsoft.com/office/powerpoint/2010/main" val="227551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6370-F8AE-7294-F4C5-CD36FCD0D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21580-16AA-07A5-BBF4-CC1A17626889}"/>
              </a:ext>
            </a:extLst>
          </p:cNvPr>
          <p:cNvSpPr>
            <a:spLocks noGrp="1"/>
          </p:cNvSpPr>
          <p:nvPr>
            <p:ph type="title"/>
          </p:nvPr>
        </p:nvSpPr>
        <p:spPr/>
        <p:txBody>
          <a:bodyPr/>
          <a:lstStyle/>
          <a:p>
            <a:r>
              <a:rPr lang="en-US" dirty="0"/>
              <a:t>Notation of Matrices</a:t>
            </a:r>
          </a:p>
        </p:txBody>
      </p:sp>
      <p:sp>
        <p:nvSpPr>
          <p:cNvPr id="22" name="Content Placeholder 2">
            <a:extLst>
              <a:ext uri="{FF2B5EF4-FFF2-40B4-BE49-F238E27FC236}">
                <a16:creationId xmlns:a16="http://schemas.microsoft.com/office/drawing/2014/main" id="{81145433-E799-91E3-3DD2-13D681EFB355}"/>
              </a:ext>
            </a:extLst>
          </p:cNvPr>
          <p:cNvSpPr txBox="1">
            <a:spLocks/>
          </p:cNvSpPr>
          <p:nvPr/>
        </p:nvSpPr>
        <p:spPr>
          <a:xfrm>
            <a:off x="838200" y="2286869"/>
            <a:ext cx="4470918"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and the elements in the matrix are represented by the lower case letter and two subscripts representing the position of the element in the number of row and column in the same order,</a:t>
            </a:r>
            <a:endParaRPr lang="en-US"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D047736-1140-DB2D-7F47-838C6AAF7F6A}"/>
                  </a:ext>
                </a:extLst>
              </p:cNvPr>
              <p:cNvSpPr txBox="1"/>
              <p:nvPr/>
            </p:nvSpPr>
            <p:spPr>
              <a:xfrm>
                <a:off x="5463072" y="2216254"/>
                <a:ext cx="5985589" cy="29930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eqArr>
                            <m:eqArrPr>
                              <m:ctrlPr>
                                <a:rPr lang="en-US" sz="4000" i="1">
                                  <a:solidFill>
                                    <a:schemeClr val="bg1"/>
                                  </a:solidFill>
                                  <a:latin typeface="Cambria Math" panose="02040503050406030204" pitchFamily="18" charset="0"/>
                                </a:rPr>
                              </m:ctrlPr>
                            </m:eqArrPr>
                            <m:e>
                              <m:m>
                                <m:mPr>
                                  <m:mcs>
                                    <m:mc>
                                      <m:mcPr>
                                        <m:count m:val="2"/>
                                        <m:mcJc m:val="center"/>
                                      </m:mcPr>
                                    </m:mc>
                                  </m:mcs>
                                  <m:ctrlPr>
                                    <a:rPr lang="en-US" sz="4000" i="1">
                                      <a:solidFill>
                                        <a:schemeClr val="bg1"/>
                                      </a:solidFill>
                                      <a:latin typeface="Cambria Math" panose="02040503050406030204" pitchFamily="18" charset="0"/>
                                    </a:rPr>
                                  </m:ctrlPr>
                                </m:mP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11</m:t>
                                        </m:r>
                                      </m:sub>
                                    </m:sSub>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m:t>
                                        </m:r>
                                        <m:r>
                                          <a:rPr lang="en-GB" sz="4000" b="0" i="1" smtClean="0">
                                            <a:solidFill>
                                              <a:schemeClr val="bg1"/>
                                            </a:solidFill>
                                            <a:latin typeface="Cambria Math" panose="02040503050406030204" pitchFamily="18" charset="0"/>
                                          </a:rPr>
                                          <m:t>2</m:t>
                                        </m:r>
                                      </m:sub>
                                    </m:sSub>
                                  </m:e>
                                </m:m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m:t>
                                        </m:r>
                                        <m:r>
                                          <a:rPr lang="en-GB" sz="4000" i="1">
                                            <a:solidFill>
                                              <a:schemeClr val="bg1"/>
                                            </a:solidFill>
                                            <a:latin typeface="Cambria Math" panose="02040503050406030204" pitchFamily="18" charset="0"/>
                                          </a:rPr>
                                          <m:t>1</m:t>
                                        </m:r>
                                      </m:sub>
                                    </m:sSub>
                                  </m:e>
                                  <m:e>
                                    <m:sSub>
                                      <m:sSubPr>
                                        <m:ctrlPr>
                                          <a:rPr lang="en-GB" sz="4000" i="1" smtClean="0">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22</m:t>
                                        </m:r>
                                      </m:sub>
                                    </m:sSub>
                                  </m:e>
                                </m:mr>
                              </m:m>
                              <m:r>
                                <a:rPr lang="en-GB" sz="4000" i="1">
                                  <a:solidFill>
                                    <a:schemeClr val="bg1"/>
                                  </a:solidFill>
                                  <a:latin typeface="Cambria Math" panose="02040503050406030204" pitchFamily="18" charset="0"/>
                                </a:rPr>
                                <m:t>   </m:t>
                              </m:r>
                              <m:m>
                                <m:mPr>
                                  <m:mcs>
                                    <m:mc>
                                      <m:mcPr>
                                        <m:count m:val="2"/>
                                        <m:mcJc m:val="center"/>
                                      </m:mcPr>
                                    </m:mc>
                                  </m:mcs>
                                  <m:ctrlPr>
                                    <a:rPr lang="en-US"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i="1">
                                            <a:solidFill>
                                              <a:schemeClr val="bg1"/>
                                            </a:solidFill>
                                            <a:latin typeface="Cambria Math" panose="02040503050406030204" pitchFamily="18" charset="0"/>
                                          </a:rPr>
                                          <m:t>1</m:t>
                                        </m:r>
                                        <m:r>
                                          <a:rPr lang="en-GB" sz="4000" b="0" i="1" smtClean="0">
                                            <a:solidFill>
                                              <a:schemeClr val="bg1"/>
                                            </a:solidFill>
                                            <a:latin typeface="Cambria Math" panose="02040503050406030204" pitchFamily="18" charset="0"/>
                                          </a:rPr>
                                          <m:t>𝑛</m:t>
                                        </m:r>
                                      </m:sub>
                                    </m:sSub>
                                  </m:e>
                                </m:mr>
                                <m:mr>
                                  <m:e>
                                    <m:r>
                                      <a:rPr lang="en-GB" sz="4000" b="0" i="1" smtClean="0">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𝑛</m:t>
                                        </m:r>
                                      </m:sub>
                                    </m:sSub>
                                  </m:e>
                                </m:mr>
                              </m:m>
                            </m:e>
                            <m:e>
                              <m:m>
                                <m:mPr>
                                  <m:mcs>
                                    <m:mc>
                                      <m:mcPr>
                                        <m:count m:val="2"/>
                                        <m:mcJc m:val="center"/>
                                      </m:mcPr>
                                    </m:mc>
                                  </m:mcs>
                                  <m:ctrlPr>
                                    <a:rPr lang="en-US" sz="4000" i="1">
                                      <a:solidFill>
                                        <a:schemeClr val="bg1"/>
                                      </a:solidFill>
                                      <a:latin typeface="Cambria Math" panose="02040503050406030204" pitchFamily="18" charset="0"/>
                                    </a:rPr>
                                  </m:ctrlPr>
                                </m:mPr>
                                <m:mr>
                                  <m:e>
                                    <m:eqArr>
                                      <m:eqArrPr>
                                        <m:ctrlPr>
                                          <a:rPr lang="en-GB" sz="4000" b="0" i="1" smtClean="0">
                                            <a:solidFill>
                                              <a:schemeClr val="bg1"/>
                                            </a:solidFill>
                                            <a:latin typeface="Cambria Math" panose="02040503050406030204" pitchFamily="18" charset="0"/>
                                          </a:rPr>
                                        </m:ctrlPr>
                                      </m:eqArrPr>
                                      <m:e>
                                        <m:r>
                                          <a:rPr lang="en-GB" sz="4000" b="0" i="1" smtClean="0">
                                            <a:solidFill>
                                              <a:schemeClr val="bg1"/>
                                            </a:solidFill>
                                            <a:latin typeface="Cambria Math" panose="02040503050406030204" pitchFamily="18" charset="0"/>
                                          </a:rPr>
                                          <m:t>.</m:t>
                                        </m:r>
                                      </m:e>
                                      <m:e>
                                        <m:r>
                                          <a:rPr lang="en-GB" sz="4000" b="0" i="1" smtClean="0">
                                            <a:solidFill>
                                              <a:schemeClr val="bg1"/>
                                            </a:solidFill>
                                            <a:latin typeface="Cambria Math" panose="02040503050406030204" pitchFamily="18" charset="0"/>
                                          </a:rPr>
                                          <m:t>.</m:t>
                                        </m:r>
                                      </m:e>
                                    </m:eqArr>
                                  </m:e>
                                  <m:e>
                                    <m:eqArr>
                                      <m:eqArrPr>
                                        <m:ctrlPr>
                                          <a:rPr lang="en-GB" sz="4000" b="0" i="1" smtClean="0">
                                            <a:solidFill>
                                              <a:schemeClr val="bg1"/>
                                            </a:solidFill>
                                            <a:latin typeface="Cambria Math" panose="02040503050406030204" pitchFamily="18" charset="0"/>
                                          </a:rPr>
                                        </m:ctrlPr>
                                      </m:eqArrPr>
                                      <m:e>
                                        <m:r>
                                          <a:rPr lang="en-GB" sz="4000" b="0" i="1" smtClean="0">
                                            <a:solidFill>
                                              <a:schemeClr val="bg1"/>
                                            </a:solidFill>
                                            <a:latin typeface="Cambria Math" panose="02040503050406030204" pitchFamily="18" charset="0"/>
                                          </a:rPr>
                                          <m:t>.</m:t>
                                        </m:r>
                                      </m:e>
                                      <m:e>
                                        <m:r>
                                          <a:rPr lang="en-GB" sz="4000" b="0" i="1" smtClean="0">
                                            <a:solidFill>
                                              <a:schemeClr val="bg1"/>
                                            </a:solidFill>
                                            <a:latin typeface="Cambria Math" panose="02040503050406030204" pitchFamily="18" charset="0"/>
                                          </a:rPr>
                                          <m:t>.</m:t>
                                        </m:r>
                                      </m:e>
                                    </m:eqArr>
                                  </m:e>
                                </m:mr>
                                <m:mr>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m:t>
                                        </m:r>
                                        <m:r>
                                          <a:rPr lang="en-GB" sz="4000" i="1">
                                            <a:solidFill>
                                              <a:schemeClr val="bg1"/>
                                            </a:solidFill>
                                            <a:latin typeface="Cambria Math" panose="02040503050406030204" pitchFamily="18" charset="0"/>
                                          </a:rPr>
                                          <m:t>1</m:t>
                                        </m:r>
                                      </m:sub>
                                    </m:sSub>
                                  </m:e>
                                  <m:e>
                                    <m:sSub>
                                      <m:sSubPr>
                                        <m:ctrlPr>
                                          <a:rPr lang="en-GB" sz="4000" i="1" smtClean="0">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m:t>
                                        </m:r>
                                        <m:r>
                                          <a:rPr lang="en-GB" sz="4000" b="0" i="1" smtClean="0">
                                            <a:solidFill>
                                              <a:schemeClr val="bg1"/>
                                            </a:solidFill>
                                            <a:latin typeface="Cambria Math" panose="02040503050406030204" pitchFamily="18" charset="0"/>
                                          </a:rPr>
                                          <m:t>2</m:t>
                                        </m:r>
                                      </m:sub>
                                    </m:sSub>
                                  </m:e>
                                </m:mr>
                              </m:m>
                              <m:r>
                                <a:rPr lang="en-GB" sz="4000" i="1">
                                  <a:solidFill>
                                    <a:schemeClr val="bg1"/>
                                  </a:solidFill>
                                  <a:latin typeface="Cambria Math" panose="02040503050406030204" pitchFamily="18" charset="0"/>
                                </a:rPr>
                                <m:t>   </m:t>
                              </m:r>
                              <m:m>
                                <m:mPr>
                                  <m:mcs>
                                    <m:mc>
                                      <m:mcPr>
                                        <m:count m:val="2"/>
                                        <m:mcJc m:val="center"/>
                                      </m:mcPr>
                                    </m:mc>
                                  </m:mcs>
                                  <m:ctrlPr>
                                    <a:rPr lang="en-US" sz="4000" i="1" smtClean="0">
                                      <a:solidFill>
                                        <a:schemeClr val="bg1"/>
                                      </a:solidFill>
                                      <a:latin typeface="Cambria Math" panose="02040503050406030204" pitchFamily="18" charset="0"/>
                                    </a:rPr>
                                  </m:ctrlPr>
                                </m:mPr>
                                <m:mr>
                                  <m:e>
                                    <m:r>
                                      <m:rPr>
                                        <m:brk m:alnAt="7"/>
                                      </m:rPr>
                                      <a:rPr lang="en-GB" sz="4000" i="1">
                                        <a:solidFill>
                                          <a:schemeClr val="bg1"/>
                                        </a:solidFill>
                                        <a:latin typeface="Cambria Math" panose="02040503050406030204" pitchFamily="18" charset="0"/>
                                      </a:rPr>
                                      <m:t>.</m:t>
                                    </m:r>
                                    <m:r>
                                      <a:rPr lang="en-GB" sz="4000" i="1">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3</m:t>
                                        </m:r>
                                        <m:r>
                                          <a:rPr lang="en-GB" sz="4000" b="0" i="1" smtClean="0">
                                            <a:solidFill>
                                              <a:schemeClr val="bg1"/>
                                            </a:solidFill>
                                            <a:latin typeface="Cambria Math" panose="02040503050406030204" pitchFamily="18" charset="0"/>
                                          </a:rPr>
                                          <m:t>𝑛</m:t>
                                        </m:r>
                                      </m:sub>
                                    </m:sSub>
                                  </m:e>
                                </m:mr>
                                <m:mr>
                                  <m:e>
                                    <m:r>
                                      <a:rPr lang="en-GB" sz="4000" i="1">
                                        <a:solidFill>
                                          <a:schemeClr val="bg1"/>
                                        </a:solidFill>
                                        <a:latin typeface="Cambria Math" panose="02040503050406030204" pitchFamily="18" charset="0"/>
                                      </a:rPr>
                                      <m:t>..</m:t>
                                    </m:r>
                                  </m:e>
                                  <m:e>
                                    <m:sSub>
                                      <m:sSubPr>
                                        <m:ctrlPr>
                                          <a:rPr lang="en-GB" sz="4000" i="1">
                                            <a:solidFill>
                                              <a:schemeClr val="bg1"/>
                                            </a:solidFill>
                                            <a:latin typeface="Cambria Math" panose="02040503050406030204" pitchFamily="18" charset="0"/>
                                          </a:rPr>
                                        </m:ctrlPr>
                                      </m:sSubPr>
                                      <m:e>
                                        <m:r>
                                          <a:rPr lang="en-GB" sz="4000" i="1" smtClean="0">
                                            <a:solidFill>
                                              <a:schemeClr val="bg1"/>
                                            </a:solidFill>
                                            <a:latin typeface="Cambria Math" panose="02040503050406030204" pitchFamily="18" charset="0"/>
                                          </a:rPr>
                                          <m:t>𝑎</m:t>
                                        </m:r>
                                      </m:e>
                                      <m:sub>
                                        <m:r>
                                          <a:rPr lang="en-GB" sz="4000" b="0" i="1" smtClean="0">
                                            <a:solidFill>
                                              <a:schemeClr val="bg1"/>
                                            </a:solidFill>
                                            <a:latin typeface="Cambria Math" panose="02040503050406030204" pitchFamily="18" charset="0"/>
                                          </a:rPr>
                                          <m:t>𝑚𝑛</m:t>
                                        </m:r>
                                      </m:sub>
                                    </m:sSub>
                                  </m:e>
                                </m:mr>
                              </m:m>
                            </m:e>
                          </m:eqArr>
                        </m:e>
                      </m:d>
                    </m:oMath>
                  </m:oMathPara>
                </a14:m>
                <a:endParaRPr lang="en-GB" sz="4000" dirty="0">
                  <a:solidFill>
                    <a:schemeClr val="bg1"/>
                  </a:solidFill>
                </a:endParaRPr>
              </a:p>
              <a:p>
                <a:endParaRPr lang="en-US" sz="4000" dirty="0">
                  <a:solidFill>
                    <a:schemeClr val="bg1"/>
                  </a:solidFill>
                </a:endParaRPr>
              </a:p>
            </p:txBody>
          </p:sp>
        </mc:Choice>
        <mc:Fallback>
          <p:sp>
            <p:nvSpPr>
              <p:cNvPr id="4" name="TextBox 3">
                <a:extLst>
                  <a:ext uri="{FF2B5EF4-FFF2-40B4-BE49-F238E27FC236}">
                    <a16:creationId xmlns:a16="http://schemas.microsoft.com/office/drawing/2014/main" id="{4D047736-1140-DB2D-7F47-838C6AAF7F6A}"/>
                  </a:ext>
                </a:extLst>
              </p:cNvPr>
              <p:cNvSpPr txBox="1">
                <a:spLocks noRot="1" noChangeAspect="1" noMove="1" noResize="1" noEditPoints="1" noAdjustHandles="1" noChangeArrowheads="1" noChangeShapeType="1" noTextEdit="1"/>
              </p:cNvSpPr>
              <p:nvPr/>
            </p:nvSpPr>
            <p:spPr>
              <a:xfrm>
                <a:off x="5463072" y="2216254"/>
                <a:ext cx="5985589" cy="2993063"/>
              </a:xfrm>
              <a:prstGeom prst="rect">
                <a:avLst/>
              </a:prstGeom>
              <a:blipFill>
                <a:blip r:embed="rId2"/>
                <a:stretch>
                  <a:fillRect l="-1483"/>
                </a:stretch>
              </a:blipFill>
            </p:spPr>
            <p:txBody>
              <a:bodyPr/>
              <a:lstStyle/>
              <a:p>
                <a:r>
                  <a:rPr lang="en-US">
                    <a:noFill/>
                  </a:rPr>
                  <a:t> </a:t>
                </a:r>
              </a:p>
            </p:txBody>
          </p:sp>
        </mc:Fallback>
      </mc:AlternateContent>
    </p:spTree>
    <p:extLst>
      <p:ext uri="{BB962C8B-B14F-4D97-AF65-F5344CB8AC3E}">
        <p14:creationId xmlns:p14="http://schemas.microsoft.com/office/powerpoint/2010/main" val="2094813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A995-81D7-CBCE-EB7C-3873B6EBF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37075-66BD-1F40-A0CD-3DD26573E881}"/>
              </a:ext>
            </a:extLst>
          </p:cNvPr>
          <p:cNvSpPr>
            <a:spLocks noGrp="1"/>
          </p:cNvSpPr>
          <p:nvPr>
            <p:ph type="title"/>
          </p:nvPr>
        </p:nvSpPr>
        <p:spPr/>
        <p:txBody>
          <a:bodyPr/>
          <a:lstStyle/>
          <a:p>
            <a:r>
              <a:rPr lang="en-US" dirty="0"/>
              <a:t>Notation of Matrices</a:t>
            </a:r>
          </a:p>
        </p:txBody>
      </p:sp>
      <mc:AlternateContent xmlns:mc="http://schemas.openxmlformats.org/markup-compatibility/2006">
        <mc:Choice xmlns:a14="http://schemas.microsoft.com/office/drawing/2010/main" Requires="a14">
          <p:sp>
            <p:nvSpPr>
              <p:cNvPr id="22" name="Content Placeholder 2">
                <a:extLst>
                  <a:ext uri="{FF2B5EF4-FFF2-40B4-BE49-F238E27FC236}">
                    <a16:creationId xmlns:a16="http://schemas.microsoft.com/office/drawing/2014/main" id="{249590B0-23CB-DA44-ABC5-FE21D05CDAD3}"/>
                  </a:ext>
                </a:extLst>
              </p:cNvPr>
              <p:cNvSpPr txBox="1">
                <a:spLocks/>
              </p:cNvSpPr>
              <p:nvPr/>
            </p:nvSpPr>
            <p:spPr>
              <a:xfrm>
                <a:off x="838200" y="2286869"/>
                <a:ext cx="4470918"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For example, </a:t>
                </a:r>
                <a:endParaRPr lang="en-GB"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PH" sz="5000" i="1" smtClean="0">
                              <a:latin typeface="Cambria Math" panose="02040503050406030204" pitchFamily="18" charset="0"/>
                            </a:rPr>
                          </m:ctrlPr>
                        </m:sSubPr>
                        <m:e>
                          <m:r>
                            <a:rPr lang="en-GB" sz="5000" b="0" i="1" smtClean="0">
                              <a:latin typeface="Cambria Math" panose="02040503050406030204" pitchFamily="18" charset="0"/>
                            </a:rPr>
                            <m:t>𝐴</m:t>
                          </m:r>
                        </m:e>
                        <m:sub>
                          <m:r>
                            <a:rPr lang="en-GB" sz="5000" b="0" i="1" smtClean="0">
                              <a:latin typeface="Cambria Math" panose="02040503050406030204" pitchFamily="18" charset="0"/>
                            </a:rPr>
                            <m:t>11</m:t>
                          </m:r>
                        </m:sub>
                      </m:sSub>
                      <m:r>
                        <a:rPr lang="en-GB" sz="5000" b="0" i="1" smtClean="0">
                          <a:latin typeface="Cambria Math" panose="02040503050406030204" pitchFamily="18" charset="0"/>
                        </a:rPr>
                        <m:t>=1</m:t>
                      </m:r>
                    </m:oMath>
                  </m:oMathPara>
                </a14:m>
                <a:endParaRPr lang="en-PH" sz="5000" dirty="0"/>
              </a:p>
              <a:p>
                <a:pPr marL="0" indent="0">
                  <a:buNone/>
                </a:pPr>
                <a:endParaRPr lang="en-PH" sz="5000" dirty="0"/>
              </a:p>
              <a:p>
                <a:pPr marL="0" indent="0">
                  <a:buNone/>
                </a:pPr>
                <a14:m>
                  <m:oMathPara xmlns:m="http://schemas.openxmlformats.org/officeDocument/2006/math">
                    <m:oMathParaPr>
                      <m:jc m:val="centerGroup"/>
                    </m:oMathParaPr>
                    <m:oMath xmlns:m="http://schemas.openxmlformats.org/officeDocument/2006/math">
                      <m:sSub>
                        <m:sSubPr>
                          <m:ctrlPr>
                            <a:rPr lang="en-PH" sz="5000" i="1">
                              <a:latin typeface="Cambria Math" panose="02040503050406030204" pitchFamily="18" charset="0"/>
                            </a:rPr>
                          </m:ctrlPr>
                        </m:sSubPr>
                        <m:e>
                          <m:r>
                            <a:rPr lang="en-GB" sz="5000" i="1">
                              <a:latin typeface="Cambria Math" panose="02040503050406030204" pitchFamily="18" charset="0"/>
                            </a:rPr>
                            <m:t>𝐴</m:t>
                          </m:r>
                        </m:e>
                        <m:sub>
                          <m:r>
                            <a:rPr lang="en-GB" sz="5000" b="0" i="1" smtClean="0">
                              <a:latin typeface="Cambria Math" panose="02040503050406030204" pitchFamily="18" charset="0"/>
                            </a:rPr>
                            <m:t>2</m:t>
                          </m:r>
                          <m:r>
                            <a:rPr lang="en-GB" sz="5000" i="1">
                              <a:latin typeface="Cambria Math" panose="02040503050406030204" pitchFamily="18" charset="0"/>
                            </a:rPr>
                            <m:t>1</m:t>
                          </m:r>
                        </m:sub>
                      </m:sSub>
                      <m:r>
                        <a:rPr lang="en-GB" sz="5000" i="1">
                          <a:latin typeface="Cambria Math" panose="02040503050406030204" pitchFamily="18" charset="0"/>
                        </a:rPr>
                        <m:t>=</m:t>
                      </m:r>
                      <m:r>
                        <a:rPr lang="en-GB" sz="5000" b="0" i="1" smtClean="0">
                          <a:latin typeface="Cambria Math" panose="02040503050406030204" pitchFamily="18" charset="0"/>
                        </a:rPr>
                        <m:t>5</m:t>
                      </m:r>
                    </m:oMath>
                  </m:oMathPara>
                </a14:m>
                <a:endParaRPr lang="en-GB" sz="5000" dirty="0"/>
              </a:p>
              <a:p>
                <a:pPr marL="0" indent="0">
                  <a:buNone/>
                </a:pPr>
                <a:r>
                  <a:rPr lang="en-PH" dirty="0"/>
                  <a:t> </a:t>
                </a:r>
                <a:endParaRPr lang="en-US" dirty="0"/>
              </a:p>
            </p:txBody>
          </p:sp>
        </mc:Choice>
        <mc:Fallback>
          <p:sp>
            <p:nvSpPr>
              <p:cNvPr id="22" name="Content Placeholder 2">
                <a:extLst>
                  <a:ext uri="{FF2B5EF4-FFF2-40B4-BE49-F238E27FC236}">
                    <a16:creationId xmlns:a16="http://schemas.microsoft.com/office/drawing/2014/main" id="{249590B0-23CB-DA44-ABC5-FE21D05CDAD3}"/>
                  </a:ext>
                </a:extLst>
              </p:cNvPr>
              <p:cNvSpPr txBox="1">
                <a:spLocks noRot="1" noChangeAspect="1" noMove="1" noResize="1" noEditPoints="1" noAdjustHandles="1" noChangeArrowheads="1" noChangeShapeType="1" noTextEdit="1"/>
              </p:cNvSpPr>
              <p:nvPr/>
            </p:nvSpPr>
            <p:spPr>
              <a:xfrm>
                <a:off x="838200" y="2286869"/>
                <a:ext cx="4470918" cy="2419200"/>
              </a:xfrm>
              <a:prstGeom prst="rect">
                <a:avLst/>
              </a:prstGeom>
              <a:blipFill>
                <a:blip r:embed="rId2"/>
                <a:stretch>
                  <a:fillRect l="-2833" t="-4712" b="-335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FB6C430-44A4-89CC-4E63-681BB2C2B672}"/>
                  </a:ext>
                </a:extLst>
              </p:cNvPr>
              <p:cNvSpPr txBox="1"/>
              <p:nvPr/>
            </p:nvSpPr>
            <p:spPr>
              <a:xfrm>
                <a:off x="5463072" y="3369577"/>
                <a:ext cx="6256177" cy="205248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5000" b="0" i="1" smtClean="0">
                          <a:solidFill>
                            <a:schemeClr val="bg1"/>
                          </a:solidFill>
                          <a:latin typeface="Cambria Math" panose="02040503050406030204" pitchFamily="18" charset="0"/>
                        </a:rPr>
                        <m:t>𝐴</m:t>
                      </m:r>
                      <m:r>
                        <a:rPr lang="en-GB" sz="5000" b="0" i="1" smtClean="0">
                          <a:solidFill>
                            <a:schemeClr val="bg1"/>
                          </a:solidFill>
                          <a:latin typeface="Cambria Math" panose="02040503050406030204" pitchFamily="18" charset="0"/>
                        </a:rPr>
                        <m:t>= </m:t>
                      </m:r>
                      <m:d>
                        <m:dPr>
                          <m:begChr m:val="["/>
                          <m:endChr m:val="]"/>
                          <m:ctrlPr>
                            <a:rPr lang="en-US" sz="5000" i="1" smtClean="0">
                              <a:solidFill>
                                <a:schemeClr val="bg1"/>
                              </a:solidFill>
                              <a:latin typeface="Cambria Math" panose="02040503050406030204" pitchFamily="18" charset="0"/>
                            </a:rPr>
                          </m:ctrlPr>
                        </m:dPr>
                        <m:e>
                          <m:m>
                            <m:mPr>
                              <m:mcs>
                                <m:mc>
                                  <m:mcPr>
                                    <m:count m:val="2"/>
                                    <m:mcJc m:val="center"/>
                                  </m:mcPr>
                                </m:mc>
                              </m:mcs>
                              <m:ctrlPr>
                                <a:rPr lang="en-US" sz="5000" i="1">
                                  <a:solidFill>
                                    <a:schemeClr val="bg1"/>
                                  </a:solidFill>
                                  <a:latin typeface="Cambria Math" panose="02040503050406030204" pitchFamily="18" charset="0"/>
                                </a:rPr>
                              </m:ctrlPr>
                            </m:mPr>
                            <m:mr>
                              <m:e>
                                <m:r>
                                  <a:rPr lang="en-GB" sz="5000" i="1">
                                    <a:solidFill>
                                      <a:schemeClr val="bg1"/>
                                    </a:solidFill>
                                    <a:latin typeface="Cambria Math" panose="02040503050406030204" pitchFamily="18" charset="0"/>
                                  </a:rPr>
                                  <m:t>1</m:t>
                                </m:r>
                              </m:e>
                              <m:e>
                                <m:r>
                                  <a:rPr lang="en-GB" sz="5000" i="1">
                                    <a:solidFill>
                                      <a:schemeClr val="bg1"/>
                                    </a:solidFill>
                                    <a:latin typeface="Cambria Math" panose="02040503050406030204" pitchFamily="18" charset="0"/>
                                  </a:rPr>
                                  <m:t>2</m:t>
                                </m:r>
                              </m:e>
                            </m:mr>
                            <m:mr>
                              <m:e>
                                <m:r>
                                  <a:rPr lang="en-GB" sz="5000" i="1">
                                    <a:solidFill>
                                      <a:schemeClr val="bg1"/>
                                    </a:solidFill>
                                    <a:latin typeface="Cambria Math" panose="02040503050406030204" pitchFamily="18" charset="0"/>
                                  </a:rPr>
                                  <m:t>5</m:t>
                                </m:r>
                              </m:e>
                              <m:e>
                                <m:r>
                                  <a:rPr lang="en-GB" sz="5000" i="1">
                                    <a:solidFill>
                                      <a:schemeClr val="bg1"/>
                                    </a:solidFill>
                                    <a:latin typeface="Cambria Math" panose="02040503050406030204" pitchFamily="18" charset="0"/>
                                  </a:rPr>
                                  <m:t>6</m:t>
                                </m:r>
                              </m:e>
                            </m:mr>
                          </m:m>
                          <m:r>
                            <a:rPr lang="en-GB" sz="5000" i="1">
                              <a:solidFill>
                                <a:schemeClr val="bg1"/>
                              </a:solidFill>
                              <a:latin typeface="Cambria Math" panose="02040503050406030204" pitchFamily="18" charset="0"/>
                            </a:rPr>
                            <m:t>  </m:t>
                          </m:r>
                          <m:r>
                            <a:rPr lang="en-GB" sz="5000" b="0" i="1" smtClean="0">
                              <a:solidFill>
                                <a:schemeClr val="bg1"/>
                              </a:solidFill>
                              <a:latin typeface="Cambria Math" panose="02040503050406030204" pitchFamily="18" charset="0"/>
                            </a:rPr>
                            <m:t>  </m:t>
                          </m:r>
                          <m:r>
                            <a:rPr lang="en-GB" sz="5000" i="1">
                              <a:solidFill>
                                <a:schemeClr val="bg1"/>
                              </a:solidFill>
                              <a:latin typeface="Cambria Math" panose="02040503050406030204" pitchFamily="18" charset="0"/>
                            </a:rPr>
                            <m:t> </m:t>
                          </m:r>
                          <m:m>
                            <m:mPr>
                              <m:mcs>
                                <m:mc>
                                  <m:mcPr>
                                    <m:count m:val="2"/>
                                    <m:mcJc m:val="center"/>
                                  </m:mcPr>
                                </m:mc>
                              </m:mcs>
                              <m:ctrlPr>
                                <a:rPr lang="en-US" sz="5000" i="1">
                                  <a:solidFill>
                                    <a:schemeClr val="bg1"/>
                                  </a:solidFill>
                                  <a:latin typeface="Cambria Math" panose="02040503050406030204" pitchFamily="18" charset="0"/>
                                </a:rPr>
                              </m:ctrlPr>
                            </m:mPr>
                            <m:mr>
                              <m:e>
                                <m:r>
                                  <m:rPr>
                                    <m:brk m:alnAt="7"/>
                                  </m:rPr>
                                  <a:rPr lang="en-GB" sz="5000" i="1">
                                    <a:solidFill>
                                      <a:schemeClr val="bg1"/>
                                    </a:solidFill>
                                    <a:latin typeface="Cambria Math" panose="02040503050406030204" pitchFamily="18" charset="0"/>
                                  </a:rPr>
                                  <m:t>3</m:t>
                                </m:r>
                              </m:e>
                              <m:e>
                                <m:r>
                                  <a:rPr lang="en-GB" sz="5000" i="1">
                                    <a:solidFill>
                                      <a:schemeClr val="bg1"/>
                                    </a:solidFill>
                                    <a:latin typeface="Cambria Math" panose="02040503050406030204" pitchFamily="18" charset="0"/>
                                  </a:rPr>
                                  <m:t>4</m:t>
                                </m:r>
                              </m:e>
                            </m:mr>
                            <m:mr>
                              <m:e>
                                <m:r>
                                  <a:rPr lang="en-GB" sz="5000" i="1">
                                    <a:solidFill>
                                      <a:schemeClr val="bg1"/>
                                    </a:solidFill>
                                    <a:latin typeface="Cambria Math" panose="02040503050406030204" pitchFamily="18" charset="0"/>
                                  </a:rPr>
                                  <m:t>7</m:t>
                                </m:r>
                              </m:e>
                              <m:e>
                                <m:r>
                                  <a:rPr lang="en-GB" sz="5000" i="1">
                                    <a:solidFill>
                                      <a:schemeClr val="bg1"/>
                                    </a:solidFill>
                                    <a:latin typeface="Cambria Math" panose="02040503050406030204" pitchFamily="18" charset="0"/>
                                  </a:rPr>
                                  <m:t>8</m:t>
                                </m:r>
                              </m:e>
                            </m:mr>
                          </m:m>
                        </m:e>
                      </m:d>
                    </m:oMath>
                  </m:oMathPara>
                </a14:m>
                <a:endParaRPr lang="en-GB" sz="5000" dirty="0">
                  <a:solidFill>
                    <a:schemeClr val="bg1"/>
                  </a:solidFill>
                </a:endParaRPr>
              </a:p>
              <a:p>
                <a:endParaRPr lang="en-US" sz="5000" dirty="0">
                  <a:solidFill>
                    <a:schemeClr val="bg1"/>
                  </a:solidFill>
                </a:endParaRPr>
              </a:p>
            </p:txBody>
          </p:sp>
        </mc:Choice>
        <mc:Fallback>
          <p:sp>
            <p:nvSpPr>
              <p:cNvPr id="4" name="TextBox 3">
                <a:extLst>
                  <a:ext uri="{FF2B5EF4-FFF2-40B4-BE49-F238E27FC236}">
                    <a16:creationId xmlns:a16="http://schemas.microsoft.com/office/drawing/2014/main" id="{2FB6C430-44A4-89CC-4E63-681BB2C2B672}"/>
                  </a:ext>
                </a:extLst>
              </p:cNvPr>
              <p:cNvSpPr txBox="1">
                <a:spLocks noRot="1" noChangeAspect="1" noMove="1" noResize="1" noEditPoints="1" noAdjustHandles="1" noChangeArrowheads="1" noChangeShapeType="1" noTextEdit="1"/>
              </p:cNvSpPr>
              <p:nvPr/>
            </p:nvSpPr>
            <p:spPr>
              <a:xfrm>
                <a:off x="5463072" y="3369577"/>
                <a:ext cx="6256177" cy="2052485"/>
              </a:xfrm>
              <a:prstGeom prst="rect">
                <a:avLst/>
              </a:prstGeom>
              <a:blipFill>
                <a:blip r:embed="rId3"/>
                <a:stretch>
                  <a:fillRect t="-1235"/>
                </a:stretch>
              </a:blipFill>
            </p:spPr>
            <p:txBody>
              <a:bodyPr/>
              <a:lstStyle/>
              <a:p>
                <a:r>
                  <a:rPr lang="en-US">
                    <a:noFill/>
                  </a:rPr>
                  <a:t> </a:t>
                </a:r>
              </a:p>
            </p:txBody>
          </p:sp>
        </mc:Fallback>
      </mc:AlternateContent>
    </p:spTree>
    <p:extLst>
      <p:ext uri="{BB962C8B-B14F-4D97-AF65-F5344CB8AC3E}">
        <p14:creationId xmlns:p14="http://schemas.microsoft.com/office/powerpoint/2010/main" val="2611997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81DE-1BA6-55CA-B08B-8B94776F4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DFD27-BFA2-DABF-3227-EFB3B6407B3D}"/>
              </a:ext>
            </a:extLst>
          </p:cNvPr>
          <p:cNvSpPr>
            <a:spLocks noGrp="1"/>
          </p:cNvSpPr>
          <p:nvPr>
            <p:ph type="title"/>
          </p:nvPr>
        </p:nvSpPr>
        <p:spPr/>
        <p:txBody>
          <a:bodyPr/>
          <a:lstStyle/>
          <a:p>
            <a:r>
              <a:rPr lang="en-US" dirty="0"/>
              <a:t>Order of a Matrix</a:t>
            </a:r>
          </a:p>
        </p:txBody>
      </p:sp>
      <p:sp>
        <p:nvSpPr>
          <p:cNvPr id="22" name="Content Placeholder 2">
            <a:extLst>
              <a:ext uri="{FF2B5EF4-FFF2-40B4-BE49-F238E27FC236}">
                <a16:creationId xmlns:a16="http://schemas.microsoft.com/office/drawing/2014/main" id="{B61E1F0B-DAC5-40D7-D828-AD57FC888617}"/>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The size of a matrix (which is known as the order of the matrix) is determined by the number of rows and columns in the matrix.</a:t>
            </a:r>
            <a:endParaRPr lang="en-US" dirty="0"/>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0ABFF475-F135-076B-D495-D00D4A1A4AF1}"/>
                  </a:ext>
                </a:extLst>
              </p:cNvPr>
              <p:cNvSpPr txBox="1"/>
              <p:nvPr/>
            </p:nvSpPr>
            <p:spPr>
              <a:xfrm>
                <a:off x="5463072" y="2216254"/>
                <a:ext cx="5985589" cy="41049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0000" b="0" i="1" smtClean="0">
                          <a:solidFill>
                            <a:schemeClr val="bg1"/>
                          </a:solidFill>
                          <a:latin typeface="Cambria Math" panose="02040503050406030204" pitchFamily="18" charset="0"/>
                        </a:rPr>
                        <m:t> </m:t>
                      </m:r>
                      <m:d>
                        <m:dPr>
                          <m:begChr m:val="["/>
                          <m:endChr m:val="]"/>
                          <m:ctrlPr>
                            <a:rPr lang="en-GB" sz="10000" b="0" i="1" smtClean="0">
                              <a:solidFill>
                                <a:schemeClr val="bg1"/>
                              </a:solidFill>
                              <a:latin typeface="Cambria Math" panose="02040503050406030204" pitchFamily="18" charset="0"/>
                            </a:rPr>
                          </m:ctrlPr>
                        </m:dPr>
                        <m:e>
                          <m:m>
                            <m:mPr>
                              <m:mcs>
                                <m:mc>
                                  <m:mcPr>
                                    <m:count m:val="2"/>
                                    <m:mcJc m:val="center"/>
                                  </m:mcPr>
                                </m:mc>
                              </m:mcs>
                              <m:ctrlPr>
                                <a:rPr lang="en-GB" sz="10000" b="0" i="1" smtClean="0">
                                  <a:solidFill>
                                    <a:schemeClr val="bg1"/>
                                  </a:solidFill>
                                  <a:latin typeface="Cambria Math" panose="02040503050406030204" pitchFamily="18" charset="0"/>
                                </a:rPr>
                              </m:ctrlPr>
                            </m:mPr>
                            <m:mr>
                              <m:e>
                                <m:r>
                                  <m:rPr>
                                    <m:brk m:alnAt="7"/>
                                  </m:rPr>
                                  <a:rPr lang="en-GB" sz="10000" b="0" i="1" smtClean="0">
                                    <a:solidFill>
                                      <a:schemeClr val="bg1"/>
                                    </a:solidFill>
                                    <a:latin typeface="Cambria Math" panose="02040503050406030204" pitchFamily="18" charset="0"/>
                                  </a:rPr>
                                  <m:t>1</m:t>
                                </m:r>
                              </m:e>
                              <m:e>
                                <m:r>
                                  <a:rPr lang="en-GB" sz="10000" b="0" i="1" smtClean="0">
                                    <a:solidFill>
                                      <a:schemeClr val="bg1"/>
                                    </a:solidFill>
                                    <a:latin typeface="Cambria Math" panose="02040503050406030204" pitchFamily="18" charset="0"/>
                                  </a:rPr>
                                  <m:t>2</m:t>
                                </m:r>
                              </m:e>
                            </m:mr>
                            <m:mr>
                              <m:e>
                                <m:r>
                                  <a:rPr lang="en-GB" sz="10000" b="0" i="1" smtClean="0">
                                    <a:solidFill>
                                      <a:schemeClr val="bg1"/>
                                    </a:solidFill>
                                    <a:latin typeface="Cambria Math" panose="02040503050406030204" pitchFamily="18" charset="0"/>
                                  </a:rPr>
                                  <m:t>3</m:t>
                                </m:r>
                              </m:e>
                              <m:e>
                                <m:r>
                                  <a:rPr lang="en-GB" sz="10000" b="0" i="1" smtClean="0">
                                    <a:solidFill>
                                      <a:schemeClr val="bg1"/>
                                    </a:solidFill>
                                    <a:latin typeface="Cambria Math" panose="02040503050406030204" pitchFamily="18" charset="0"/>
                                  </a:rPr>
                                  <m:t>4</m:t>
                                </m:r>
                              </m:e>
                            </m:mr>
                          </m:m>
                        </m:e>
                      </m:d>
                    </m:oMath>
                  </m:oMathPara>
                </a14:m>
                <a:endParaRPr lang="en-GB" sz="10000" dirty="0">
                  <a:solidFill>
                    <a:schemeClr val="bg1"/>
                  </a:solidFill>
                </a:endParaRPr>
              </a:p>
              <a:p>
                <a:endParaRPr lang="en-US" sz="10000" dirty="0">
                  <a:solidFill>
                    <a:schemeClr val="bg1"/>
                  </a:solidFill>
                </a:endParaRPr>
              </a:p>
            </p:txBody>
          </p:sp>
        </mc:Choice>
        <mc:Fallback>
          <p:sp>
            <p:nvSpPr>
              <p:cNvPr id="17" name="TextBox 16">
                <a:extLst>
                  <a:ext uri="{FF2B5EF4-FFF2-40B4-BE49-F238E27FC236}">
                    <a16:creationId xmlns:a16="http://schemas.microsoft.com/office/drawing/2014/main" id="{0ABFF475-F135-076B-D495-D00D4A1A4AF1}"/>
                  </a:ext>
                </a:extLst>
              </p:cNvPr>
              <p:cNvSpPr txBox="1">
                <a:spLocks noRot="1" noChangeAspect="1" noMove="1" noResize="1" noEditPoints="1" noAdjustHandles="1" noChangeArrowheads="1" noChangeShapeType="1" noTextEdit="1"/>
              </p:cNvSpPr>
              <p:nvPr/>
            </p:nvSpPr>
            <p:spPr>
              <a:xfrm>
                <a:off x="5463072" y="2216254"/>
                <a:ext cx="5985589" cy="4104970"/>
              </a:xfrm>
              <a:prstGeom prst="rect">
                <a:avLst/>
              </a:prstGeom>
              <a:blipFill>
                <a:blip r:embed="rId2"/>
                <a:stretch>
                  <a:fillRect t="-926"/>
                </a:stretch>
              </a:blipFill>
            </p:spPr>
            <p:txBody>
              <a:bodyPr/>
              <a:lstStyle/>
              <a:p>
                <a:r>
                  <a:rPr lang="en-US">
                    <a:noFill/>
                  </a:rPr>
                  <a:t> </a:t>
                </a:r>
              </a:p>
            </p:txBody>
          </p:sp>
        </mc:Fallback>
      </mc:AlternateContent>
      <p:sp>
        <p:nvSpPr>
          <p:cNvPr id="18" name="Left Brace 17">
            <a:extLst>
              <a:ext uri="{FF2B5EF4-FFF2-40B4-BE49-F238E27FC236}">
                <a16:creationId xmlns:a16="http://schemas.microsoft.com/office/drawing/2014/main" id="{9366DC86-C50C-403D-ACE4-B4D0D3027EA9}"/>
              </a:ext>
            </a:extLst>
          </p:cNvPr>
          <p:cNvSpPr/>
          <p:nvPr/>
        </p:nvSpPr>
        <p:spPr>
          <a:xfrm>
            <a:off x="6273281" y="2620181"/>
            <a:ext cx="444759" cy="1979810"/>
          </a:xfrm>
          <a:prstGeom prst="leftBrace">
            <a:avLst/>
          </a:prstGeom>
          <a:ln w="57150">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Left Brace 18">
            <a:extLst>
              <a:ext uri="{FF2B5EF4-FFF2-40B4-BE49-F238E27FC236}">
                <a16:creationId xmlns:a16="http://schemas.microsoft.com/office/drawing/2014/main" id="{425B82B8-568C-2FEC-E733-42936F60B55D}"/>
              </a:ext>
            </a:extLst>
          </p:cNvPr>
          <p:cNvSpPr/>
          <p:nvPr/>
        </p:nvSpPr>
        <p:spPr>
          <a:xfrm rot="16200000">
            <a:off x="8413101" y="4328814"/>
            <a:ext cx="444759" cy="1979810"/>
          </a:xfrm>
          <a:prstGeom prst="leftBrace">
            <a:avLst/>
          </a:prstGeom>
          <a:ln w="57150">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A8526D53-EC0A-9968-4E89-5DA6A9F8D52F}"/>
              </a:ext>
            </a:extLst>
          </p:cNvPr>
          <p:cNvSpPr txBox="1"/>
          <p:nvPr/>
        </p:nvSpPr>
        <p:spPr>
          <a:xfrm>
            <a:off x="8167339" y="5621572"/>
            <a:ext cx="1451038" cy="477054"/>
          </a:xfrm>
          <a:prstGeom prst="rect">
            <a:avLst/>
          </a:prstGeom>
          <a:noFill/>
        </p:spPr>
        <p:txBody>
          <a:bodyPr wrap="none" rtlCol="0">
            <a:spAutoFit/>
          </a:bodyPr>
          <a:lstStyle/>
          <a:p>
            <a:r>
              <a:rPr lang="en-US" sz="2500" dirty="0">
                <a:solidFill>
                  <a:schemeClr val="bg1"/>
                </a:solidFill>
              </a:rPr>
              <a:t>Columns</a:t>
            </a:r>
          </a:p>
        </p:txBody>
      </p:sp>
      <p:sp>
        <p:nvSpPr>
          <p:cNvPr id="21" name="TextBox 20">
            <a:extLst>
              <a:ext uri="{FF2B5EF4-FFF2-40B4-BE49-F238E27FC236}">
                <a16:creationId xmlns:a16="http://schemas.microsoft.com/office/drawing/2014/main" id="{96DA3E73-575F-1B49-3155-B852455878A3}"/>
              </a:ext>
            </a:extLst>
          </p:cNvPr>
          <p:cNvSpPr txBox="1"/>
          <p:nvPr/>
        </p:nvSpPr>
        <p:spPr>
          <a:xfrm>
            <a:off x="5312117" y="3371559"/>
            <a:ext cx="936282" cy="477054"/>
          </a:xfrm>
          <a:prstGeom prst="rect">
            <a:avLst/>
          </a:prstGeom>
          <a:noFill/>
        </p:spPr>
        <p:txBody>
          <a:bodyPr wrap="none" rtlCol="0">
            <a:spAutoFit/>
          </a:bodyPr>
          <a:lstStyle/>
          <a:p>
            <a:r>
              <a:rPr lang="en-US" sz="2500" dirty="0">
                <a:solidFill>
                  <a:schemeClr val="bg1"/>
                </a:solidFill>
              </a:rPr>
              <a:t>Rows</a:t>
            </a:r>
          </a:p>
        </p:txBody>
      </p:sp>
    </p:spTree>
    <p:extLst>
      <p:ext uri="{BB962C8B-B14F-4D97-AF65-F5344CB8AC3E}">
        <p14:creationId xmlns:p14="http://schemas.microsoft.com/office/powerpoint/2010/main" val="1416178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4C0A2-4C4A-3B98-8BAE-7C03F07F9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DA6D7-04D3-651C-DA74-F5A1552411F9}"/>
              </a:ext>
            </a:extLst>
          </p:cNvPr>
          <p:cNvSpPr>
            <a:spLocks noGrp="1"/>
          </p:cNvSpPr>
          <p:nvPr>
            <p:ph type="title"/>
          </p:nvPr>
        </p:nvSpPr>
        <p:spPr/>
        <p:txBody>
          <a:bodyPr/>
          <a:lstStyle/>
          <a:p>
            <a:r>
              <a:rPr lang="en-US" dirty="0"/>
              <a:t>Order of a Matrix</a:t>
            </a:r>
          </a:p>
        </p:txBody>
      </p:sp>
      <mc:AlternateContent xmlns:mc="http://schemas.openxmlformats.org/markup-compatibility/2006">
        <mc:Choice xmlns:a14="http://schemas.microsoft.com/office/drawing/2010/main" Requires="a14">
          <p:sp>
            <p:nvSpPr>
              <p:cNvPr id="22" name="Content Placeholder 2">
                <a:extLst>
                  <a:ext uri="{FF2B5EF4-FFF2-40B4-BE49-F238E27FC236}">
                    <a16:creationId xmlns:a16="http://schemas.microsoft.com/office/drawing/2014/main" id="{937F1D9B-EEF7-D329-DE5C-8BC598BCEB2C}"/>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The order of a matrix with 2 rows and 2 columns is represented as </a:t>
                </a:r>
                <a14:m>
                  <m:oMath xmlns:m="http://schemas.openxmlformats.org/officeDocument/2006/math">
                    <m:r>
                      <a:rPr lang="en-PH" i="1" dirty="0" smtClean="0">
                        <a:latin typeface="Cambria Math" panose="02040503050406030204" pitchFamily="18" charset="0"/>
                      </a:rPr>
                      <m:t>2 </m:t>
                    </m:r>
                    <m:r>
                      <a:rPr lang="en-PH" i="1" dirty="0" smtClean="0">
                        <a:latin typeface="Cambria Math" panose="02040503050406030204" pitchFamily="18" charset="0"/>
                        <a:ea typeface="Cambria Math" panose="02040503050406030204" pitchFamily="18" charset="0"/>
                      </a:rPr>
                      <m:t>×</m:t>
                    </m:r>
                    <m:r>
                      <a:rPr lang="en-PH" i="1" dirty="0" smtClean="0">
                        <a:latin typeface="Cambria Math" panose="02040503050406030204" pitchFamily="18" charset="0"/>
                      </a:rPr>
                      <m:t> 2 </m:t>
                    </m:r>
                  </m:oMath>
                </a14:m>
                <a:r>
                  <a:rPr lang="en-PH" dirty="0"/>
                  <a:t>and is read as 2 by 2</a:t>
                </a:r>
                <a:endParaRPr lang="en-US" dirty="0"/>
              </a:p>
            </p:txBody>
          </p:sp>
        </mc:Choice>
        <mc:Fallback>
          <p:sp>
            <p:nvSpPr>
              <p:cNvPr id="22" name="Content Placeholder 2">
                <a:extLst>
                  <a:ext uri="{FF2B5EF4-FFF2-40B4-BE49-F238E27FC236}">
                    <a16:creationId xmlns:a16="http://schemas.microsoft.com/office/drawing/2014/main" id="{937F1D9B-EEF7-D329-DE5C-8BC598BCEB2C}"/>
                  </a:ext>
                </a:extLst>
              </p:cNvPr>
              <p:cNvSpPr txBox="1">
                <a:spLocks noRot="1" noChangeAspect="1" noMove="1" noResize="1" noEditPoints="1" noAdjustHandles="1" noChangeArrowheads="1" noChangeShapeType="1" noTextEdit="1"/>
              </p:cNvSpPr>
              <p:nvPr/>
            </p:nvSpPr>
            <p:spPr>
              <a:xfrm>
                <a:off x="838200" y="2286869"/>
                <a:ext cx="3799637" cy="2419200"/>
              </a:xfrm>
              <a:prstGeom prst="rect">
                <a:avLst/>
              </a:prstGeom>
              <a:blipFill>
                <a:blip r:embed="rId2"/>
                <a:stretch>
                  <a:fillRect l="-3333" t="-4712" r="-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AD0152C-56C1-8988-69C3-6F8943BE3837}"/>
                  </a:ext>
                </a:extLst>
              </p:cNvPr>
              <p:cNvSpPr txBox="1"/>
              <p:nvPr/>
            </p:nvSpPr>
            <p:spPr>
              <a:xfrm>
                <a:off x="5463072" y="2216254"/>
                <a:ext cx="5985589" cy="41049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0000" b="0" i="1" smtClean="0">
                          <a:solidFill>
                            <a:schemeClr val="bg1"/>
                          </a:solidFill>
                          <a:latin typeface="Cambria Math" panose="02040503050406030204" pitchFamily="18" charset="0"/>
                        </a:rPr>
                        <m:t> </m:t>
                      </m:r>
                      <m:d>
                        <m:dPr>
                          <m:begChr m:val="["/>
                          <m:endChr m:val="]"/>
                          <m:ctrlPr>
                            <a:rPr lang="en-GB" sz="10000" b="0" i="1" smtClean="0">
                              <a:solidFill>
                                <a:schemeClr val="bg1"/>
                              </a:solidFill>
                              <a:latin typeface="Cambria Math" panose="02040503050406030204" pitchFamily="18" charset="0"/>
                            </a:rPr>
                          </m:ctrlPr>
                        </m:dPr>
                        <m:e>
                          <m:m>
                            <m:mPr>
                              <m:mcs>
                                <m:mc>
                                  <m:mcPr>
                                    <m:count m:val="2"/>
                                    <m:mcJc m:val="center"/>
                                  </m:mcPr>
                                </m:mc>
                              </m:mcs>
                              <m:ctrlPr>
                                <a:rPr lang="en-GB" sz="10000" b="0" i="1" smtClean="0">
                                  <a:solidFill>
                                    <a:schemeClr val="bg1"/>
                                  </a:solidFill>
                                  <a:latin typeface="Cambria Math" panose="02040503050406030204" pitchFamily="18" charset="0"/>
                                </a:rPr>
                              </m:ctrlPr>
                            </m:mPr>
                            <m:mr>
                              <m:e>
                                <m:r>
                                  <m:rPr>
                                    <m:brk m:alnAt="7"/>
                                  </m:rPr>
                                  <a:rPr lang="en-GB" sz="10000" b="0" i="1" smtClean="0">
                                    <a:solidFill>
                                      <a:schemeClr val="bg1"/>
                                    </a:solidFill>
                                    <a:latin typeface="Cambria Math" panose="02040503050406030204" pitchFamily="18" charset="0"/>
                                  </a:rPr>
                                  <m:t>1</m:t>
                                </m:r>
                              </m:e>
                              <m:e>
                                <m:r>
                                  <a:rPr lang="en-GB" sz="10000" b="0" i="1" smtClean="0">
                                    <a:solidFill>
                                      <a:schemeClr val="bg1"/>
                                    </a:solidFill>
                                    <a:latin typeface="Cambria Math" panose="02040503050406030204" pitchFamily="18" charset="0"/>
                                  </a:rPr>
                                  <m:t>2</m:t>
                                </m:r>
                              </m:e>
                            </m:mr>
                            <m:mr>
                              <m:e>
                                <m:r>
                                  <a:rPr lang="en-GB" sz="10000" b="0" i="1" smtClean="0">
                                    <a:solidFill>
                                      <a:schemeClr val="bg1"/>
                                    </a:solidFill>
                                    <a:latin typeface="Cambria Math" panose="02040503050406030204" pitchFamily="18" charset="0"/>
                                  </a:rPr>
                                  <m:t>3</m:t>
                                </m:r>
                              </m:e>
                              <m:e>
                                <m:r>
                                  <a:rPr lang="en-GB" sz="10000" b="0" i="1" smtClean="0">
                                    <a:solidFill>
                                      <a:schemeClr val="bg1"/>
                                    </a:solidFill>
                                    <a:latin typeface="Cambria Math" panose="02040503050406030204" pitchFamily="18" charset="0"/>
                                  </a:rPr>
                                  <m:t>4</m:t>
                                </m:r>
                              </m:e>
                            </m:mr>
                          </m:m>
                        </m:e>
                      </m:d>
                    </m:oMath>
                  </m:oMathPara>
                </a14:m>
                <a:endParaRPr lang="en-GB" sz="10000" dirty="0">
                  <a:solidFill>
                    <a:schemeClr val="bg1"/>
                  </a:solidFill>
                </a:endParaRPr>
              </a:p>
              <a:p>
                <a:endParaRPr lang="en-US" sz="10000" dirty="0">
                  <a:solidFill>
                    <a:schemeClr val="bg1"/>
                  </a:solidFill>
                </a:endParaRPr>
              </a:p>
            </p:txBody>
          </p:sp>
        </mc:Choice>
        <mc:Fallback>
          <p:sp>
            <p:nvSpPr>
              <p:cNvPr id="3" name="TextBox 2">
                <a:extLst>
                  <a:ext uri="{FF2B5EF4-FFF2-40B4-BE49-F238E27FC236}">
                    <a16:creationId xmlns:a16="http://schemas.microsoft.com/office/drawing/2014/main" id="{7AD0152C-56C1-8988-69C3-6F8943BE3837}"/>
                  </a:ext>
                </a:extLst>
              </p:cNvPr>
              <p:cNvSpPr txBox="1">
                <a:spLocks noRot="1" noChangeAspect="1" noMove="1" noResize="1" noEditPoints="1" noAdjustHandles="1" noChangeArrowheads="1" noChangeShapeType="1" noTextEdit="1"/>
              </p:cNvSpPr>
              <p:nvPr/>
            </p:nvSpPr>
            <p:spPr>
              <a:xfrm>
                <a:off x="5463072" y="2216254"/>
                <a:ext cx="5985589" cy="4104970"/>
              </a:xfrm>
              <a:prstGeom prst="rect">
                <a:avLst/>
              </a:prstGeom>
              <a:blipFill>
                <a:blip r:embed="rId3"/>
                <a:stretch>
                  <a:fillRect t="-926"/>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D756FDBA-7FAE-AA6F-84B3-AA2E4A4C73FD}"/>
              </a:ext>
            </a:extLst>
          </p:cNvPr>
          <p:cNvSpPr/>
          <p:nvPr/>
        </p:nvSpPr>
        <p:spPr>
          <a:xfrm>
            <a:off x="6273281" y="2620181"/>
            <a:ext cx="444759" cy="1979810"/>
          </a:xfrm>
          <a:prstGeom prst="leftBrace">
            <a:avLst/>
          </a:prstGeom>
          <a:ln w="57150">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Left Brace 5">
            <a:extLst>
              <a:ext uri="{FF2B5EF4-FFF2-40B4-BE49-F238E27FC236}">
                <a16:creationId xmlns:a16="http://schemas.microsoft.com/office/drawing/2014/main" id="{30994367-2FFD-BA66-2ADB-1D3CDF69FCD5}"/>
              </a:ext>
            </a:extLst>
          </p:cNvPr>
          <p:cNvSpPr/>
          <p:nvPr/>
        </p:nvSpPr>
        <p:spPr>
          <a:xfrm rot="16200000">
            <a:off x="8413101" y="4328814"/>
            <a:ext cx="444759" cy="1979810"/>
          </a:xfrm>
          <a:prstGeom prst="leftBrace">
            <a:avLst/>
          </a:prstGeom>
          <a:ln w="57150">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194077CA-571D-78EB-06CC-D89F946B1E55}"/>
              </a:ext>
            </a:extLst>
          </p:cNvPr>
          <p:cNvSpPr txBox="1"/>
          <p:nvPr/>
        </p:nvSpPr>
        <p:spPr>
          <a:xfrm>
            <a:off x="8167339" y="5621572"/>
            <a:ext cx="1451038" cy="477054"/>
          </a:xfrm>
          <a:prstGeom prst="rect">
            <a:avLst/>
          </a:prstGeom>
          <a:noFill/>
        </p:spPr>
        <p:txBody>
          <a:bodyPr wrap="none" rtlCol="0">
            <a:spAutoFit/>
          </a:bodyPr>
          <a:lstStyle/>
          <a:p>
            <a:r>
              <a:rPr lang="en-US" sz="2500" dirty="0">
                <a:solidFill>
                  <a:schemeClr val="bg1"/>
                </a:solidFill>
              </a:rPr>
              <a:t>Columns</a:t>
            </a:r>
          </a:p>
        </p:txBody>
      </p:sp>
      <p:sp>
        <p:nvSpPr>
          <p:cNvPr id="9" name="TextBox 8">
            <a:extLst>
              <a:ext uri="{FF2B5EF4-FFF2-40B4-BE49-F238E27FC236}">
                <a16:creationId xmlns:a16="http://schemas.microsoft.com/office/drawing/2014/main" id="{D3454DDD-16B5-6951-18E3-FBCCDAE96286}"/>
              </a:ext>
            </a:extLst>
          </p:cNvPr>
          <p:cNvSpPr txBox="1"/>
          <p:nvPr/>
        </p:nvSpPr>
        <p:spPr>
          <a:xfrm>
            <a:off x="5312117" y="3371559"/>
            <a:ext cx="936282" cy="477054"/>
          </a:xfrm>
          <a:prstGeom prst="rect">
            <a:avLst/>
          </a:prstGeom>
          <a:noFill/>
        </p:spPr>
        <p:txBody>
          <a:bodyPr wrap="none" rtlCol="0">
            <a:spAutoFit/>
          </a:bodyPr>
          <a:lstStyle/>
          <a:p>
            <a:r>
              <a:rPr lang="en-US" sz="2500" dirty="0">
                <a:solidFill>
                  <a:schemeClr val="bg1"/>
                </a:solidFill>
              </a:rPr>
              <a:t>Rows</a:t>
            </a:r>
          </a:p>
        </p:txBody>
      </p:sp>
    </p:spTree>
    <p:extLst>
      <p:ext uri="{BB962C8B-B14F-4D97-AF65-F5344CB8AC3E}">
        <p14:creationId xmlns:p14="http://schemas.microsoft.com/office/powerpoint/2010/main" val="443103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10AE-0F4D-D398-64F7-BDC4A3EBE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2380B-CF2B-EF92-785A-81158E18E0A9}"/>
              </a:ext>
            </a:extLst>
          </p:cNvPr>
          <p:cNvSpPr>
            <a:spLocks noGrp="1"/>
          </p:cNvSpPr>
          <p:nvPr>
            <p:ph type="title"/>
          </p:nvPr>
        </p:nvSpPr>
        <p:spPr/>
        <p:txBody>
          <a:bodyPr/>
          <a:lstStyle/>
          <a:p>
            <a:r>
              <a:rPr lang="en-US" dirty="0"/>
              <a:t>Order of a Matrix</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064C5A3-2146-D0C5-DC1D-09855832EBFE}"/>
                  </a:ext>
                </a:extLst>
              </p:cNvPr>
              <p:cNvSpPr txBox="1"/>
              <p:nvPr/>
            </p:nvSpPr>
            <p:spPr>
              <a:xfrm>
                <a:off x="2299996" y="3147657"/>
                <a:ext cx="2495940" cy="12780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5000" b="0" i="1" smtClean="0">
                          <a:solidFill>
                            <a:schemeClr val="bg1"/>
                          </a:solidFill>
                          <a:latin typeface="Cambria Math" panose="02040503050406030204" pitchFamily="18" charset="0"/>
                        </a:rPr>
                        <m:t> </m:t>
                      </m:r>
                      <m:r>
                        <a:rPr lang="en-GB" sz="5000" b="0" i="1" smtClean="0">
                          <a:solidFill>
                            <a:schemeClr val="bg1"/>
                          </a:solidFill>
                          <a:latin typeface="Cambria Math" panose="02040503050406030204" pitchFamily="18" charset="0"/>
                        </a:rPr>
                        <m:t>𝐴</m:t>
                      </m:r>
                      <m:r>
                        <a:rPr lang="en-GB" sz="5000" b="0" i="1" smtClean="0">
                          <a:solidFill>
                            <a:schemeClr val="bg1"/>
                          </a:solidFill>
                          <a:latin typeface="Cambria Math" panose="02040503050406030204" pitchFamily="18" charset="0"/>
                        </a:rPr>
                        <m:t>=</m:t>
                      </m:r>
                      <m:d>
                        <m:dPr>
                          <m:begChr m:val="["/>
                          <m:endChr m:val="]"/>
                          <m:ctrlPr>
                            <a:rPr lang="en-GB" sz="5000" b="0" i="1" smtClean="0">
                              <a:solidFill>
                                <a:schemeClr val="bg1"/>
                              </a:solidFill>
                              <a:latin typeface="Cambria Math" panose="02040503050406030204" pitchFamily="18" charset="0"/>
                            </a:rPr>
                          </m:ctrlPr>
                        </m:dPr>
                        <m:e>
                          <m:eqArr>
                            <m:eqArrPr>
                              <m:ctrlPr>
                                <a:rPr lang="en-GB" sz="5000" b="0" i="1" smtClean="0">
                                  <a:solidFill>
                                    <a:schemeClr val="bg1"/>
                                  </a:solidFill>
                                  <a:latin typeface="Cambria Math" panose="02040503050406030204" pitchFamily="18" charset="0"/>
                                </a:rPr>
                              </m:ctrlPr>
                            </m:eqArrPr>
                            <m:e>
                              <m:r>
                                <a:rPr lang="en-GB" sz="5000" b="0" i="1" smtClean="0">
                                  <a:solidFill>
                                    <a:schemeClr val="bg1"/>
                                  </a:solidFill>
                                  <a:latin typeface="Cambria Math" panose="02040503050406030204" pitchFamily="18" charset="0"/>
                                </a:rPr>
                                <m:t>1</m:t>
                              </m:r>
                            </m:e>
                            <m:e>
                              <m:r>
                                <a:rPr lang="en-GB" sz="5000" b="0" i="1" smtClean="0">
                                  <a:solidFill>
                                    <a:schemeClr val="bg1"/>
                                  </a:solidFill>
                                  <a:latin typeface="Cambria Math" panose="02040503050406030204" pitchFamily="18" charset="0"/>
                                </a:rPr>
                                <m:t>2</m:t>
                              </m:r>
                            </m:e>
                          </m:eqArr>
                        </m:e>
                      </m:d>
                    </m:oMath>
                  </m:oMathPara>
                </a14:m>
                <a:endParaRPr lang="en-GB" sz="5000" dirty="0">
                  <a:solidFill>
                    <a:schemeClr val="bg1"/>
                  </a:solidFill>
                </a:endParaRPr>
              </a:p>
            </p:txBody>
          </p:sp>
        </mc:Choice>
        <mc:Fallback>
          <p:sp>
            <p:nvSpPr>
              <p:cNvPr id="3" name="TextBox 2">
                <a:extLst>
                  <a:ext uri="{FF2B5EF4-FFF2-40B4-BE49-F238E27FC236}">
                    <a16:creationId xmlns:a16="http://schemas.microsoft.com/office/drawing/2014/main" id="{A064C5A3-2146-D0C5-DC1D-09855832EBFE}"/>
                  </a:ext>
                </a:extLst>
              </p:cNvPr>
              <p:cNvSpPr txBox="1">
                <a:spLocks noRot="1" noChangeAspect="1" noMove="1" noResize="1" noEditPoints="1" noAdjustHandles="1" noChangeArrowheads="1" noChangeShapeType="1" noTextEdit="1"/>
              </p:cNvSpPr>
              <p:nvPr/>
            </p:nvSpPr>
            <p:spPr>
              <a:xfrm>
                <a:off x="2299996" y="3147657"/>
                <a:ext cx="2495940" cy="1278042"/>
              </a:xfrm>
              <a:prstGeom prst="rect">
                <a:avLst/>
              </a:prstGeom>
              <a:blipFill>
                <a:blip r:embed="rId2"/>
                <a:stretch>
                  <a:fillRect l="-6061" t="-980" b="-156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B977C33-AC02-03E1-BC62-30FD332036A2}"/>
                  </a:ext>
                </a:extLst>
              </p:cNvPr>
              <p:cNvSpPr txBox="1"/>
              <p:nvPr/>
            </p:nvSpPr>
            <p:spPr>
              <a:xfrm>
                <a:off x="7517364" y="3401958"/>
                <a:ext cx="2495940" cy="7694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5000" b="0" i="1" smtClean="0">
                          <a:solidFill>
                            <a:schemeClr val="bg1"/>
                          </a:solidFill>
                          <a:latin typeface="Cambria Math" panose="02040503050406030204" pitchFamily="18" charset="0"/>
                        </a:rPr>
                        <m:t> </m:t>
                      </m:r>
                      <m:r>
                        <a:rPr lang="en-GB" sz="5000" b="0" i="1" smtClean="0">
                          <a:solidFill>
                            <a:schemeClr val="bg1"/>
                          </a:solidFill>
                          <a:latin typeface="Cambria Math" panose="02040503050406030204" pitchFamily="18" charset="0"/>
                        </a:rPr>
                        <m:t>𝐵</m:t>
                      </m:r>
                      <m:r>
                        <a:rPr lang="en-GB" sz="5000" b="0" i="1" smtClean="0">
                          <a:solidFill>
                            <a:schemeClr val="bg1"/>
                          </a:solidFill>
                          <a:latin typeface="Cambria Math" panose="02040503050406030204" pitchFamily="18" charset="0"/>
                        </a:rPr>
                        <m:t>=</m:t>
                      </m:r>
                      <m:d>
                        <m:dPr>
                          <m:begChr m:val="["/>
                          <m:endChr m:val="]"/>
                          <m:ctrlPr>
                            <a:rPr lang="en-GB" sz="5000" b="0" i="1" smtClean="0">
                              <a:solidFill>
                                <a:schemeClr val="bg1"/>
                              </a:solidFill>
                              <a:latin typeface="Cambria Math" panose="02040503050406030204" pitchFamily="18" charset="0"/>
                            </a:rPr>
                          </m:ctrlPr>
                        </m:dPr>
                        <m:e>
                          <m:r>
                            <a:rPr lang="en-GB" sz="5000" b="0" i="1" smtClean="0">
                              <a:solidFill>
                                <a:schemeClr val="bg1"/>
                              </a:solidFill>
                              <a:latin typeface="Cambria Math" panose="02040503050406030204" pitchFamily="18" charset="0"/>
                            </a:rPr>
                            <m:t>1</m:t>
                          </m:r>
                        </m:e>
                      </m:d>
                    </m:oMath>
                  </m:oMathPara>
                </a14:m>
                <a:endParaRPr lang="en-GB" sz="5000" dirty="0">
                  <a:solidFill>
                    <a:schemeClr val="bg1"/>
                  </a:solidFill>
                </a:endParaRPr>
              </a:p>
            </p:txBody>
          </p:sp>
        </mc:Choice>
        <mc:Fallback>
          <p:sp>
            <p:nvSpPr>
              <p:cNvPr id="4" name="TextBox 3">
                <a:extLst>
                  <a:ext uri="{FF2B5EF4-FFF2-40B4-BE49-F238E27FC236}">
                    <a16:creationId xmlns:a16="http://schemas.microsoft.com/office/drawing/2014/main" id="{AB977C33-AC02-03E1-BC62-30FD332036A2}"/>
                  </a:ext>
                </a:extLst>
              </p:cNvPr>
              <p:cNvSpPr txBox="1">
                <a:spLocks noRot="1" noChangeAspect="1" noMove="1" noResize="1" noEditPoints="1" noAdjustHandles="1" noChangeArrowheads="1" noChangeShapeType="1" noTextEdit="1"/>
              </p:cNvSpPr>
              <p:nvPr/>
            </p:nvSpPr>
            <p:spPr>
              <a:xfrm>
                <a:off x="7517364" y="3401958"/>
                <a:ext cx="2495940" cy="769441"/>
              </a:xfrm>
              <a:prstGeom prst="rect">
                <a:avLst/>
              </a:prstGeom>
              <a:blipFill>
                <a:blip r:embed="rId3"/>
                <a:stretch>
                  <a:fillRect l="-6566" t="-8065" b="-3548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32467D9-53BC-2FAE-5F6C-12EEA88C6436}"/>
                  </a:ext>
                </a:extLst>
              </p:cNvPr>
              <p:cNvSpPr txBox="1"/>
              <p:nvPr/>
            </p:nvSpPr>
            <p:spPr>
              <a:xfrm>
                <a:off x="2590020" y="4709058"/>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2 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1</m:t>
                      </m:r>
                    </m:oMath>
                  </m:oMathPara>
                </a14:m>
                <a:endParaRPr lang="en-US" sz="5000" dirty="0">
                  <a:solidFill>
                    <a:schemeClr val="bg1"/>
                  </a:solidFill>
                </a:endParaRPr>
              </a:p>
            </p:txBody>
          </p:sp>
        </mc:Choice>
        <mc:Fallback>
          <p:sp>
            <p:nvSpPr>
              <p:cNvPr id="12" name="TextBox 11">
                <a:extLst>
                  <a:ext uri="{FF2B5EF4-FFF2-40B4-BE49-F238E27FC236}">
                    <a16:creationId xmlns:a16="http://schemas.microsoft.com/office/drawing/2014/main" id="{132467D9-53BC-2FAE-5F6C-12EEA88C6436}"/>
                  </a:ext>
                </a:extLst>
              </p:cNvPr>
              <p:cNvSpPr txBox="1">
                <a:spLocks noRot="1" noChangeAspect="1" noMove="1" noResize="1" noEditPoints="1" noAdjustHandles="1" noChangeArrowheads="1" noChangeShapeType="1" noTextEdit="1"/>
              </p:cNvSpPr>
              <p:nvPr/>
            </p:nvSpPr>
            <p:spPr>
              <a:xfrm>
                <a:off x="2590020" y="4709058"/>
                <a:ext cx="2297663" cy="861774"/>
              </a:xfrm>
              <a:prstGeom prst="rect">
                <a:avLst/>
              </a:prstGeom>
              <a:blipFill>
                <a:blip r:embed="rId4"/>
                <a:stretch>
                  <a:fillRect t="-1389" b="-22222"/>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DAE9D82-73EC-3180-D124-535EE23E618A}"/>
                  </a:ext>
                </a:extLst>
              </p:cNvPr>
              <p:cNvSpPr txBox="1"/>
              <p:nvPr/>
            </p:nvSpPr>
            <p:spPr>
              <a:xfrm>
                <a:off x="7824494" y="4706069"/>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a:solidFill>
                            <a:schemeClr val="bg1"/>
                          </a:solidFill>
                          <a:latin typeface="Cambria Math" panose="02040503050406030204" pitchFamily="18" charset="0"/>
                        </a:rPr>
                        <m:t>1</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1</m:t>
                      </m:r>
                    </m:oMath>
                  </m:oMathPara>
                </a14:m>
                <a:endParaRPr lang="en-US" sz="5000" dirty="0">
                  <a:solidFill>
                    <a:schemeClr val="bg1"/>
                  </a:solidFill>
                </a:endParaRPr>
              </a:p>
            </p:txBody>
          </p:sp>
        </mc:Choice>
        <mc:Fallback>
          <p:sp>
            <p:nvSpPr>
              <p:cNvPr id="15" name="TextBox 14">
                <a:extLst>
                  <a:ext uri="{FF2B5EF4-FFF2-40B4-BE49-F238E27FC236}">
                    <a16:creationId xmlns:a16="http://schemas.microsoft.com/office/drawing/2014/main" id="{6DAE9D82-73EC-3180-D124-535EE23E618A}"/>
                  </a:ext>
                </a:extLst>
              </p:cNvPr>
              <p:cNvSpPr txBox="1">
                <a:spLocks noRot="1" noChangeAspect="1" noMove="1" noResize="1" noEditPoints="1" noAdjustHandles="1" noChangeArrowheads="1" noChangeShapeType="1" noTextEdit="1"/>
              </p:cNvSpPr>
              <p:nvPr/>
            </p:nvSpPr>
            <p:spPr>
              <a:xfrm>
                <a:off x="7824494" y="4706069"/>
                <a:ext cx="2297663" cy="861774"/>
              </a:xfrm>
              <a:prstGeom prst="rect">
                <a:avLst/>
              </a:prstGeom>
              <a:blipFill>
                <a:blip r:embed="rId5"/>
                <a:stretch>
                  <a:fillRect t="-1408" b="-23944"/>
                </a:stretch>
              </a:blipFill>
              <a:ln w="3810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93458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5A347-E6F6-E204-7F48-C01191D37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72D2E-A6F5-DA14-0FB0-F39BD50C7CE3}"/>
              </a:ext>
            </a:extLst>
          </p:cNvPr>
          <p:cNvSpPr>
            <a:spLocks noGrp="1"/>
          </p:cNvSpPr>
          <p:nvPr>
            <p:ph type="title"/>
          </p:nvPr>
        </p:nvSpPr>
        <p:spPr/>
        <p:txBody>
          <a:bodyPr/>
          <a:lstStyle/>
          <a:p>
            <a:r>
              <a:rPr lang="en-US" dirty="0"/>
              <a:t>Order of a Matrix</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213F436-3A69-51FA-CD7B-BAE7DD57EAEA}"/>
                  </a:ext>
                </a:extLst>
              </p:cNvPr>
              <p:cNvSpPr txBox="1"/>
              <p:nvPr/>
            </p:nvSpPr>
            <p:spPr>
              <a:xfrm>
                <a:off x="2299995" y="3147657"/>
                <a:ext cx="4110135" cy="7694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5000" i="1">
                          <a:solidFill>
                            <a:schemeClr val="bg1"/>
                          </a:solidFill>
                          <a:latin typeface="Cambria Math" panose="02040503050406030204" pitchFamily="18" charset="0"/>
                        </a:rPr>
                        <m:t>𝐶</m:t>
                      </m:r>
                      <m:r>
                        <a:rPr lang="en-GB" sz="5000" i="1">
                          <a:solidFill>
                            <a:schemeClr val="bg1"/>
                          </a:solidFill>
                          <a:latin typeface="Cambria Math" panose="02040503050406030204" pitchFamily="18" charset="0"/>
                        </a:rPr>
                        <m:t>=</m:t>
                      </m:r>
                      <m:d>
                        <m:dPr>
                          <m:begChr m:val="["/>
                          <m:endChr m:val="]"/>
                          <m:ctrlPr>
                            <a:rPr lang="en-GB" sz="5000" i="1">
                              <a:solidFill>
                                <a:schemeClr val="bg1"/>
                              </a:solidFill>
                              <a:latin typeface="Cambria Math" panose="02040503050406030204" pitchFamily="18" charset="0"/>
                            </a:rPr>
                          </m:ctrlPr>
                        </m:dPr>
                        <m:e>
                          <m:m>
                            <m:mPr>
                              <m:mcs>
                                <m:mc>
                                  <m:mcPr>
                                    <m:count m:val="3"/>
                                    <m:mcJc m:val="center"/>
                                  </m:mcPr>
                                </m:mc>
                              </m:mcs>
                              <m:ctrlPr>
                                <a:rPr lang="en-GB" sz="5000" i="1">
                                  <a:solidFill>
                                    <a:schemeClr val="bg1"/>
                                  </a:solidFill>
                                  <a:latin typeface="Cambria Math" panose="02040503050406030204" pitchFamily="18" charset="0"/>
                                </a:rPr>
                              </m:ctrlPr>
                            </m:mPr>
                            <m:mr>
                              <m:e>
                                <m:r>
                                  <m:rPr>
                                    <m:brk m:alnAt="7"/>
                                  </m:rPr>
                                  <a:rPr lang="en-GB" sz="5000" i="1">
                                    <a:solidFill>
                                      <a:schemeClr val="bg1"/>
                                    </a:solidFill>
                                    <a:latin typeface="Cambria Math" panose="02040503050406030204" pitchFamily="18" charset="0"/>
                                  </a:rPr>
                                  <m:t>1</m:t>
                                </m:r>
                              </m:e>
                              <m:e>
                                <m:r>
                                  <a:rPr lang="en-GB" sz="5000" i="1">
                                    <a:solidFill>
                                      <a:schemeClr val="bg1"/>
                                    </a:solidFill>
                                    <a:latin typeface="Cambria Math" panose="02040503050406030204" pitchFamily="18" charset="0"/>
                                  </a:rPr>
                                  <m:t>2</m:t>
                                </m:r>
                              </m:e>
                              <m:e>
                                <m:r>
                                  <a:rPr lang="en-GB" sz="5000" i="1">
                                    <a:solidFill>
                                      <a:schemeClr val="bg1"/>
                                    </a:solidFill>
                                    <a:latin typeface="Cambria Math" panose="02040503050406030204" pitchFamily="18" charset="0"/>
                                  </a:rPr>
                                  <m:t>3</m:t>
                                </m:r>
                              </m:e>
                            </m:mr>
                          </m:m>
                        </m:e>
                      </m:d>
                    </m:oMath>
                  </m:oMathPara>
                </a14:m>
                <a:endParaRPr lang="en-GB" sz="5000" dirty="0">
                  <a:solidFill>
                    <a:schemeClr val="bg1"/>
                  </a:solidFill>
                </a:endParaRPr>
              </a:p>
            </p:txBody>
          </p:sp>
        </mc:Choice>
        <mc:Fallback>
          <p:sp>
            <p:nvSpPr>
              <p:cNvPr id="3" name="TextBox 2">
                <a:extLst>
                  <a:ext uri="{FF2B5EF4-FFF2-40B4-BE49-F238E27FC236}">
                    <a16:creationId xmlns:a16="http://schemas.microsoft.com/office/drawing/2014/main" id="{1213F436-3A69-51FA-CD7B-BAE7DD57EAEA}"/>
                  </a:ext>
                </a:extLst>
              </p:cNvPr>
              <p:cNvSpPr txBox="1">
                <a:spLocks noRot="1" noChangeAspect="1" noMove="1" noResize="1" noEditPoints="1" noAdjustHandles="1" noChangeArrowheads="1" noChangeShapeType="1" noTextEdit="1"/>
              </p:cNvSpPr>
              <p:nvPr/>
            </p:nvSpPr>
            <p:spPr>
              <a:xfrm>
                <a:off x="2299995" y="3147657"/>
                <a:ext cx="4110135" cy="769441"/>
              </a:xfrm>
              <a:prstGeom prst="rect">
                <a:avLst/>
              </a:prstGeom>
              <a:blipFill>
                <a:blip r:embed="rId2"/>
                <a:stretch>
                  <a:fillRect l="-3692" b="-80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DBC064C-6193-FB28-FEE5-E7CF7B2A503F}"/>
                  </a:ext>
                </a:extLst>
              </p:cNvPr>
              <p:cNvSpPr txBox="1"/>
              <p:nvPr/>
            </p:nvSpPr>
            <p:spPr>
              <a:xfrm>
                <a:off x="7517363" y="2514983"/>
                <a:ext cx="3324807" cy="20347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5000" i="1">
                          <a:solidFill>
                            <a:schemeClr val="bg1"/>
                          </a:solidFill>
                          <a:latin typeface="Cambria Math" panose="02040503050406030204" pitchFamily="18" charset="0"/>
                        </a:rPr>
                        <m:t>𝐷</m:t>
                      </m:r>
                      <m:r>
                        <a:rPr lang="en-GB" sz="5000" i="1">
                          <a:solidFill>
                            <a:schemeClr val="bg1"/>
                          </a:solidFill>
                          <a:latin typeface="Cambria Math" panose="02040503050406030204" pitchFamily="18" charset="0"/>
                        </a:rPr>
                        <m:t>=</m:t>
                      </m:r>
                      <m:d>
                        <m:dPr>
                          <m:begChr m:val="["/>
                          <m:endChr m:val="]"/>
                          <m:ctrlPr>
                            <a:rPr lang="en-GB" sz="5000" i="1">
                              <a:solidFill>
                                <a:schemeClr val="bg1"/>
                              </a:solidFill>
                              <a:latin typeface="Cambria Math" panose="02040503050406030204" pitchFamily="18" charset="0"/>
                            </a:rPr>
                          </m:ctrlPr>
                        </m:dPr>
                        <m:e>
                          <m:m>
                            <m:mPr>
                              <m:mcs>
                                <m:mc>
                                  <m:mcPr>
                                    <m:count m:val="2"/>
                                    <m:mcJc m:val="center"/>
                                  </m:mcPr>
                                </m:mc>
                              </m:mcs>
                              <m:ctrlPr>
                                <a:rPr lang="en-GB" sz="5000" i="1">
                                  <a:solidFill>
                                    <a:schemeClr val="bg1"/>
                                  </a:solidFill>
                                  <a:latin typeface="Cambria Math" panose="02040503050406030204" pitchFamily="18" charset="0"/>
                                </a:rPr>
                              </m:ctrlPr>
                            </m:mPr>
                            <m:mr>
                              <m:e>
                                <m:r>
                                  <m:rPr>
                                    <m:brk m:alnAt="7"/>
                                  </m:rPr>
                                  <a:rPr lang="en-GB" sz="5000" i="1">
                                    <a:solidFill>
                                      <a:schemeClr val="bg1"/>
                                    </a:solidFill>
                                    <a:latin typeface="Cambria Math" panose="02040503050406030204" pitchFamily="18" charset="0"/>
                                  </a:rPr>
                                  <m:t>1</m:t>
                                </m:r>
                              </m:e>
                              <m:e>
                                <m:r>
                                  <a:rPr lang="en-GB" sz="5000" i="1">
                                    <a:solidFill>
                                      <a:schemeClr val="bg1"/>
                                    </a:solidFill>
                                    <a:latin typeface="Cambria Math" panose="02040503050406030204" pitchFamily="18" charset="0"/>
                                  </a:rPr>
                                  <m:t>2</m:t>
                                </m:r>
                              </m:e>
                            </m:mr>
                            <m:mr>
                              <m:e>
                                <m:r>
                                  <a:rPr lang="en-GB" sz="5000" i="1">
                                    <a:solidFill>
                                      <a:schemeClr val="bg1"/>
                                    </a:solidFill>
                                    <a:latin typeface="Cambria Math" panose="02040503050406030204" pitchFamily="18" charset="0"/>
                                  </a:rPr>
                                  <m:t>3</m:t>
                                </m:r>
                              </m:e>
                              <m:e>
                                <m:r>
                                  <a:rPr lang="en-GB" sz="5000" i="1">
                                    <a:solidFill>
                                      <a:schemeClr val="bg1"/>
                                    </a:solidFill>
                                    <a:latin typeface="Cambria Math" panose="02040503050406030204" pitchFamily="18" charset="0"/>
                                  </a:rPr>
                                  <m:t>4</m:t>
                                </m:r>
                              </m:e>
                            </m:mr>
                            <m:mr>
                              <m:e>
                                <m:r>
                                  <a:rPr lang="en-GB" sz="5000" i="1">
                                    <a:solidFill>
                                      <a:schemeClr val="bg1"/>
                                    </a:solidFill>
                                    <a:latin typeface="Cambria Math" panose="02040503050406030204" pitchFamily="18" charset="0"/>
                                  </a:rPr>
                                  <m:t>5</m:t>
                                </m:r>
                              </m:e>
                              <m:e>
                                <m:r>
                                  <a:rPr lang="en-GB" sz="5000" i="1">
                                    <a:solidFill>
                                      <a:schemeClr val="bg1"/>
                                    </a:solidFill>
                                    <a:latin typeface="Cambria Math" panose="02040503050406030204" pitchFamily="18" charset="0"/>
                                  </a:rPr>
                                  <m:t>6</m:t>
                                </m:r>
                              </m:e>
                            </m:mr>
                          </m:m>
                        </m:e>
                      </m:d>
                    </m:oMath>
                  </m:oMathPara>
                </a14:m>
                <a:endParaRPr lang="en-GB" sz="5000" dirty="0">
                  <a:solidFill>
                    <a:schemeClr val="bg1"/>
                  </a:solidFill>
                </a:endParaRPr>
              </a:p>
            </p:txBody>
          </p:sp>
        </mc:Choice>
        <mc:Fallback>
          <p:sp>
            <p:nvSpPr>
              <p:cNvPr id="4" name="TextBox 3">
                <a:extLst>
                  <a:ext uri="{FF2B5EF4-FFF2-40B4-BE49-F238E27FC236}">
                    <a16:creationId xmlns:a16="http://schemas.microsoft.com/office/drawing/2014/main" id="{ADBC064C-6193-FB28-FEE5-E7CF7B2A503F}"/>
                  </a:ext>
                </a:extLst>
              </p:cNvPr>
              <p:cNvSpPr txBox="1">
                <a:spLocks noRot="1" noChangeAspect="1" noMove="1" noResize="1" noEditPoints="1" noAdjustHandles="1" noChangeArrowheads="1" noChangeShapeType="1" noTextEdit="1"/>
              </p:cNvSpPr>
              <p:nvPr/>
            </p:nvSpPr>
            <p:spPr>
              <a:xfrm>
                <a:off x="7517363" y="2514983"/>
                <a:ext cx="3324807" cy="2034788"/>
              </a:xfrm>
              <a:prstGeom prst="rect">
                <a:avLst/>
              </a:prstGeom>
              <a:blipFill>
                <a:blip r:embed="rId3"/>
                <a:stretch>
                  <a:fillRect l="-3422" t="-621" b="-93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BC2223D-BCD8-DB22-A6C3-588595A5FBC8}"/>
                  </a:ext>
                </a:extLst>
              </p:cNvPr>
              <p:cNvSpPr txBox="1"/>
              <p:nvPr/>
            </p:nvSpPr>
            <p:spPr>
              <a:xfrm>
                <a:off x="3401784" y="4709058"/>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1</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3</m:t>
                      </m:r>
                    </m:oMath>
                  </m:oMathPara>
                </a14:m>
                <a:endParaRPr lang="en-US" sz="5000" dirty="0">
                  <a:solidFill>
                    <a:schemeClr val="bg1"/>
                  </a:solidFill>
                </a:endParaRPr>
              </a:p>
            </p:txBody>
          </p:sp>
        </mc:Choice>
        <mc:Fallback>
          <p:sp>
            <p:nvSpPr>
              <p:cNvPr id="12" name="TextBox 11">
                <a:extLst>
                  <a:ext uri="{FF2B5EF4-FFF2-40B4-BE49-F238E27FC236}">
                    <a16:creationId xmlns:a16="http://schemas.microsoft.com/office/drawing/2014/main" id="{EBC2223D-BCD8-DB22-A6C3-588595A5FBC8}"/>
                  </a:ext>
                </a:extLst>
              </p:cNvPr>
              <p:cNvSpPr txBox="1">
                <a:spLocks noRot="1" noChangeAspect="1" noMove="1" noResize="1" noEditPoints="1" noAdjustHandles="1" noChangeArrowheads="1" noChangeShapeType="1" noTextEdit="1"/>
              </p:cNvSpPr>
              <p:nvPr/>
            </p:nvSpPr>
            <p:spPr>
              <a:xfrm>
                <a:off x="3401784" y="4709058"/>
                <a:ext cx="2297663" cy="861774"/>
              </a:xfrm>
              <a:prstGeom prst="rect">
                <a:avLst/>
              </a:prstGeom>
              <a:blipFill>
                <a:blip r:embed="rId4"/>
                <a:stretch>
                  <a:fillRect t="-1389" b="-22222"/>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E850307A-E816-12D5-5E00-02E762FDB4E9}"/>
                  </a:ext>
                </a:extLst>
              </p:cNvPr>
              <p:cNvSpPr txBox="1"/>
              <p:nvPr/>
            </p:nvSpPr>
            <p:spPr>
              <a:xfrm>
                <a:off x="8263033" y="4706069"/>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3</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2</m:t>
                      </m:r>
                    </m:oMath>
                  </m:oMathPara>
                </a14:m>
                <a:endParaRPr lang="en-US" sz="5000" dirty="0">
                  <a:solidFill>
                    <a:schemeClr val="bg1"/>
                  </a:solidFill>
                </a:endParaRPr>
              </a:p>
            </p:txBody>
          </p:sp>
        </mc:Choice>
        <mc:Fallback>
          <p:sp>
            <p:nvSpPr>
              <p:cNvPr id="15" name="TextBox 14">
                <a:extLst>
                  <a:ext uri="{FF2B5EF4-FFF2-40B4-BE49-F238E27FC236}">
                    <a16:creationId xmlns:a16="http://schemas.microsoft.com/office/drawing/2014/main" id="{E850307A-E816-12D5-5E00-02E762FDB4E9}"/>
                  </a:ext>
                </a:extLst>
              </p:cNvPr>
              <p:cNvSpPr txBox="1">
                <a:spLocks noRot="1" noChangeAspect="1" noMove="1" noResize="1" noEditPoints="1" noAdjustHandles="1" noChangeArrowheads="1" noChangeShapeType="1" noTextEdit="1"/>
              </p:cNvSpPr>
              <p:nvPr/>
            </p:nvSpPr>
            <p:spPr>
              <a:xfrm>
                <a:off x="8263033" y="4706069"/>
                <a:ext cx="2297663" cy="861774"/>
              </a:xfrm>
              <a:prstGeom prst="rect">
                <a:avLst/>
              </a:prstGeom>
              <a:blipFill>
                <a:blip r:embed="rId5"/>
                <a:stretch>
                  <a:fillRect t="-1408" b="-23944"/>
                </a:stretch>
              </a:blipFill>
              <a:ln w="3810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48306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AA467-A102-044C-B655-19233276D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8A752-139E-F39F-B6C2-7A365BA936BB}"/>
              </a:ext>
            </a:extLst>
          </p:cNvPr>
          <p:cNvSpPr>
            <a:spLocks noGrp="1"/>
          </p:cNvSpPr>
          <p:nvPr>
            <p:ph type="title"/>
          </p:nvPr>
        </p:nvSpPr>
        <p:spPr/>
        <p:txBody>
          <a:bodyPr/>
          <a:lstStyle/>
          <a:p>
            <a:r>
              <a:rPr lang="en-US" dirty="0"/>
              <a:t>Adding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3FF04E6-2A05-A711-3B1C-F4ABAC7C46F0}"/>
                  </a:ext>
                </a:extLst>
              </p:cNvPr>
              <p:cNvSpPr txBox="1"/>
              <p:nvPr/>
            </p:nvSpPr>
            <p:spPr>
              <a:xfrm>
                <a:off x="4436705"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83FF04E6-2A05-A711-3B1C-F4ABAC7C46F0}"/>
                  </a:ext>
                </a:extLst>
              </p:cNvPr>
              <p:cNvSpPr txBox="1">
                <a:spLocks noRot="1" noChangeAspect="1" noMove="1" noResize="1" noEditPoints="1" noAdjustHandles="1" noChangeArrowheads="1" noChangeShapeType="1" noTextEdit="1"/>
              </p:cNvSpPr>
              <p:nvPr/>
            </p:nvSpPr>
            <p:spPr>
              <a:xfrm>
                <a:off x="4436705"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D9E41A2-D242-6FF1-8B3E-A007CC4A165A}"/>
                  </a:ext>
                </a:extLst>
              </p:cNvPr>
              <p:cNvSpPr txBox="1"/>
              <p:nvPr/>
            </p:nvSpPr>
            <p:spPr>
              <a:xfrm>
                <a:off x="8710641" y="2015328"/>
                <a:ext cx="3829702" cy="1024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DD9E41A2-D242-6FF1-8B3E-A007CC4A165A}"/>
                  </a:ext>
                </a:extLst>
              </p:cNvPr>
              <p:cNvSpPr txBox="1">
                <a:spLocks noRot="1" noChangeAspect="1" noMove="1" noResize="1" noEditPoints="1" noAdjustHandles="1" noChangeArrowheads="1" noChangeShapeType="1" noTextEdit="1"/>
              </p:cNvSpPr>
              <p:nvPr/>
            </p:nvSpPr>
            <p:spPr>
              <a:xfrm>
                <a:off x="8710641" y="2015328"/>
                <a:ext cx="3829702" cy="1024127"/>
              </a:xfrm>
              <a:prstGeom prst="rect">
                <a:avLst/>
              </a:prstGeom>
              <a:blipFill>
                <a:blip r:embed="rId4"/>
                <a:stretch>
                  <a:fillRect t="-2439" b="-15854"/>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5AC472E0-26AD-4E51-D967-2404358FCE58}"/>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Adding matrices can only be possible if the number of rows and columns of both matrices are the same.</a:t>
            </a:r>
            <a:endParaRPr lang="en-US" dirty="0"/>
          </a:p>
        </p:txBody>
      </p:sp>
    </p:spTree>
    <p:extLst>
      <p:ext uri="{BB962C8B-B14F-4D97-AF65-F5344CB8AC3E}">
        <p14:creationId xmlns:p14="http://schemas.microsoft.com/office/powerpoint/2010/main" val="1827429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D5E87-DCDF-AB8A-313D-3642DC966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96A29-E8F8-BD7E-6C21-25AC30343837}"/>
              </a:ext>
            </a:extLst>
          </p:cNvPr>
          <p:cNvSpPr>
            <a:spLocks noGrp="1"/>
          </p:cNvSpPr>
          <p:nvPr>
            <p:ph type="title"/>
          </p:nvPr>
        </p:nvSpPr>
        <p:spPr/>
        <p:txBody>
          <a:bodyPr/>
          <a:lstStyle/>
          <a:p>
            <a:r>
              <a:rPr lang="en-US" dirty="0"/>
              <a:t>Adding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E59AC8A-D2F3-181A-4F03-26910D742A17}"/>
                  </a:ext>
                </a:extLst>
              </p:cNvPr>
              <p:cNvSpPr txBox="1"/>
              <p:nvPr/>
            </p:nvSpPr>
            <p:spPr>
              <a:xfrm>
                <a:off x="4436705"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EE59AC8A-D2F3-181A-4F03-26910D742A17}"/>
                  </a:ext>
                </a:extLst>
              </p:cNvPr>
              <p:cNvSpPr txBox="1">
                <a:spLocks noRot="1" noChangeAspect="1" noMove="1" noResize="1" noEditPoints="1" noAdjustHandles="1" noChangeArrowheads="1" noChangeShapeType="1" noTextEdit="1"/>
              </p:cNvSpPr>
              <p:nvPr/>
            </p:nvSpPr>
            <p:spPr>
              <a:xfrm>
                <a:off x="4436705"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49687F0-2483-E687-779A-32A7481ECD13}"/>
                  </a:ext>
                </a:extLst>
              </p:cNvPr>
              <p:cNvSpPr txBox="1"/>
              <p:nvPr/>
            </p:nvSpPr>
            <p:spPr>
              <a:xfrm>
                <a:off x="8710641" y="2015328"/>
                <a:ext cx="3829702" cy="1024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E49687F0-2483-E687-779A-32A7481ECD13}"/>
                  </a:ext>
                </a:extLst>
              </p:cNvPr>
              <p:cNvSpPr txBox="1">
                <a:spLocks noRot="1" noChangeAspect="1" noMove="1" noResize="1" noEditPoints="1" noAdjustHandles="1" noChangeArrowheads="1" noChangeShapeType="1" noTextEdit="1"/>
              </p:cNvSpPr>
              <p:nvPr/>
            </p:nvSpPr>
            <p:spPr>
              <a:xfrm>
                <a:off x="8710641" y="2015328"/>
                <a:ext cx="3829702" cy="1024127"/>
              </a:xfrm>
              <a:prstGeom prst="rect">
                <a:avLst/>
              </a:prstGeom>
              <a:blipFill>
                <a:blip r:embed="rId4"/>
                <a:stretch>
                  <a:fillRect t="-2439" b="-15854"/>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2A6DA1D1-6D4A-DCCA-22DB-FAD93A1E2E0C}"/>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While adding two matrices, we add the corresponding elements</a:t>
            </a:r>
            <a:endParaRPr lang="en-US" dirty="0"/>
          </a:p>
        </p:txBody>
      </p:sp>
    </p:spTree>
    <p:extLst>
      <p:ext uri="{BB962C8B-B14F-4D97-AF65-F5344CB8AC3E}">
        <p14:creationId xmlns:p14="http://schemas.microsoft.com/office/powerpoint/2010/main" val="3481374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B24B2-C8CF-0C62-3FB1-EB240C3B5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83E15-3541-B1AF-0AE3-735C5783FB65}"/>
              </a:ext>
            </a:extLst>
          </p:cNvPr>
          <p:cNvSpPr>
            <a:spLocks noGrp="1"/>
          </p:cNvSpPr>
          <p:nvPr>
            <p:ph type="title"/>
          </p:nvPr>
        </p:nvSpPr>
        <p:spPr/>
        <p:txBody>
          <a:bodyPr/>
          <a:lstStyle/>
          <a:p>
            <a:r>
              <a:rPr lang="en-US" dirty="0"/>
              <a:t>Adding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74AFFD4-D3A3-6D3D-0657-AA1878734557}"/>
                  </a:ext>
                </a:extLst>
              </p:cNvPr>
              <p:cNvSpPr txBox="1"/>
              <p:nvPr/>
            </p:nvSpPr>
            <p:spPr>
              <a:xfrm>
                <a:off x="2523929"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374AFFD4-D3A3-6D3D-0657-AA1878734557}"/>
                  </a:ext>
                </a:extLst>
              </p:cNvPr>
              <p:cNvSpPr txBox="1">
                <a:spLocks noRot="1" noChangeAspect="1" noMove="1" noResize="1" noEditPoints="1" noAdjustHandles="1" noChangeArrowheads="1" noChangeShapeType="1" noTextEdit="1"/>
              </p:cNvSpPr>
              <p:nvPr/>
            </p:nvSpPr>
            <p:spPr>
              <a:xfrm>
                <a:off x="2523929"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BB6C33F-65DA-E669-5B95-7F4DC9B916B6}"/>
                  </a:ext>
                </a:extLst>
              </p:cNvPr>
              <p:cNvSpPr txBox="1"/>
              <p:nvPr/>
            </p:nvSpPr>
            <p:spPr>
              <a:xfrm>
                <a:off x="6797865" y="2015328"/>
                <a:ext cx="3829702" cy="1024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6BB6C33F-65DA-E669-5B95-7F4DC9B916B6}"/>
                  </a:ext>
                </a:extLst>
              </p:cNvPr>
              <p:cNvSpPr txBox="1">
                <a:spLocks noRot="1" noChangeAspect="1" noMove="1" noResize="1" noEditPoints="1" noAdjustHandles="1" noChangeArrowheads="1" noChangeShapeType="1" noTextEdit="1"/>
              </p:cNvSpPr>
              <p:nvPr/>
            </p:nvSpPr>
            <p:spPr>
              <a:xfrm>
                <a:off x="6797865" y="2015328"/>
                <a:ext cx="3829702" cy="1024127"/>
              </a:xfrm>
              <a:prstGeom prst="rect">
                <a:avLst/>
              </a:prstGeom>
              <a:blipFill>
                <a:blip r:embed="rId4"/>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FD07A75-57D8-0514-5E71-9ED5B786725A}"/>
                  </a:ext>
                </a:extLst>
              </p:cNvPr>
              <p:cNvSpPr txBox="1"/>
              <p:nvPr/>
            </p:nvSpPr>
            <p:spPr>
              <a:xfrm>
                <a:off x="2735035" y="3559629"/>
                <a:ext cx="6576916" cy="11356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3+4</m:t>
                                </m:r>
                              </m:e>
                            </m:mr>
                            <m:mr>
                              <m:e>
                                <m:r>
                                  <a:rPr lang="en-GB" sz="4000" b="0" i="1" smtClean="0">
                                    <a:solidFill>
                                      <a:schemeClr val="bg1"/>
                                    </a:solidFill>
                                    <a:latin typeface="Cambria Math" panose="02040503050406030204" pitchFamily="18" charset="0"/>
                                  </a:rPr>
                                  <m:t>5+(−3)</m:t>
                                </m:r>
                              </m:e>
                              <m:e>
                                <m:r>
                                  <a:rPr lang="en-GB" sz="4000" b="0" i="1" smtClean="0">
                                    <a:solidFill>
                                      <a:schemeClr val="bg1"/>
                                    </a:solidFill>
                                    <a:latin typeface="Cambria Math" panose="02040503050406030204" pitchFamily="18" charset="0"/>
                                  </a:rPr>
                                  <m:t>−4+5</m:t>
                                </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CFD07A75-57D8-0514-5E71-9ED5B786725A}"/>
                  </a:ext>
                </a:extLst>
              </p:cNvPr>
              <p:cNvSpPr txBox="1">
                <a:spLocks noRot="1" noChangeAspect="1" noMove="1" noResize="1" noEditPoints="1" noAdjustHandles="1" noChangeArrowheads="1" noChangeShapeType="1" noTextEdit="1"/>
              </p:cNvSpPr>
              <p:nvPr/>
            </p:nvSpPr>
            <p:spPr>
              <a:xfrm>
                <a:off x="2735035" y="3559629"/>
                <a:ext cx="6576916" cy="1135632"/>
              </a:xfrm>
              <a:prstGeom prst="rect">
                <a:avLst/>
              </a:prstGeom>
              <a:blipFill>
                <a:blip r:embed="rId5"/>
                <a:stretch>
                  <a:fillRect l="-3083" t="-1111" b="-211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694ABEC-900B-1C8E-F87F-3EE2F15D6207}"/>
                  </a:ext>
                </a:extLst>
              </p:cNvPr>
              <p:cNvSpPr txBox="1"/>
              <p:nvPr/>
            </p:nvSpPr>
            <p:spPr>
              <a:xfrm>
                <a:off x="2735035" y="5102290"/>
                <a:ext cx="3880369" cy="1022459"/>
              </a:xfrm>
              <a:prstGeom prst="rect">
                <a:avLst/>
              </a:prstGeom>
              <a:noFill/>
              <a:ln w="38100">
                <a:solidFill>
                  <a:schemeClr val="bg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1</m:t>
                                </m:r>
                              </m:e>
                            </m:mr>
                          </m:m>
                        </m:e>
                      </m:d>
                    </m:oMath>
                  </m:oMathPara>
                </a14:m>
                <a:endParaRPr lang="en-GB" sz="4000" dirty="0">
                  <a:solidFill>
                    <a:schemeClr val="bg1"/>
                  </a:solidFill>
                </a:endParaRPr>
              </a:p>
            </p:txBody>
          </p:sp>
        </mc:Choice>
        <mc:Fallback>
          <p:sp>
            <p:nvSpPr>
              <p:cNvPr id="11" name="TextBox 10">
                <a:extLst>
                  <a:ext uri="{FF2B5EF4-FFF2-40B4-BE49-F238E27FC236}">
                    <a16:creationId xmlns:a16="http://schemas.microsoft.com/office/drawing/2014/main" id="{5694ABEC-900B-1C8E-F87F-3EE2F15D6207}"/>
                  </a:ext>
                </a:extLst>
              </p:cNvPr>
              <p:cNvSpPr txBox="1">
                <a:spLocks noRot="1" noChangeAspect="1" noMove="1" noResize="1" noEditPoints="1" noAdjustHandles="1" noChangeArrowheads="1" noChangeShapeType="1" noTextEdit="1"/>
              </p:cNvSpPr>
              <p:nvPr/>
            </p:nvSpPr>
            <p:spPr>
              <a:xfrm>
                <a:off x="2735035" y="5102290"/>
                <a:ext cx="3880369" cy="1022459"/>
              </a:xfrm>
              <a:prstGeom prst="rect">
                <a:avLst/>
              </a:prstGeom>
              <a:blipFill>
                <a:blip r:embed="rId6"/>
                <a:stretch>
                  <a:fillRect l="-1294" b="-13095"/>
                </a:stretch>
              </a:blipFill>
              <a:ln w="38100">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8804775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E7EB1-08CB-258E-C1A7-754D3E629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887BF-B459-08A3-7E5B-EA57A6C8C224}"/>
              </a:ext>
            </a:extLst>
          </p:cNvPr>
          <p:cNvSpPr>
            <a:spLocks noGrp="1"/>
          </p:cNvSpPr>
          <p:nvPr>
            <p:ph type="title"/>
          </p:nvPr>
        </p:nvSpPr>
        <p:spPr/>
        <p:txBody>
          <a:bodyPr/>
          <a:lstStyle/>
          <a:p>
            <a:r>
              <a:rPr lang="en-US" dirty="0"/>
              <a:t>Subtracting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89767C6-559E-2BF8-38FF-4996C317BA7A}"/>
                  </a:ext>
                </a:extLst>
              </p:cNvPr>
              <p:cNvSpPr txBox="1"/>
              <p:nvPr/>
            </p:nvSpPr>
            <p:spPr>
              <a:xfrm>
                <a:off x="4436705"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D89767C6-559E-2BF8-38FF-4996C317BA7A}"/>
                  </a:ext>
                </a:extLst>
              </p:cNvPr>
              <p:cNvSpPr txBox="1">
                <a:spLocks noRot="1" noChangeAspect="1" noMove="1" noResize="1" noEditPoints="1" noAdjustHandles="1" noChangeArrowheads="1" noChangeShapeType="1" noTextEdit="1"/>
              </p:cNvSpPr>
              <p:nvPr/>
            </p:nvSpPr>
            <p:spPr>
              <a:xfrm>
                <a:off x="4436705"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7FB6E78-9D8B-1AE3-8B3F-07A0762375EB}"/>
                  </a:ext>
                </a:extLst>
              </p:cNvPr>
              <p:cNvSpPr txBox="1"/>
              <p:nvPr/>
            </p:nvSpPr>
            <p:spPr>
              <a:xfrm>
                <a:off x="8710641" y="2015328"/>
                <a:ext cx="3829702" cy="1024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77FB6E78-9D8B-1AE3-8B3F-07A0762375EB}"/>
                  </a:ext>
                </a:extLst>
              </p:cNvPr>
              <p:cNvSpPr txBox="1">
                <a:spLocks noRot="1" noChangeAspect="1" noMove="1" noResize="1" noEditPoints="1" noAdjustHandles="1" noChangeArrowheads="1" noChangeShapeType="1" noTextEdit="1"/>
              </p:cNvSpPr>
              <p:nvPr/>
            </p:nvSpPr>
            <p:spPr>
              <a:xfrm>
                <a:off x="8710641" y="2015328"/>
                <a:ext cx="3829702" cy="1024127"/>
              </a:xfrm>
              <a:prstGeom prst="rect">
                <a:avLst/>
              </a:prstGeom>
              <a:blipFill>
                <a:blip r:embed="rId4"/>
                <a:stretch>
                  <a:fillRect t="-2439" b="-15854"/>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6403FA20-8DE3-9B8C-5AC3-51A6D3A369A9}"/>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Subtracting matrices can only be possible if the number of rows and columns of both matrices are the same.</a:t>
            </a:r>
            <a:endParaRPr lang="en-US" dirty="0"/>
          </a:p>
        </p:txBody>
      </p:sp>
    </p:spTree>
    <p:extLst>
      <p:ext uri="{BB962C8B-B14F-4D97-AF65-F5344CB8AC3E}">
        <p14:creationId xmlns:p14="http://schemas.microsoft.com/office/powerpoint/2010/main" val="3584133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AA8C7-544E-063C-1304-528FA37D8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66D58-1A22-7EE5-1659-71E69D7E4DEB}"/>
              </a:ext>
            </a:extLst>
          </p:cNvPr>
          <p:cNvSpPr>
            <a:spLocks noGrp="1"/>
          </p:cNvSpPr>
          <p:nvPr>
            <p:ph type="title"/>
          </p:nvPr>
        </p:nvSpPr>
        <p:spPr/>
        <p:txBody>
          <a:bodyPr/>
          <a:lstStyle/>
          <a:p>
            <a:r>
              <a:rPr lang="en-US" dirty="0"/>
              <a:t>Subtracting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71B4CCD-1B55-BB91-E0AE-A88D2824C272}"/>
                  </a:ext>
                </a:extLst>
              </p:cNvPr>
              <p:cNvSpPr txBox="1"/>
              <p:nvPr/>
            </p:nvSpPr>
            <p:spPr>
              <a:xfrm>
                <a:off x="4436705"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671B4CCD-1B55-BB91-E0AE-A88D2824C272}"/>
                  </a:ext>
                </a:extLst>
              </p:cNvPr>
              <p:cNvSpPr txBox="1">
                <a:spLocks noRot="1" noChangeAspect="1" noMove="1" noResize="1" noEditPoints="1" noAdjustHandles="1" noChangeArrowheads="1" noChangeShapeType="1" noTextEdit="1"/>
              </p:cNvSpPr>
              <p:nvPr/>
            </p:nvSpPr>
            <p:spPr>
              <a:xfrm>
                <a:off x="4436705"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1B6666B-1571-3A10-66CE-1A16E72EF933}"/>
                  </a:ext>
                </a:extLst>
              </p:cNvPr>
              <p:cNvSpPr txBox="1"/>
              <p:nvPr/>
            </p:nvSpPr>
            <p:spPr>
              <a:xfrm>
                <a:off x="8710641" y="2015328"/>
                <a:ext cx="3829702" cy="1024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21B6666B-1571-3A10-66CE-1A16E72EF933}"/>
                  </a:ext>
                </a:extLst>
              </p:cNvPr>
              <p:cNvSpPr txBox="1">
                <a:spLocks noRot="1" noChangeAspect="1" noMove="1" noResize="1" noEditPoints="1" noAdjustHandles="1" noChangeArrowheads="1" noChangeShapeType="1" noTextEdit="1"/>
              </p:cNvSpPr>
              <p:nvPr/>
            </p:nvSpPr>
            <p:spPr>
              <a:xfrm>
                <a:off x="8710641" y="2015328"/>
                <a:ext cx="3829702" cy="1024127"/>
              </a:xfrm>
              <a:prstGeom prst="rect">
                <a:avLst/>
              </a:prstGeom>
              <a:blipFill>
                <a:blip r:embed="rId4"/>
                <a:stretch>
                  <a:fillRect t="-2439" b="-15854"/>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57E87C9C-4067-B681-799F-F54AD41C9AB4}"/>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While subtracting two matrices, we add the corresponding elements</a:t>
            </a:r>
            <a:endParaRPr lang="en-US" dirty="0"/>
          </a:p>
        </p:txBody>
      </p:sp>
    </p:spTree>
    <p:extLst>
      <p:ext uri="{BB962C8B-B14F-4D97-AF65-F5344CB8AC3E}">
        <p14:creationId xmlns:p14="http://schemas.microsoft.com/office/powerpoint/2010/main" val="2465977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C1112-4355-93F3-6C43-B6EF59E83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DA55C-4216-2874-B9B3-30490BA876E6}"/>
              </a:ext>
            </a:extLst>
          </p:cNvPr>
          <p:cNvSpPr>
            <a:spLocks noGrp="1"/>
          </p:cNvSpPr>
          <p:nvPr>
            <p:ph type="title"/>
          </p:nvPr>
        </p:nvSpPr>
        <p:spPr/>
        <p:txBody>
          <a:bodyPr/>
          <a:lstStyle/>
          <a:p>
            <a:r>
              <a:rPr lang="en-US" dirty="0"/>
              <a:t>Subtracting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4C4E45B-39DB-4CA5-FF66-FF4C20C152F9}"/>
                  </a:ext>
                </a:extLst>
              </p:cNvPr>
              <p:cNvSpPr txBox="1"/>
              <p:nvPr/>
            </p:nvSpPr>
            <p:spPr>
              <a:xfrm>
                <a:off x="2523929"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04C4E45B-39DB-4CA5-FF66-FF4C20C152F9}"/>
                  </a:ext>
                </a:extLst>
              </p:cNvPr>
              <p:cNvSpPr txBox="1">
                <a:spLocks noRot="1" noChangeAspect="1" noMove="1" noResize="1" noEditPoints="1" noAdjustHandles="1" noChangeArrowheads="1" noChangeShapeType="1" noTextEdit="1"/>
              </p:cNvSpPr>
              <p:nvPr/>
            </p:nvSpPr>
            <p:spPr>
              <a:xfrm>
                <a:off x="2523929"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8E32E08-D180-7C2F-3E6A-3164996B5123}"/>
                  </a:ext>
                </a:extLst>
              </p:cNvPr>
              <p:cNvSpPr txBox="1"/>
              <p:nvPr/>
            </p:nvSpPr>
            <p:spPr>
              <a:xfrm>
                <a:off x="6797865" y="2015328"/>
                <a:ext cx="3829702" cy="1024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88E32E08-D180-7C2F-3E6A-3164996B5123}"/>
                  </a:ext>
                </a:extLst>
              </p:cNvPr>
              <p:cNvSpPr txBox="1">
                <a:spLocks noRot="1" noChangeAspect="1" noMove="1" noResize="1" noEditPoints="1" noAdjustHandles="1" noChangeArrowheads="1" noChangeShapeType="1" noTextEdit="1"/>
              </p:cNvSpPr>
              <p:nvPr/>
            </p:nvSpPr>
            <p:spPr>
              <a:xfrm>
                <a:off x="6797865" y="2015328"/>
                <a:ext cx="3829702" cy="1024127"/>
              </a:xfrm>
              <a:prstGeom prst="rect">
                <a:avLst/>
              </a:prstGeom>
              <a:blipFill>
                <a:blip r:embed="rId4"/>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E6EAC68-9358-13D9-A82E-0FF0CFDE7BE5}"/>
                  </a:ext>
                </a:extLst>
              </p:cNvPr>
              <p:cNvSpPr txBox="1"/>
              <p:nvPr/>
            </p:nvSpPr>
            <p:spPr>
              <a:xfrm>
                <a:off x="2735035" y="3559629"/>
                <a:ext cx="6576916" cy="11356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3</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−4</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EE6EAC68-9358-13D9-A82E-0FF0CFDE7BE5}"/>
                  </a:ext>
                </a:extLst>
              </p:cNvPr>
              <p:cNvSpPr txBox="1">
                <a:spLocks noRot="1" noChangeAspect="1" noMove="1" noResize="1" noEditPoints="1" noAdjustHandles="1" noChangeArrowheads="1" noChangeShapeType="1" noTextEdit="1"/>
              </p:cNvSpPr>
              <p:nvPr/>
            </p:nvSpPr>
            <p:spPr>
              <a:xfrm>
                <a:off x="2735035" y="3559629"/>
                <a:ext cx="6576916" cy="1135632"/>
              </a:xfrm>
              <a:prstGeom prst="rect">
                <a:avLst/>
              </a:prstGeom>
              <a:blipFill>
                <a:blip r:embed="rId5"/>
                <a:stretch>
                  <a:fillRect l="-3083" t="-1111" b="-211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46E8317-FBCC-4429-214D-442511484FC1}"/>
                  </a:ext>
                </a:extLst>
              </p:cNvPr>
              <p:cNvSpPr txBox="1"/>
              <p:nvPr/>
            </p:nvSpPr>
            <p:spPr>
              <a:xfrm>
                <a:off x="2735035" y="5102290"/>
                <a:ext cx="4318908" cy="1038939"/>
              </a:xfrm>
              <a:prstGeom prst="rect">
                <a:avLst/>
              </a:prstGeom>
              <a:noFill/>
              <a:ln w="38100">
                <a:solidFill>
                  <a:schemeClr val="bg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−9</m:t>
                                </m:r>
                              </m:e>
                            </m:mr>
                          </m:m>
                        </m:e>
                      </m:d>
                    </m:oMath>
                  </m:oMathPara>
                </a14:m>
                <a:endParaRPr lang="en-GB" sz="4000" dirty="0">
                  <a:solidFill>
                    <a:schemeClr val="bg1"/>
                  </a:solidFill>
                </a:endParaRPr>
              </a:p>
            </p:txBody>
          </p:sp>
        </mc:Choice>
        <mc:Fallback>
          <p:sp>
            <p:nvSpPr>
              <p:cNvPr id="11" name="TextBox 10">
                <a:extLst>
                  <a:ext uri="{FF2B5EF4-FFF2-40B4-BE49-F238E27FC236}">
                    <a16:creationId xmlns:a16="http://schemas.microsoft.com/office/drawing/2014/main" id="{846E8317-FBCC-4429-214D-442511484FC1}"/>
                  </a:ext>
                </a:extLst>
              </p:cNvPr>
              <p:cNvSpPr txBox="1">
                <a:spLocks noRot="1" noChangeAspect="1" noMove="1" noResize="1" noEditPoints="1" noAdjustHandles="1" noChangeArrowheads="1" noChangeShapeType="1" noTextEdit="1"/>
              </p:cNvSpPr>
              <p:nvPr/>
            </p:nvSpPr>
            <p:spPr>
              <a:xfrm>
                <a:off x="2735035" y="5102290"/>
                <a:ext cx="4318908" cy="1038939"/>
              </a:xfrm>
              <a:prstGeom prst="rect">
                <a:avLst/>
              </a:prstGeom>
              <a:blipFill>
                <a:blip r:embed="rId6"/>
                <a:stretch>
                  <a:fillRect l="-4956" b="-14118"/>
                </a:stretch>
              </a:blipFill>
              <a:ln w="38100">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3512954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9C8E1-CBA0-70DB-7B82-9FF9FCB94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C1973-579F-A55D-75E3-F7023CD56142}"/>
              </a:ext>
            </a:extLst>
          </p:cNvPr>
          <p:cNvSpPr>
            <a:spLocks noGrp="1"/>
          </p:cNvSpPr>
          <p:nvPr>
            <p:ph type="title"/>
          </p:nvPr>
        </p:nvSpPr>
        <p:spPr/>
        <p:txBody>
          <a:bodyPr/>
          <a:lstStyle/>
          <a:p>
            <a:r>
              <a:rPr lang="en-US" dirty="0"/>
              <a:t>Scalar Multiplication</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7611908-08B3-82DF-1319-36C4864D61A6}"/>
                  </a:ext>
                </a:extLst>
              </p:cNvPr>
              <p:cNvSpPr txBox="1"/>
              <p:nvPr/>
            </p:nvSpPr>
            <p:spPr>
              <a:xfrm>
                <a:off x="6517431"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17611908-08B3-82DF-1319-36C4864D61A6}"/>
                  </a:ext>
                </a:extLst>
              </p:cNvPr>
              <p:cNvSpPr txBox="1">
                <a:spLocks noRot="1" noChangeAspect="1" noMove="1" noResize="1" noEditPoints="1" noAdjustHandles="1" noChangeArrowheads="1" noChangeShapeType="1" noTextEdit="1"/>
              </p:cNvSpPr>
              <p:nvPr/>
            </p:nvSpPr>
            <p:spPr>
              <a:xfrm>
                <a:off x="6517431" y="2015328"/>
                <a:ext cx="3671597" cy="1026435"/>
              </a:xfrm>
              <a:prstGeom prst="rect">
                <a:avLst/>
              </a:prstGeom>
              <a:blipFill>
                <a:blip r:embed="rId3"/>
                <a:stretch>
                  <a:fillRect t="-2439" b="-15854"/>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928A1B56-0EA0-6483-84F7-9D33B58B59D6}"/>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The product of a matrix A with any number 'c' is obtained by multiplying every entry of the matrix A by c.</a:t>
            </a:r>
            <a:endParaRPr lang="en-US" dirty="0"/>
          </a:p>
        </p:txBody>
      </p:sp>
    </p:spTree>
    <p:extLst>
      <p:ext uri="{BB962C8B-B14F-4D97-AF65-F5344CB8AC3E}">
        <p14:creationId xmlns:p14="http://schemas.microsoft.com/office/powerpoint/2010/main" val="1331720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F3BB2-1E8E-BAEA-624A-867269662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29018-8AD9-EA91-E45A-E4EF7A81B1E4}"/>
              </a:ext>
            </a:extLst>
          </p:cNvPr>
          <p:cNvSpPr>
            <a:spLocks noGrp="1"/>
          </p:cNvSpPr>
          <p:nvPr>
            <p:ph type="title"/>
          </p:nvPr>
        </p:nvSpPr>
        <p:spPr/>
        <p:txBody>
          <a:bodyPr/>
          <a:lstStyle/>
          <a:p>
            <a:r>
              <a:rPr lang="en-US" dirty="0"/>
              <a:t>Scalar Multiplication</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A4A459E-928A-20A0-9287-BAE9780B9AF3}"/>
                  </a:ext>
                </a:extLst>
              </p:cNvPr>
              <p:cNvSpPr txBox="1"/>
              <p:nvPr/>
            </p:nvSpPr>
            <p:spPr>
              <a:xfrm>
                <a:off x="4260201" y="2015328"/>
                <a:ext cx="3671597" cy="10264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−4</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FA4A459E-928A-20A0-9287-BAE9780B9AF3}"/>
                  </a:ext>
                </a:extLst>
              </p:cNvPr>
              <p:cNvSpPr txBox="1">
                <a:spLocks noRot="1" noChangeAspect="1" noMove="1" noResize="1" noEditPoints="1" noAdjustHandles="1" noChangeArrowheads="1" noChangeShapeType="1" noTextEdit="1"/>
              </p:cNvSpPr>
              <p:nvPr/>
            </p:nvSpPr>
            <p:spPr>
              <a:xfrm>
                <a:off x="4260201" y="2015328"/>
                <a:ext cx="3671597" cy="1026435"/>
              </a:xfrm>
              <a:prstGeom prst="rect">
                <a:avLst/>
              </a:prstGeom>
              <a:blipFill>
                <a:blip r:embed="rId3"/>
                <a:stretch>
                  <a:fillRect t="-2439"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C16235F-EA2C-E8F2-60A9-AEB2732D65C2}"/>
                  </a:ext>
                </a:extLst>
              </p:cNvPr>
              <p:cNvSpPr txBox="1"/>
              <p:nvPr/>
            </p:nvSpPr>
            <p:spPr>
              <a:xfrm>
                <a:off x="2735035" y="3559629"/>
                <a:ext cx="6576916" cy="11356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4</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4 </m:t>
                                </m:r>
                                <m:r>
                                  <a:rPr lang="en-GB" sz="4000" b="0" i="1" smtClean="0">
                                    <a:solidFill>
                                      <a:schemeClr val="bg1"/>
                                    </a:solidFill>
                                    <a:latin typeface="Cambria Math" panose="02040503050406030204" pitchFamily="18" charset="0"/>
                                    <a:ea typeface="Cambria Math" panose="02040503050406030204" pitchFamily="18" charset="0"/>
                                  </a:rPr>
                                  <m:t>× 2</m:t>
                                </m:r>
                              </m:e>
                              <m:e>
                                <m:r>
                                  <m:rPr>
                                    <m:brk m:alnAt="7"/>
                                  </m:rPr>
                                  <a:rPr lang="en-GB" sz="4000" i="1">
                                    <a:solidFill>
                                      <a:schemeClr val="bg1"/>
                                    </a:solidFill>
                                    <a:latin typeface="Cambria Math" panose="02040503050406030204" pitchFamily="18" charset="0"/>
                                  </a:rPr>
                                  <m:t>4</m:t>
                                </m:r>
                                <m:r>
                                  <a:rPr lang="en-GB" sz="4000" b="0" i="1" smtClean="0">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3</m:t>
                                </m:r>
                              </m:e>
                            </m:mr>
                            <m:mr>
                              <m:e>
                                <m:r>
                                  <m:rPr>
                                    <m:brk m:alnAt="7"/>
                                  </m:rPr>
                                  <a:rPr lang="en-GB" sz="4000" i="1">
                                    <a:solidFill>
                                      <a:schemeClr val="bg1"/>
                                    </a:solidFill>
                                    <a:latin typeface="Cambria Math" panose="02040503050406030204" pitchFamily="18" charset="0"/>
                                  </a:rPr>
                                  <m:t>4</m:t>
                                </m:r>
                                <m:r>
                                  <a:rPr lang="en-GB" sz="4000" b="0" i="1" smtClean="0">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5</m:t>
                                </m:r>
                              </m:e>
                              <m:e>
                                <m:r>
                                  <m:rPr>
                                    <m:brk m:alnAt="7"/>
                                  </m:rPr>
                                  <a:rPr lang="en-GB" sz="4000" i="1">
                                    <a:solidFill>
                                      <a:schemeClr val="bg1"/>
                                    </a:solidFill>
                                    <a:latin typeface="Cambria Math" panose="02040503050406030204" pitchFamily="18" charset="0"/>
                                  </a:rPr>
                                  <m:t>4</m:t>
                                </m:r>
                                <m:r>
                                  <a:rPr lang="en-GB" sz="4000" b="0" i="1" smtClean="0">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(−4)</m:t>
                                </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CC16235F-EA2C-E8F2-60A9-AEB2732D65C2}"/>
                  </a:ext>
                </a:extLst>
              </p:cNvPr>
              <p:cNvSpPr txBox="1">
                <a:spLocks noRot="1" noChangeAspect="1" noMove="1" noResize="1" noEditPoints="1" noAdjustHandles="1" noChangeArrowheads="1" noChangeShapeType="1" noTextEdit="1"/>
              </p:cNvSpPr>
              <p:nvPr/>
            </p:nvSpPr>
            <p:spPr>
              <a:xfrm>
                <a:off x="2735035" y="3559629"/>
                <a:ext cx="6576916" cy="1135632"/>
              </a:xfrm>
              <a:prstGeom prst="rect">
                <a:avLst/>
              </a:prstGeom>
              <a:blipFill>
                <a:blip r:embed="rId4"/>
                <a:stretch>
                  <a:fillRect t="-8889"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8A0D03F-7F59-A580-E9CB-776291AEFF9C}"/>
                  </a:ext>
                </a:extLst>
              </p:cNvPr>
              <p:cNvSpPr txBox="1"/>
              <p:nvPr/>
            </p:nvSpPr>
            <p:spPr>
              <a:xfrm>
                <a:off x="4146484" y="5102290"/>
                <a:ext cx="3899030" cy="1026435"/>
              </a:xfrm>
              <a:prstGeom prst="rect">
                <a:avLst/>
              </a:prstGeom>
              <a:noFill/>
              <a:ln w="38100">
                <a:solidFill>
                  <a:schemeClr val="bg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4</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2"/>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12</m:t>
                                </m:r>
                              </m:e>
                            </m:mr>
                            <m:mr>
                              <m:e>
                                <m:r>
                                  <a:rPr lang="en-GB" sz="4000" b="0" i="1" smtClean="0">
                                    <a:solidFill>
                                      <a:schemeClr val="bg1"/>
                                    </a:solidFill>
                                    <a:latin typeface="Cambria Math" panose="02040503050406030204" pitchFamily="18" charset="0"/>
                                  </a:rPr>
                                  <m:t>20</m:t>
                                </m:r>
                              </m:e>
                              <m:e>
                                <m: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16</m:t>
                                </m:r>
                              </m:e>
                            </m:mr>
                          </m:m>
                        </m:e>
                      </m:d>
                    </m:oMath>
                  </m:oMathPara>
                </a14:m>
                <a:endParaRPr lang="en-GB" sz="4000" dirty="0">
                  <a:solidFill>
                    <a:schemeClr val="bg1"/>
                  </a:solidFill>
                </a:endParaRPr>
              </a:p>
            </p:txBody>
          </p:sp>
        </mc:Choice>
        <mc:Fallback>
          <p:sp>
            <p:nvSpPr>
              <p:cNvPr id="11" name="TextBox 10">
                <a:extLst>
                  <a:ext uri="{FF2B5EF4-FFF2-40B4-BE49-F238E27FC236}">
                    <a16:creationId xmlns:a16="http://schemas.microsoft.com/office/drawing/2014/main" id="{A8A0D03F-7F59-A580-E9CB-776291AEFF9C}"/>
                  </a:ext>
                </a:extLst>
              </p:cNvPr>
              <p:cNvSpPr txBox="1">
                <a:spLocks noRot="1" noChangeAspect="1" noMove="1" noResize="1" noEditPoints="1" noAdjustHandles="1" noChangeArrowheads="1" noChangeShapeType="1" noTextEdit="1"/>
              </p:cNvSpPr>
              <p:nvPr/>
            </p:nvSpPr>
            <p:spPr>
              <a:xfrm>
                <a:off x="4146484" y="5102290"/>
                <a:ext cx="3899030" cy="1026435"/>
              </a:xfrm>
              <a:prstGeom prst="rect">
                <a:avLst/>
              </a:prstGeom>
              <a:blipFill>
                <a:blip r:embed="rId5"/>
                <a:stretch>
                  <a:fillRect l="-4167" b="-13095"/>
                </a:stretch>
              </a:blipFill>
              <a:ln w="38100">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34035935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9995E-730C-94D6-54F2-1615E49B4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BA0F0-3966-40AE-0B71-27B851C735AB}"/>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986539F-8A7F-7223-ACD6-07A6EB04177D}"/>
                  </a:ext>
                </a:extLst>
              </p:cNvPr>
              <p:cNvSpPr txBox="1"/>
              <p:nvPr/>
            </p:nvSpPr>
            <p:spPr>
              <a:xfrm>
                <a:off x="6517431" y="2015328"/>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A986539F-8A7F-7223-ACD6-07A6EB04177D}"/>
                  </a:ext>
                </a:extLst>
              </p:cNvPr>
              <p:cNvSpPr txBox="1">
                <a:spLocks noRot="1" noChangeAspect="1" noMove="1" noResize="1" noEditPoints="1" noAdjustHandles="1" noChangeArrowheads="1" noChangeShapeType="1" noTextEdit="1"/>
              </p:cNvSpPr>
              <p:nvPr/>
            </p:nvSpPr>
            <p:spPr>
              <a:xfrm>
                <a:off x="6517431" y="2015328"/>
                <a:ext cx="4252169" cy="615553"/>
              </a:xfrm>
              <a:prstGeom prst="rect">
                <a:avLst/>
              </a:prstGeom>
              <a:blipFill>
                <a:blip r:embed="rId3"/>
                <a:stretch>
                  <a:fillRect t="-8000" b="-34000"/>
                </a:stretch>
              </a:blipFill>
            </p:spPr>
            <p:txBody>
              <a:bodyPr/>
              <a:lstStyle/>
              <a:p>
                <a:r>
                  <a:rPr lang="en-US">
                    <a:noFill/>
                  </a:rPr>
                  <a:t> </a:t>
                </a:r>
              </a:p>
            </p:txBody>
          </p:sp>
        </mc:Fallback>
      </mc:AlternateContent>
      <p:sp>
        <p:nvSpPr>
          <p:cNvPr id="12" name="Content Placeholder 2">
            <a:extLst>
              <a:ext uri="{FF2B5EF4-FFF2-40B4-BE49-F238E27FC236}">
                <a16:creationId xmlns:a16="http://schemas.microsoft.com/office/drawing/2014/main" id="{17D76150-9ACC-159B-4862-D945980B590F}"/>
              </a:ext>
            </a:extLst>
          </p:cNvPr>
          <p:cNvSpPr txBox="1">
            <a:spLocks/>
          </p:cNvSpPr>
          <p:nvPr/>
        </p:nvSpPr>
        <p:spPr>
          <a:xfrm>
            <a:off x="838200" y="2286869"/>
            <a:ext cx="3799637" cy="2419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Multiplying matrices is possible only </a:t>
            </a:r>
            <a:r>
              <a:rPr lang="en-PH" b="1" dirty="0"/>
              <a:t>if the number of columns in the first matrix and rows in the second matrix are equal.</a:t>
            </a:r>
            <a:endParaRPr lang="en-US" b="1"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50623D9-523C-3DDE-C6B4-78C7610F5BB9}"/>
                  </a:ext>
                </a:extLst>
              </p:cNvPr>
              <p:cNvSpPr txBox="1"/>
              <p:nvPr/>
            </p:nvSpPr>
            <p:spPr>
              <a:xfrm>
                <a:off x="6517431" y="3340891"/>
                <a:ext cx="4252169"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550623D9-523C-3DDE-C6B4-78C7610F5BB9}"/>
                  </a:ext>
                </a:extLst>
              </p:cNvPr>
              <p:cNvSpPr txBox="1">
                <a:spLocks noRot="1" noChangeAspect="1" noMove="1" noResize="1" noEditPoints="1" noAdjustHandles="1" noChangeArrowheads="1" noChangeShapeType="1" noTextEdit="1"/>
              </p:cNvSpPr>
              <p:nvPr/>
            </p:nvSpPr>
            <p:spPr>
              <a:xfrm>
                <a:off x="6517431" y="3340891"/>
                <a:ext cx="4252169" cy="1676934"/>
              </a:xfrm>
              <a:prstGeom prst="rect">
                <a:avLst/>
              </a:prstGeom>
              <a:blipFill>
                <a:blip r:embed="rId4"/>
                <a:stretch>
                  <a:fillRect t="-752" b="-7519"/>
                </a:stretch>
              </a:blipFill>
            </p:spPr>
            <p:txBody>
              <a:bodyPr/>
              <a:lstStyle/>
              <a:p>
                <a:r>
                  <a:rPr lang="en-US">
                    <a:noFill/>
                  </a:rPr>
                  <a:t> </a:t>
                </a:r>
              </a:p>
            </p:txBody>
          </p:sp>
        </mc:Fallback>
      </mc:AlternateContent>
    </p:spTree>
    <p:extLst>
      <p:ext uri="{BB962C8B-B14F-4D97-AF65-F5344CB8AC3E}">
        <p14:creationId xmlns:p14="http://schemas.microsoft.com/office/powerpoint/2010/main" val="909185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E01E-FE79-5B15-5412-847A61F35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B5CB8-57AD-DCBC-F14B-F0BFA9850960}"/>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AA372EE-94E2-D885-EB27-C0C84FFD1AC8}"/>
                  </a:ext>
                </a:extLst>
              </p:cNvPr>
              <p:cNvSpPr txBox="1"/>
              <p:nvPr/>
            </p:nvSpPr>
            <p:spPr>
              <a:xfrm>
                <a:off x="1650044"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CAA372EE-94E2-D885-EB27-C0C84FFD1AC8}"/>
                  </a:ext>
                </a:extLst>
              </p:cNvPr>
              <p:cNvSpPr txBox="1">
                <a:spLocks noRot="1" noChangeAspect="1" noMove="1" noResize="1" noEditPoints="1" noAdjustHandles="1" noChangeArrowheads="1" noChangeShapeType="1" noTextEdit="1"/>
              </p:cNvSpPr>
              <p:nvPr/>
            </p:nvSpPr>
            <p:spPr>
              <a:xfrm>
                <a:off x="1650044"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163B8D3-152B-2AB9-D6BD-CA49DF041E14}"/>
                  </a:ext>
                </a:extLst>
              </p:cNvPr>
              <p:cNvSpPr txBox="1"/>
              <p:nvPr/>
            </p:nvSpPr>
            <p:spPr>
              <a:xfrm>
                <a:off x="7238057"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A163B8D3-152B-2AB9-D6BD-CA49DF041E14}"/>
                  </a:ext>
                </a:extLst>
              </p:cNvPr>
              <p:cNvSpPr txBox="1">
                <a:spLocks noRot="1" noChangeAspect="1" noMove="1" noResize="1" noEditPoints="1" noAdjustHandles="1" noChangeArrowheads="1" noChangeShapeType="1" noTextEdit="1"/>
              </p:cNvSpPr>
              <p:nvPr/>
            </p:nvSpPr>
            <p:spPr>
              <a:xfrm>
                <a:off x="7238057" y="1976124"/>
                <a:ext cx="2372575" cy="1676934"/>
              </a:xfrm>
              <a:prstGeom prst="rect">
                <a:avLst/>
              </a:prstGeom>
              <a:blipFill>
                <a:blip r:embed="rId4"/>
                <a:stretch>
                  <a:fillRect l="-6915"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256F6B1-6971-B746-6C8F-5DA8FD403D80}"/>
                  </a:ext>
                </a:extLst>
              </p:cNvPr>
              <p:cNvSpPr txBox="1"/>
              <p:nvPr/>
            </p:nvSpPr>
            <p:spPr>
              <a:xfrm>
                <a:off x="2627296"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1</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3</m:t>
                      </m:r>
                    </m:oMath>
                  </m:oMathPara>
                </a14:m>
                <a:endParaRPr lang="en-US" sz="5000" dirty="0">
                  <a:solidFill>
                    <a:schemeClr val="bg1"/>
                  </a:solidFill>
                </a:endParaRPr>
              </a:p>
            </p:txBody>
          </p:sp>
        </mc:Choice>
        <mc:Fallback>
          <p:sp>
            <p:nvSpPr>
              <p:cNvPr id="10" name="TextBox 9">
                <a:extLst>
                  <a:ext uri="{FF2B5EF4-FFF2-40B4-BE49-F238E27FC236}">
                    <a16:creationId xmlns:a16="http://schemas.microsoft.com/office/drawing/2014/main" id="{3256F6B1-6971-B746-6C8F-5DA8FD403D80}"/>
                  </a:ext>
                </a:extLst>
              </p:cNvPr>
              <p:cNvSpPr txBox="1">
                <a:spLocks noRot="1" noChangeAspect="1" noMove="1" noResize="1" noEditPoints="1" noAdjustHandles="1" noChangeArrowheads="1" noChangeShapeType="1" noTextEdit="1"/>
              </p:cNvSpPr>
              <p:nvPr/>
            </p:nvSpPr>
            <p:spPr>
              <a:xfrm>
                <a:off x="2627296" y="3856176"/>
                <a:ext cx="2297663" cy="861774"/>
              </a:xfrm>
              <a:prstGeom prst="rect">
                <a:avLst/>
              </a:prstGeom>
              <a:blipFill>
                <a:blip r:embed="rId5"/>
                <a:stretch>
                  <a:fillRect t="-1408" b="-23944"/>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F8F6809-A1D4-8CA9-F565-8BB0085F9824}"/>
                  </a:ext>
                </a:extLst>
              </p:cNvPr>
              <p:cNvSpPr txBox="1"/>
              <p:nvPr/>
            </p:nvSpPr>
            <p:spPr>
              <a:xfrm>
                <a:off x="7596763"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3</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1</m:t>
                      </m:r>
                    </m:oMath>
                  </m:oMathPara>
                </a14:m>
                <a:endParaRPr lang="en-US" sz="5000" dirty="0">
                  <a:solidFill>
                    <a:schemeClr val="bg1"/>
                  </a:solidFill>
                </a:endParaRPr>
              </a:p>
            </p:txBody>
          </p:sp>
        </mc:Choice>
        <mc:Fallback>
          <p:sp>
            <p:nvSpPr>
              <p:cNvPr id="11" name="TextBox 10">
                <a:extLst>
                  <a:ext uri="{FF2B5EF4-FFF2-40B4-BE49-F238E27FC236}">
                    <a16:creationId xmlns:a16="http://schemas.microsoft.com/office/drawing/2014/main" id="{2F8F6809-A1D4-8CA9-F565-8BB0085F9824}"/>
                  </a:ext>
                </a:extLst>
              </p:cNvPr>
              <p:cNvSpPr txBox="1">
                <a:spLocks noRot="1" noChangeAspect="1" noMove="1" noResize="1" noEditPoints="1" noAdjustHandles="1" noChangeArrowheads="1" noChangeShapeType="1" noTextEdit="1"/>
              </p:cNvSpPr>
              <p:nvPr/>
            </p:nvSpPr>
            <p:spPr>
              <a:xfrm>
                <a:off x="7596763" y="3856176"/>
                <a:ext cx="2297663" cy="861774"/>
              </a:xfrm>
              <a:prstGeom prst="rect">
                <a:avLst/>
              </a:prstGeom>
              <a:blipFill>
                <a:blip r:embed="rId6"/>
                <a:stretch>
                  <a:fillRect t="-1408" b="-23944"/>
                </a:stretch>
              </a:blipFill>
              <a:ln w="3810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5799503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06FAC-D918-05EE-4AE3-CF46F8308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2AB2D-8F36-AF44-0943-DE8458A32EB3}"/>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F61B90B-827A-8838-B0E3-EEDFB3F42951}"/>
                  </a:ext>
                </a:extLst>
              </p:cNvPr>
              <p:cNvSpPr txBox="1"/>
              <p:nvPr/>
            </p:nvSpPr>
            <p:spPr>
              <a:xfrm>
                <a:off x="1650044"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FF61B90B-827A-8838-B0E3-EEDFB3F42951}"/>
                  </a:ext>
                </a:extLst>
              </p:cNvPr>
              <p:cNvSpPr txBox="1">
                <a:spLocks noRot="1" noChangeAspect="1" noMove="1" noResize="1" noEditPoints="1" noAdjustHandles="1" noChangeArrowheads="1" noChangeShapeType="1" noTextEdit="1"/>
              </p:cNvSpPr>
              <p:nvPr/>
            </p:nvSpPr>
            <p:spPr>
              <a:xfrm>
                <a:off x="1650044"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CFA3A4B-822E-5953-55B4-F22B6A3AD477}"/>
                  </a:ext>
                </a:extLst>
              </p:cNvPr>
              <p:cNvSpPr txBox="1"/>
              <p:nvPr/>
            </p:nvSpPr>
            <p:spPr>
              <a:xfrm>
                <a:off x="7238057"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0CFA3A4B-822E-5953-55B4-F22B6A3AD477}"/>
                  </a:ext>
                </a:extLst>
              </p:cNvPr>
              <p:cNvSpPr txBox="1">
                <a:spLocks noRot="1" noChangeAspect="1" noMove="1" noResize="1" noEditPoints="1" noAdjustHandles="1" noChangeArrowheads="1" noChangeShapeType="1" noTextEdit="1"/>
              </p:cNvSpPr>
              <p:nvPr/>
            </p:nvSpPr>
            <p:spPr>
              <a:xfrm>
                <a:off x="7238057" y="1976124"/>
                <a:ext cx="2372575" cy="1676934"/>
              </a:xfrm>
              <a:prstGeom prst="rect">
                <a:avLst/>
              </a:prstGeom>
              <a:blipFill>
                <a:blip r:embed="rId4"/>
                <a:stretch>
                  <a:fillRect l="-6915"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C0D166A-C5C4-BE52-BAE8-AD0984ABDE3C}"/>
                  </a:ext>
                </a:extLst>
              </p:cNvPr>
              <p:cNvSpPr txBox="1"/>
              <p:nvPr/>
            </p:nvSpPr>
            <p:spPr>
              <a:xfrm>
                <a:off x="2627296"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1 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3</m:t>
                      </m:r>
                    </m:oMath>
                  </m:oMathPara>
                </a14:m>
                <a:endParaRPr lang="en-US" sz="5000" dirty="0">
                  <a:solidFill>
                    <a:schemeClr val="bg1"/>
                  </a:solidFill>
                </a:endParaRPr>
              </a:p>
            </p:txBody>
          </p:sp>
        </mc:Choice>
        <mc:Fallback>
          <p:sp>
            <p:nvSpPr>
              <p:cNvPr id="10" name="TextBox 9">
                <a:extLst>
                  <a:ext uri="{FF2B5EF4-FFF2-40B4-BE49-F238E27FC236}">
                    <a16:creationId xmlns:a16="http://schemas.microsoft.com/office/drawing/2014/main" id="{3C0D166A-C5C4-BE52-BAE8-AD0984ABDE3C}"/>
                  </a:ext>
                </a:extLst>
              </p:cNvPr>
              <p:cNvSpPr txBox="1">
                <a:spLocks noRot="1" noChangeAspect="1" noMove="1" noResize="1" noEditPoints="1" noAdjustHandles="1" noChangeArrowheads="1" noChangeShapeType="1" noTextEdit="1"/>
              </p:cNvSpPr>
              <p:nvPr/>
            </p:nvSpPr>
            <p:spPr>
              <a:xfrm>
                <a:off x="2627296" y="3856176"/>
                <a:ext cx="2297663" cy="861774"/>
              </a:xfrm>
              <a:prstGeom prst="rect">
                <a:avLst/>
              </a:prstGeom>
              <a:blipFill>
                <a:blip r:embed="rId5"/>
                <a:stretch>
                  <a:fillRect t="-1408" b="-23944"/>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AE8491B-22E8-2F11-CA1E-963F504D91CB}"/>
                  </a:ext>
                </a:extLst>
              </p:cNvPr>
              <p:cNvSpPr txBox="1"/>
              <p:nvPr/>
            </p:nvSpPr>
            <p:spPr>
              <a:xfrm>
                <a:off x="7596763"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3 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1</m:t>
                      </m:r>
                    </m:oMath>
                  </m:oMathPara>
                </a14:m>
                <a:endParaRPr lang="en-US" sz="5000" dirty="0">
                  <a:solidFill>
                    <a:schemeClr val="bg1"/>
                  </a:solidFill>
                </a:endParaRPr>
              </a:p>
            </p:txBody>
          </p:sp>
        </mc:Choice>
        <mc:Fallback>
          <p:sp>
            <p:nvSpPr>
              <p:cNvPr id="11" name="TextBox 10">
                <a:extLst>
                  <a:ext uri="{FF2B5EF4-FFF2-40B4-BE49-F238E27FC236}">
                    <a16:creationId xmlns:a16="http://schemas.microsoft.com/office/drawing/2014/main" id="{9AE8491B-22E8-2F11-CA1E-963F504D91CB}"/>
                  </a:ext>
                </a:extLst>
              </p:cNvPr>
              <p:cNvSpPr txBox="1">
                <a:spLocks noRot="1" noChangeAspect="1" noMove="1" noResize="1" noEditPoints="1" noAdjustHandles="1" noChangeArrowheads="1" noChangeShapeType="1" noTextEdit="1"/>
              </p:cNvSpPr>
              <p:nvPr/>
            </p:nvSpPr>
            <p:spPr>
              <a:xfrm>
                <a:off x="7596763" y="3856176"/>
                <a:ext cx="2297663" cy="861774"/>
              </a:xfrm>
              <a:prstGeom prst="rect">
                <a:avLst/>
              </a:prstGeom>
              <a:blipFill>
                <a:blip r:embed="rId6"/>
                <a:stretch>
                  <a:fillRect t="-1408" b="-23944"/>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32B316-835A-C174-6657-B9D191040548}"/>
                  </a:ext>
                </a:extLst>
              </p:cNvPr>
              <p:cNvSpPr txBox="1">
                <a:spLocks/>
              </p:cNvSpPr>
              <p:nvPr/>
            </p:nvSpPr>
            <p:spPr>
              <a:xfrm>
                <a:off x="1650044" y="5267136"/>
                <a:ext cx="8374489" cy="7644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If we multiply </a:t>
                </a:r>
                <a14:m>
                  <m:oMath xmlns:m="http://schemas.openxmlformats.org/officeDocument/2006/math">
                    <m:r>
                      <a:rPr lang="en-GB" b="0" i="1" dirty="0" smtClean="0">
                        <a:latin typeface="Cambria Math" panose="02040503050406030204" pitchFamily="18" charset="0"/>
                        <a:ea typeface="Cambria Math" panose="02040503050406030204" pitchFamily="18" charset="0"/>
                      </a:rPr>
                      <m:t>𝐴</m:t>
                    </m:r>
                    <m:r>
                      <a:rPr lang="en-GB" b="0" i="1" dirty="0" smtClean="0">
                        <a:latin typeface="Cambria Math" panose="02040503050406030204" pitchFamily="18" charset="0"/>
                        <a:ea typeface="Cambria Math" panose="02040503050406030204" pitchFamily="18" charset="0"/>
                      </a:rPr>
                      <m:t> × </m:t>
                    </m:r>
                    <m:r>
                      <a:rPr lang="en-GB" b="0" i="1" dirty="0" smtClean="0">
                        <a:latin typeface="Cambria Math" panose="02040503050406030204" pitchFamily="18" charset="0"/>
                        <a:ea typeface="Cambria Math" panose="02040503050406030204" pitchFamily="18" charset="0"/>
                      </a:rPr>
                      <m:t>𝐵</m:t>
                    </m:r>
                    <m:r>
                      <a:rPr lang="en-GB" b="0" i="1" dirty="0" smtClean="0">
                        <a:latin typeface="Cambria Math" panose="02040503050406030204" pitchFamily="18" charset="0"/>
                        <a:ea typeface="Cambria Math" panose="02040503050406030204" pitchFamily="18" charset="0"/>
                      </a:rPr>
                      <m:t> </m:t>
                    </m:r>
                    <m:r>
                      <a:rPr lang="en-GB" b="0" i="0" dirty="0" smtClean="0">
                        <a:latin typeface="Cambria Math" panose="02040503050406030204" pitchFamily="18" charset="0"/>
                        <a:ea typeface="Cambria Math" panose="02040503050406030204" pitchFamily="18" charset="0"/>
                      </a:rPr>
                      <m:t>,</m:t>
                    </m:r>
                  </m:oMath>
                </a14:m>
                <a:r>
                  <a:rPr lang="en-US" dirty="0"/>
                  <a:t> we would need to multiply each row element in</a:t>
                </a:r>
                <a:r>
                  <a:rPr lang="en-GB" dirty="0">
                    <a:ea typeface="Cambria Math" panose="02040503050406030204" pitchFamily="18"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𝐴</m:t>
                    </m:r>
                  </m:oMath>
                </a14:m>
                <a:r>
                  <a:rPr lang="en-US" dirty="0"/>
                  <a:t> with the column elements in </a:t>
                </a:r>
                <a14:m>
                  <m:oMath xmlns:m="http://schemas.openxmlformats.org/officeDocument/2006/math">
                    <m:r>
                      <a:rPr lang="en-GB" b="0" i="1" smtClean="0">
                        <a:latin typeface="Cambria Math" panose="02040503050406030204" pitchFamily="18" charset="0"/>
                      </a:rPr>
                      <m:t>𝐵</m:t>
                    </m:r>
                  </m:oMath>
                </a14:m>
                <a:r>
                  <a:rPr lang="en-US" dirty="0"/>
                  <a:t>   </a:t>
                </a:r>
              </a:p>
            </p:txBody>
          </p:sp>
        </mc:Choice>
        <mc:Fallback>
          <p:sp>
            <p:nvSpPr>
              <p:cNvPr id="3" name="Content Placeholder 2">
                <a:extLst>
                  <a:ext uri="{FF2B5EF4-FFF2-40B4-BE49-F238E27FC236}">
                    <a16:creationId xmlns:a16="http://schemas.microsoft.com/office/drawing/2014/main" id="{8332B316-835A-C174-6657-B9D191040548}"/>
                  </a:ext>
                </a:extLst>
              </p:cNvPr>
              <p:cNvSpPr txBox="1">
                <a:spLocks noRot="1" noChangeAspect="1" noMove="1" noResize="1" noEditPoints="1" noAdjustHandles="1" noChangeArrowheads="1" noChangeShapeType="1" noTextEdit="1"/>
              </p:cNvSpPr>
              <p:nvPr/>
            </p:nvSpPr>
            <p:spPr>
              <a:xfrm>
                <a:off x="1650044" y="5267136"/>
                <a:ext cx="8374489" cy="764495"/>
              </a:xfrm>
              <a:prstGeom prst="rect">
                <a:avLst/>
              </a:prstGeom>
              <a:blipFill>
                <a:blip r:embed="rId7"/>
                <a:stretch>
                  <a:fillRect l="-1515" t="-13115" r="-455" b="-36066"/>
                </a:stretch>
              </a:blipFill>
            </p:spPr>
            <p:txBody>
              <a:bodyPr/>
              <a:lstStyle/>
              <a:p>
                <a:r>
                  <a:rPr lang="en-US">
                    <a:noFill/>
                  </a:rPr>
                  <a:t> </a:t>
                </a:r>
              </a:p>
            </p:txBody>
          </p:sp>
        </mc:Fallback>
      </mc:AlternateContent>
    </p:spTree>
    <p:extLst>
      <p:ext uri="{BB962C8B-B14F-4D97-AF65-F5344CB8AC3E}">
        <p14:creationId xmlns:p14="http://schemas.microsoft.com/office/powerpoint/2010/main" val="31572623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6CEFD-A3B8-CB2D-0BD4-3DF7605BC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BA502-7ACC-DA79-04AE-7025A2624902}"/>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855F0FE-E5CD-018C-8E99-E2A92F591894}"/>
                  </a:ext>
                </a:extLst>
              </p:cNvPr>
              <p:cNvSpPr txBox="1"/>
              <p:nvPr/>
            </p:nvSpPr>
            <p:spPr>
              <a:xfrm>
                <a:off x="1650044"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9855F0FE-E5CD-018C-8E99-E2A92F591894}"/>
                  </a:ext>
                </a:extLst>
              </p:cNvPr>
              <p:cNvSpPr txBox="1">
                <a:spLocks noRot="1" noChangeAspect="1" noMove="1" noResize="1" noEditPoints="1" noAdjustHandles="1" noChangeArrowheads="1" noChangeShapeType="1" noTextEdit="1"/>
              </p:cNvSpPr>
              <p:nvPr/>
            </p:nvSpPr>
            <p:spPr>
              <a:xfrm>
                <a:off x="1650044"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F9625F4-9027-ED84-F74E-650F70D731B4}"/>
                  </a:ext>
                </a:extLst>
              </p:cNvPr>
              <p:cNvSpPr txBox="1"/>
              <p:nvPr/>
            </p:nvSpPr>
            <p:spPr>
              <a:xfrm>
                <a:off x="7238057"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9F9625F4-9027-ED84-F74E-650F70D731B4}"/>
                  </a:ext>
                </a:extLst>
              </p:cNvPr>
              <p:cNvSpPr txBox="1">
                <a:spLocks noRot="1" noChangeAspect="1" noMove="1" noResize="1" noEditPoints="1" noAdjustHandles="1" noChangeArrowheads="1" noChangeShapeType="1" noTextEdit="1"/>
              </p:cNvSpPr>
              <p:nvPr/>
            </p:nvSpPr>
            <p:spPr>
              <a:xfrm>
                <a:off x="7238057" y="1976124"/>
                <a:ext cx="2372575" cy="1676934"/>
              </a:xfrm>
              <a:prstGeom prst="rect">
                <a:avLst/>
              </a:prstGeom>
              <a:blipFill>
                <a:blip r:embed="rId4"/>
                <a:stretch>
                  <a:fillRect l="-6915"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7665473-94E6-126F-CB14-6746015D6496}"/>
                  </a:ext>
                </a:extLst>
              </p:cNvPr>
              <p:cNvSpPr txBox="1"/>
              <p:nvPr/>
            </p:nvSpPr>
            <p:spPr>
              <a:xfrm>
                <a:off x="1527755" y="4187260"/>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2 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3</m:t>
                              </m:r>
                            </m:e>
                          </m:d>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F7665473-94E6-126F-CB14-6746015D6496}"/>
                  </a:ext>
                </a:extLst>
              </p:cNvPr>
              <p:cNvSpPr txBox="1">
                <a:spLocks noRot="1" noChangeAspect="1" noMove="1" noResize="1" noEditPoints="1" noAdjustHandles="1" noChangeArrowheads="1" noChangeShapeType="1" noTextEdit="1"/>
              </p:cNvSpPr>
              <p:nvPr/>
            </p:nvSpPr>
            <p:spPr>
              <a:xfrm>
                <a:off x="1527755" y="4187260"/>
                <a:ext cx="9136490" cy="615553"/>
              </a:xfrm>
              <a:prstGeom prst="rect">
                <a:avLst/>
              </a:prstGeom>
              <a:blipFill>
                <a:blip r:embed="rId5"/>
                <a:stretch>
                  <a:fillRect t="-8000" b="-3400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727C7BBF-BA2C-A6D0-B711-0047C7752C71}"/>
              </a:ext>
            </a:extLst>
          </p:cNvPr>
          <p:cNvSpPr/>
          <p:nvPr/>
        </p:nvSpPr>
        <p:spPr>
          <a:xfrm>
            <a:off x="3384018" y="2579348"/>
            <a:ext cx="358423"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FC29A02-BBF5-CABF-68ED-5D83C0D9F7EB}"/>
              </a:ext>
            </a:extLst>
          </p:cNvPr>
          <p:cNvSpPr/>
          <p:nvPr/>
        </p:nvSpPr>
        <p:spPr>
          <a:xfrm>
            <a:off x="8747871" y="1976124"/>
            <a:ext cx="471543" cy="53069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0933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7FB74-6725-23BD-82D2-9D486CB45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EE96B-02A3-A05A-CEA0-4017E21A47BD}"/>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DB38CD2-D19F-4245-024A-F76730E4527D}"/>
                  </a:ext>
                </a:extLst>
              </p:cNvPr>
              <p:cNvSpPr txBox="1"/>
              <p:nvPr/>
            </p:nvSpPr>
            <p:spPr>
              <a:xfrm>
                <a:off x="1650044"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1DB38CD2-D19F-4245-024A-F76730E4527D}"/>
                  </a:ext>
                </a:extLst>
              </p:cNvPr>
              <p:cNvSpPr txBox="1">
                <a:spLocks noRot="1" noChangeAspect="1" noMove="1" noResize="1" noEditPoints="1" noAdjustHandles="1" noChangeArrowheads="1" noChangeShapeType="1" noTextEdit="1"/>
              </p:cNvSpPr>
              <p:nvPr/>
            </p:nvSpPr>
            <p:spPr>
              <a:xfrm>
                <a:off x="1650044"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194A48E-242F-87BA-6D15-61DB64AB51BD}"/>
                  </a:ext>
                </a:extLst>
              </p:cNvPr>
              <p:cNvSpPr txBox="1"/>
              <p:nvPr/>
            </p:nvSpPr>
            <p:spPr>
              <a:xfrm>
                <a:off x="7238057"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D194A48E-242F-87BA-6D15-61DB64AB51BD}"/>
                  </a:ext>
                </a:extLst>
              </p:cNvPr>
              <p:cNvSpPr txBox="1">
                <a:spLocks noRot="1" noChangeAspect="1" noMove="1" noResize="1" noEditPoints="1" noAdjustHandles="1" noChangeArrowheads="1" noChangeShapeType="1" noTextEdit="1"/>
              </p:cNvSpPr>
              <p:nvPr/>
            </p:nvSpPr>
            <p:spPr>
              <a:xfrm>
                <a:off x="7238057" y="1976124"/>
                <a:ext cx="2372575" cy="1676934"/>
              </a:xfrm>
              <a:prstGeom prst="rect">
                <a:avLst/>
              </a:prstGeom>
              <a:blipFill>
                <a:blip r:embed="rId4"/>
                <a:stretch>
                  <a:fillRect l="-6915"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2B50A17-6F04-D8D1-0632-965BCFA756D1}"/>
                  </a:ext>
                </a:extLst>
              </p:cNvPr>
              <p:cNvSpPr txBox="1"/>
              <p:nvPr/>
            </p:nvSpPr>
            <p:spPr>
              <a:xfrm>
                <a:off x="1527755" y="4187260"/>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2 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3</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i="1">
                                  <a:solidFill>
                                    <a:schemeClr val="bg1"/>
                                  </a:solidFill>
                                  <a:latin typeface="Cambria Math" panose="02040503050406030204" pitchFamily="18" charset="0"/>
                                  <a:ea typeface="Cambria Math" panose="02040503050406030204" pitchFamily="18" charset="0"/>
                                </a:rPr>
                              </m:ctrlPr>
                            </m:dPr>
                            <m:e>
                              <m:r>
                                <a:rPr lang="en-GB" sz="4000" i="1">
                                  <a:solidFill>
                                    <a:schemeClr val="bg1"/>
                                  </a:solidFill>
                                  <a:latin typeface="Cambria Math" panose="02040503050406030204" pitchFamily="18" charset="0"/>
                                  <a:ea typeface="Cambria Math" panose="02040503050406030204" pitchFamily="18" charset="0"/>
                                </a:rPr>
                                <m:t>5 </m:t>
                              </m:r>
                              <m:r>
                                <a:rPr lang="en-GB" sz="4000" i="1">
                                  <a:solidFill>
                                    <a:schemeClr val="bg1"/>
                                  </a:solidFill>
                                  <a:latin typeface="Cambria Math" panose="02040503050406030204" pitchFamily="18" charset="0"/>
                                  <a:ea typeface="Cambria Math" panose="02040503050406030204" pitchFamily="18" charset="0"/>
                                </a:rPr>
                                <m:t>×</m:t>
                              </m:r>
                              <m:r>
                                <a:rPr lang="en-GB" sz="4000" i="1">
                                  <a:solidFill>
                                    <a:schemeClr val="bg1"/>
                                  </a:solidFill>
                                  <a:latin typeface="Cambria Math" panose="02040503050406030204" pitchFamily="18" charset="0"/>
                                  <a:ea typeface="Cambria Math" panose="02040503050406030204" pitchFamily="18" charset="0"/>
                                </a:rPr>
                                <m:t> 4</m:t>
                              </m:r>
                            </m:e>
                          </m:d>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32B50A17-6F04-D8D1-0632-965BCFA756D1}"/>
                  </a:ext>
                </a:extLst>
              </p:cNvPr>
              <p:cNvSpPr txBox="1">
                <a:spLocks noRot="1" noChangeAspect="1" noMove="1" noResize="1" noEditPoints="1" noAdjustHandles="1" noChangeArrowheads="1" noChangeShapeType="1" noTextEdit="1"/>
              </p:cNvSpPr>
              <p:nvPr/>
            </p:nvSpPr>
            <p:spPr>
              <a:xfrm>
                <a:off x="1527755" y="4187260"/>
                <a:ext cx="9136490" cy="615553"/>
              </a:xfrm>
              <a:prstGeom prst="rect">
                <a:avLst/>
              </a:prstGeom>
              <a:blipFill>
                <a:blip r:embed="rId5"/>
                <a:stretch>
                  <a:fillRect t="-8000" b="-3400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8CCA00DE-9F36-41E3-5D6A-5F267F88DA1F}"/>
              </a:ext>
            </a:extLst>
          </p:cNvPr>
          <p:cNvSpPr/>
          <p:nvPr/>
        </p:nvSpPr>
        <p:spPr>
          <a:xfrm>
            <a:off x="4147589" y="2579348"/>
            <a:ext cx="358423"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F4EC43A-FCA1-8831-5A00-CE993FDE28CD}"/>
              </a:ext>
            </a:extLst>
          </p:cNvPr>
          <p:cNvSpPr/>
          <p:nvPr/>
        </p:nvSpPr>
        <p:spPr>
          <a:xfrm>
            <a:off x="8747871" y="2535101"/>
            <a:ext cx="471543" cy="53069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96328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D72D-9F42-851E-4193-42374C615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5C43E-AED6-75F4-3F2E-1BB1EA80790D}"/>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20DC0D1-F3CF-1864-8C1C-E777E8F8D66D}"/>
                  </a:ext>
                </a:extLst>
              </p:cNvPr>
              <p:cNvSpPr txBox="1"/>
              <p:nvPr/>
            </p:nvSpPr>
            <p:spPr>
              <a:xfrm>
                <a:off x="1650044"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420DC0D1-F3CF-1864-8C1C-E777E8F8D66D}"/>
                  </a:ext>
                </a:extLst>
              </p:cNvPr>
              <p:cNvSpPr txBox="1">
                <a:spLocks noRot="1" noChangeAspect="1" noMove="1" noResize="1" noEditPoints="1" noAdjustHandles="1" noChangeArrowheads="1" noChangeShapeType="1" noTextEdit="1"/>
              </p:cNvSpPr>
              <p:nvPr/>
            </p:nvSpPr>
            <p:spPr>
              <a:xfrm>
                <a:off x="1650044"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32EAC9E-7CAA-5C4B-6350-45BCDFCE92BC}"/>
                  </a:ext>
                </a:extLst>
              </p:cNvPr>
              <p:cNvSpPr txBox="1"/>
              <p:nvPr/>
            </p:nvSpPr>
            <p:spPr>
              <a:xfrm>
                <a:off x="7238057"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432EAC9E-7CAA-5C4B-6350-45BCDFCE92BC}"/>
                  </a:ext>
                </a:extLst>
              </p:cNvPr>
              <p:cNvSpPr txBox="1">
                <a:spLocks noRot="1" noChangeAspect="1" noMove="1" noResize="1" noEditPoints="1" noAdjustHandles="1" noChangeArrowheads="1" noChangeShapeType="1" noTextEdit="1"/>
              </p:cNvSpPr>
              <p:nvPr/>
            </p:nvSpPr>
            <p:spPr>
              <a:xfrm>
                <a:off x="7238057" y="1976124"/>
                <a:ext cx="2372575" cy="1676934"/>
              </a:xfrm>
              <a:prstGeom prst="rect">
                <a:avLst/>
              </a:prstGeom>
              <a:blipFill>
                <a:blip r:embed="rId4"/>
                <a:stretch>
                  <a:fillRect l="-6915"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8930831-8A81-3461-14DD-6A775993288E}"/>
                  </a:ext>
                </a:extLst>
              </p:cNvPr>
              <p:cNvSpPr txBox="1"/>
              <p:nvPr/>
            </p:nvSpPr>
            <p:spPr>
              <a:xfrm>
                <a:off x="1527755" y="4187260"/>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2 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3</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i="1">
                                  <a:solidFill>
                                    <a:schemeClr val="bg1"/>
                                  </a:solidFill>
                                  <a:latin typeface="Cambria Math" panose="02040503050406030204" pitchFamily="18" charset="0"/>
                                  <a:ea typeface="Cambria Math" panose="02040503050406030204" pitchFamily="18" charset="0"/>
                                </a:rPr>
                              </m:ctrlPr>
                            </m:dPr>
                            <m:e>
                              <m:r>
                                <a:rPr lang="en-GB" sz="4000" i="1">
                                  <a:solidFill>
                                    <a:schemeClr val="bg1"/>
                                  </a:solidFill>
                                  <a:latin typeface="Cambria Math" panose="02040503050406030204" pitchFamily="18" charset="0"/>
                                  <a:ea typeface="Cambria Math" panose="02040503050406030204" pitchFamily="18" charset="0"/>
                                </a:rPr>
                                <m:t>5 × 4</m:t>
                              </m:r>
                            </m:e>
                          </m:d>
                          <m:r>
                            <a:rPr lang="en-GB" sz="4000" i="1">
                              <a:solidFill>
                                <a:schemeClr val="bg1"/>
                              </a:solidFill>
                              <a:latin typeface="Cambria Math" panose="02040503050406030204" pitchFamily="18" charset="0"/>
                              <a:ea typeface="Cambria Math" panose="02040503050406030204" pitchFamily="18" charset="0"/>
                            </a:rPr>
                            <m:t>+</m:t>
                          </m:r>
                          <m:r>
                            <a:rPr lang="en-GB" sz="4000" i="1">
                              <a:solidFill>
                                <a:schemeClr val="bg1"/>
                              </a:solidFill>
                              <a:latin typeface="Cambria Math" panose="02040503050406030204" pitchFamily="18" charset="0"/>
                              <a:ea typeface="Cambria Math" panose="02040503050406030204" pitchFamily="18" charset="0"/>
                            </a:rPr>
                            <m:t>(</m:t>
                          </m:r>
                          <m:r>
                            <a:rPr lang="en-GB" sz="4000" i="1">
                              <a:solidFill>
                                <a:schemeClr val="bg1"/>
                              </a:solidFill>
                              <a:latin typeface="Cambria Math" panose="02040503050406030204" pitchFamily="18" charset="0"/>
                              <a:ea typeface="Cambria Math" panose="02040503050406030204" pitchFamily="18" charset="0"/>
                            </a:rPr>
                            <m:t>6</m:t>
                          </m:r>
                          <m:r>
                            <a:rPr lang="en-GB" sz="4000" i="1">
                              <a:solidFill>
                                <a:schemeClr val="bg1"/>
                              </a:solidFill>
                              <a:latin typeface="Cambria Math" panose="02040503050406030204" pitchFamily="18" charset="0"/>
                              <a:ea typeface="Cambria Math" panose="02040503050406030204" pitchFamily="18" charset="0"/>
                            </a:rPr>
                            <m:t> × </m:t>
                          </m:r>
                          <m:r>
                            <a:rPr lang="en-GB" sz="4000" i="1">
                              <a:solidFill>
                                <a:schemeClr val="bg1"/>
                              </a:solidFill>
                              <a:latin typeface="Cambria Math" panose="02040503050406030204" pitchFamily="18" charset="0"/>
                              <a:ea typeface="Cambria Math" panose="02040503050406030204" pitchFamily="18" charset="0"/>
                            </a:rPr>
                            <m:t>−5</m:t>
                          </m:r>
                          <m:r>
                            <a:rPr lang="en-GB" sz="4000" i="1">
                              <a:solidFill>
                                <a:schemeClr val="bg1"/>
                              </a:solidFill>
                              <a:latin typeface="Cambria Math" panose="02040503050406030204" pitchFamily="18" charset="0"/>
                              <a:ea typeface="Cambria Math" panose="02040503050406030204" pitchFamily="18" charset="0"/>
                            </a:rPr>
                            <m:t>)</m:t>
                          </m:r>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48930831-8A81-3461-14DD-6A775993288E}"/>
                  </a:ext>
                </a:extLst>
              </p:cNvPr>
              <p:cNvSpPr txBox="1">
                <a:spLocks noRot="1" noChangeAspect="1" noMove="1" noResize="1" noEditPoints="1" noAdjustHandles="1" noChangeArrowheads="1" noChangeShapeType="1" noTextEdit="1"/>
              </p:cNvSpPr>
              <p:nvPr/>
            </p:nvSpPr>
            <p:spPr>
              <a:xfrm>
                <a:off x="1527755" y="4187260"/>
                <a:ext cx="9136490" cy="615553"/>
              </a:xfrm>
              <a:prstGeom prst="rect">
                <a:avLst/>
              </a:prstGeom>
              <a:blipFill>
                <a:blip r:embed="rId5"/>
                <a:stretch>
                  <a:fillRect l="-417" t="-8000" b="-3400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51F50F22-1E7D-C020-E8EB-096D940DE8CA}"/>
              </a:ext>
            </a:extLst>
          </p:cNvPr>
          <p:cNvSpPr/>
          <p:nvPr/>
        </p:nvSpPr>
        <p:spPr>
          <a:xfrm>
            <a:off x="4948868" y="2579348"/>
            <a:ext cx="358423"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22668C-4863-1913-5688-D830F1224619}"/>
              </a:ext>
            </a:extLst>
          </p:cNvPr>
          <p:cNvSpPr/>
          <p:nvPr/>
        </p:nvSpPr>
        <p:spPr>
          <a:xfrm>
            <a:off x="8634953" y="3106309"/>
            <a:ext cx="678729" cy="53069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43045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C591B-019D-101D-A19E-F6C4AC7D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4D430-25B0-B527-0A25-138A302647AC}"/>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29A473A-6A55-43AA-2506-C51AC9EDFBE2}"/>
                  </a:ext>
                </a:extLst>
              </p:cNvPr>
              <p:cNvSpPr txBox="1"/>
              <p:nvPr/>
            </p:nvSpPr>
            <p:spPr>
              <a:xfrm>
                <a:off x="1650044"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529A473A-6A55-43AA-2506-C51AC9EDFBE2}"/>
                  </a:ext>
                </a:extLst>
              </p:cNvPr>
              <p:cNvSpPr txBox="1">
                <a:spLocks noRot="1" noChangeAspect="1" noMove="1" noResize="1" noEditPoints="1" noAdjustHandles="1" noChangeArrowheads="1" noChangeShapeType="1" noTextEdit="1"/>
              </p:cNvSpPr>
              <p:nvPr/>
            </p:nvSpPr>
            <p:spPr>
              <a:xfrm>
                <a:off x="1650044"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8A2557D-04AE-637D-2EB4-8004A572CC4E}"/>
                  </a:ext>
                </a:extLst>
              </p:cNvPr>
              <p:cNvSpPr txBox="1"/>
              <p:nvPr/>
            </p:nvSpPr>
            <p:spPr>
              <a:xfrm>
                <a:off x="7238057"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08A2557D-04AE-637D-2EB4-8004A572CC4E}"/>
                  </a:ext>
                </a:extLst>
              </p:cNvPr>
              <p:cNvSpPr txBox="1">
                <a:spLocks noRot="1" noChangeAspect="1" noMove="1" noResize="1" noEditPoints="1" noAdjustHandles="1" noChangeArrowheads="1" noChangeShapeType="1" noTextEdit="1"/>
              </p:cNvSpPr>
              <p:nvPr/>
            </p:nvSpPr>
            <p:spPr>
              <a:xfrm>
                <a:off x="7238057" y="1976124"/>
                <a:ext cx="2372575" cy="1676934"/>
              </a:xfrm>
              <a:prstGeom prst="rect">
                <a:avLst/>
              </a:prstGeom>
              <a:blipFill>
                <a:blip r:embed="rId4"/>
                <a:stretch>
                  <a:fillRect l="-6915"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5692482-B1E3-B2C5-FE7D-6B5638B91540}"/>
                  </a:ext>
                </a:extLst>
              </p:cNvPr>
              <p:cNvSpPr txBox="1"/>
              <p:nvPr/>
            </p:nvSpPr>
            <p:spPr>
              <a:xfrm>
                <a:off x="1527755" y="4187260"/>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2 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3</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5 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4</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6</m:t>
                          </m:r>
                          <m:r>
                            <a:rPr lang="en-GB" sz="4000" i="1">
                              <a:solidFill>
                                <a:schemeClr val="bg1"/>
                              </a:solidFill>
                              <a:latin typeface="Cambria Math" panose="02040503050406030204" pitchFamily="18" charset="0"/>
                              <a:ea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−5</m:t>
                          </m:r>
                          <m:r>
                            <a:rPr lang="en-GB" sz="4000" i="1">
                              <a:solidFill>
                                <a:schemeClr val="bg1"/>
                              </a:solidFill>
                              <a:latin typeface="Cambria Math" panose="02040503050406030204" pitchFamily="18" charset="0"/>
                              <a:ea typeface="Cambria Math" panose="02040503050406030204" pitchFamily="18" charset="0"/>
                            </a:rPr>
                            <m:t>)</m:t>
                          </m:r>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35692482-B1E3-B2C5-FE7D-6B5638B91540}"/>
                  </a:ext>
                </a:extLst>
              </p:cNvPr>
              <p:cNvSpPr txBox="1">
                <a:spLocks noRot="1" noChangeAspect="1" noMove="1" noResize="1" noEditPoints="1" noAdjustHandles="1" noChangeArrowheads="1" noChangeShapeType="1" noTextEdit="1"/>
              </p:cNvSpPr>
              <p:nvPr/>
            </p:nvSpPr>
            <p:spPr>
              <a:xfrm>
                <a:off x="1527755" y="4187260"/>
                <a:ext cx="9136490" cy="615553"/>
              </a:xfrm>
              <a:prstGeom prst="rect">
                <a:avLst/>
              </a:prstGeom>
              <a:blipFill>
                <a:blip r:embed="rId5"/>
                <a:stretch>
                  <a:fillRect l="-417" t="-8000" b="-3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912A9320-7312-36FB-8863-65F9F9112DFD}"/>
                  </a:ext>
                </a:extLst>
              </p:cNvPr>
              <p:cNvSpPr txBox="1"/>
              <p:nvPr/>
            </p:nvSpPr>
            <p:spPr>
              <a:xfrm>
                <a:off x="1650044" y="5157696"/>
                <a:ext cx="5106356"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6</m:t>
                          </m:r>
                          <m:r>
                            <a:rPr lang="en-GB" sz="4000" b="0" i="1" smtClean="0">
                              <a:solidFill>
                                <a:schemeClr val="bg1"/>
                              </a:solidFill>
                              <a:latin typeface="Cambria Math" panose="02040503050406030204" pitchFamily="18" charset="0"/>
                              <a:ea typeface="Cambria Math" panose="02040503050406030204" pitchFamily="18" charset="0"/>
                            </a:rPr>
                            <m:t>+20−30</m:t>
                          </m:r>
                        </m:e>
                      </m:d>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912A9320-7312-36FB-8863-65F9F9112DFD}"/>
                  </a:ext>
                </a:extLst>
              </p:cNvPr>
              <p:cNvSpPr txBox="1">
                <a:spLocks noRot="1" noChangeAspect="1" noMove="1" noResize="1" noEditPoints="1" noAdjustHandles="1" noChangeArrowheads="1" noChangeShapeType="1" noTextEdit="1"/>
              </p:cNvSpPr>
              <p:nvPr/>
            </p:nvSpPr>
            <p:spPr>
              <a:xfrm>
                <a:off x="1650044" y="5157696"/>
                <a:ext cx="5106356" cy="615553"/>
              </a:xfrm>
              <a:prstGeom prst="rect">
                <a:avLst/>
              </a:prstGeom>
              <a:blipFill>
                <a:blip r:embed="rId6"/>
                <a:stretch>
                  <a:fillRect l="-4229"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9D7614C-26AF-C6A6-C870-9C5D63C00EB2}"/>
                  </a:ext>
                </a:extLst>
              </p:cNvPr>
              <p:cNvSpPr txBox="1"/>
              <p:nvPr/>
            </p:nvSpPr>
            <p:spPr>
              <a:xfrm>
                <a:off x="1650044" y="6031631"/>
                <a:ext cx="3175956"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−4</m:t>
                          </m:r>
                        </m:e>
                      </m:d>
                    </m:oMath>
                  </m:oMathPara>
                </a14:m>
                <a:endParaRPr lang="en-GB" sz="4000" dirty="0">
                  <a:solidFill>
                    <a:schemeClr val="bg1"/>
                  </a:solidFill>
                </a:endParaRPr>
              </a:p>
            </p:txBody>
          </p:sp>
        </mc:Choice>
        <mc:Fallback>
          <p:sp>
            <p:nvSpPr>
              <p:cNvPr id="9" name="TextBox 8">
                <a:extLst>
                  <a:ext uri="{FF2B5EF4-FFF2-40B4-BE49-F238E27FC236}">
                    <a16:creationId xmlns:a16="http://schemas.microsoft.com/office/drawing/2014/main" id="{89D7614C-26AF-C6A6-C870-9C5D63C00EB2}"/>
                  </a:ext>
                </a:extLst>
              </p:cNvPr>
              <p:cNvSpPr txBox="1">
                <a:spLocks noRot="1" noChangeAspect="1" noMove="1" noResize="1" noEditPoints="1" noAdjustHandles="1" noChangeArrowheads="1" noChangeShapeType="1" noTextEdit="1"/>
              </p:cNvSpPr>
              <p:nvPr/>
            </p:nvSpPr>
            <p:spPr>
              <a:xfrm>
                <a:off x="1650044" y="6031631"/>
                <a:ext cx="3175956" cy="615553"/>
              </a:xfrm>
              <a:prstGeom prst="rect">
                <a:avLst/>
              </a:prstGeom>
              <a:blipFill>
                <a:blip r:embed="rId7"/>
                <a:stretch>
                  <a:fillRect l="-6375" t="-8000" b="-34000"/>
                </a:stretch>
              </a:blipFill>
            </p:spPr>
            <p:txBody>
              <a:bodyPr/>
              <a:lstStyle/>
              <a:p>
                <a:r>
                  <a:rPr lang="en-US">
                    <a:noFill/>
                  </a:rPr>
                  <a:t> </a:t>
                </a:r>
              </a:p>
            </p:txBody>
          </p:sp>
        </mc:Fallback>
      </mc:AlternateContent>
    </p:spTree>
    <p:extLst>
      <p:ext uri="{BB962C8B-B14F-4D97-AF65-F5344CB8AC3E}">
        <p14:creationId xmlns:p14="http://schemas.microsoft.com/office/powerpoint/2010/main" val="235974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48A1-E894-D128-9B9F-3EB99F21A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E8260-A5E5-2117-DFD0-A4317D3EE0D7}"/>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26F5BBB-98D8-DA17-A3B4-F3ECF37B9C21}"/>
                  </a:ext>
                </a:extLst>
              </p:cNvPr>
              <p:cNvSpPr txBox="1"/>
              <p:nvPr/>
            </p:nvSpPr>
            <p:spPr>
              <a:xfrm>
                <a:off x="6315351"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D26F5BBB-98D8-DA17-A3B4-F3ECF37B9C21}"/>
                  </a:ext>
                </a:extLst>
              </p:cNvPr>
              <p:cNvSpPr txBox="1">
                <a:spLocks noRot="1" noChangeAspect="1" noMove="1" noResize="1" noEditPoints="1" noAdjustHandles="1" noChangeArrowheads="1" noChangeShapeType="1" noTextEdit="1"/>
              </p:cNvSpPr>
              <p:nvPr/>
            </p:nvSpPr>
            <p:spPr>
              <a:xfrm>
                <a:off x="6315351" y="2506815"/>
                <a:ext cx="4252169" cy="615553"/>
              </a:xfrm>
              <a:prstGeom prst="rect">
                <a:avLst/>
              </a:prstGeom>
              <a:blipFill>
                <a:blip r:embed="rId3"/>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36464A6-F721-938E-82B5-310388A3CDB7}"/>
                  </a:ext>
                </a:extLst>
              </p:cNvPr>
              <p:cNvSpPr txBox="1"/>
              <p:nvPr/>
            </p:nvSpPr>
            <p:spPr>
              <a:xfrm>
                <a:off x="2552384"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936464A6-F721-938E-82B5-310388A3CDB7}"/>
                  </a:ext>
                </a:extLst>
              </p:cNvPr>
              <p:cNvSpPr txBox="1">
                <a:spLocks noRot="1" noChangeAspect="1" noMove="1" noResize="1" noEditPoints="1" noAdjustHandles="1" noChangeArrowheads="1" noChangeShapeType="1" noTextEdit="1"/>
              </p:cNvSpPr>
              <p:nvPr/>
            </p:nvSpPr>
            <p:spPr>
              <a:xfrm>
                <a:off x="2552384" y="1976124"/>
                <a:ext cx="2372575" cy="1676934"/>
              </a:xfrm>
              <a:prstGeom prst="rect">
                <a:avLst/>
              </a:prstGeom>
              <a:blipFill>
                <a:blip r:embed="rId4"/>
                <a:stretch>
                  <a:fillRect l="-6952" t="-752" b="-82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AD36E62-E1F1-4F48-D99D-B079C4E4B537}"/>
                  </a:ext>
                </a:extLst>
              </p:cNvPr>
              <p:cNvSpPr txBox="1"/>
              <p:nvPr/>
            </p:nvSpPr>
            <p:spPr>
              <a:xfrm>
                <a:off x="2627296"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3</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1</m:t>
                      </m:r>
                    </m:oMath>
                  </m:oMathPara>
                </a14:m>
                <a:endParaRPr lang="en-US" sz="5000" dirty="0">
                  <a:solidFill>
                    <a:schemeClr val="bg1"/>
                  </a:solidFill>
                </a:endParaRPr>
              </a:p>
            </p:txBody>
          </p:sp>
        </mc:Choice>
        <mc:Fallback>
          <p:sp>
            <p:nvSpPr>
              <p:cNvPr id="10" name="TextBox 9">
                <a:extLst>
                  <a:ext uri="{FF2B5EF4-FFF2-40B4-BE49-F238E27FC236}">
                    <a16:creationId xmlns:a16="http://schemas.microsoft.com/office/drawing/2014/main" id="{EAD36E62-E1F1-4F48-D99D-B079C4E4B537}"/>
                  </a:ext>
                </a:extLst>
              </p:cNvPr>
              <p:cNvSpPr txBox="1">
                <a:spLocks noRot="1" noChangeAspect="1" noMove="1" noResize="1" noEditPoints="1" noAdjustHandles="1" noChangeArrowheads="1" noChangeShapeType="1" noTextEdit="1"/>
              </p:cNvSpPr>
              <p:nvPr/>
            </p:nvSpPr>
            <p:spPr>
              <a:xfrm>
                <a:off x="2627296" y="3856176"/>
                <a:ext cx="2297663" cy="861774"/>
              </a:xfrm>
              <a:prstGeom prst="rect">
                <a:avLst/>
              </a:prstGeom>
              <a:blipFill>
                <a:blip r:embed="rId5"/>
                <a:stretch>
                  <a:fillRect t="-1408" b="-23944"/>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B011318-0E7F-FF84-A07B-2805B4AB50BE}"/>
                  </a:ext>
                </a:extLst>
              </p:cNvPr>
              <p:cNvSpPr txBox="1"/>
              <p:nvPr/>
            </p:nvSpPr>
            <p:spPr>
              <a:xfrm>
                <a:off x="7596763"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1</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3</m:t>
                      </m:r>
                    </m:oMath>
                  </m:oMathPara>
                </a14:m>
                <a:endParaRPr lang="en-US" sz="5000" dirty="0">
                  <a:solidFill>
                    <a:schemeClr val="bg1"/>
                  </a:solidFill>
                </a:endParaRPr>
              </a:p>
            </p:txBody>
          </p:sp>
        </mc:Choice>
        <mc:Fallback>
          <p:sp>
            <p:nvSpPr>
              <p:cNvPr id="11" name="TextBox 10">
                <a:extLst>
                  <a:ext uri="{FF2B5EF4-FFF2-40B4-BE49-F238E27FC236}">
                    <a16:creationId xmlns:a16="http://schemas.microsoft.com/office/drawing/2014/main" id="{1B011318-0E7F-FF84-A07B-2805B4AB50BE}"/>
                  </a:ext>
                </a:extLst>
              </p:cNvPr>
              <p:cNvSpPr txBox="1">
                <a:spLocks noRot="1" noChangeAspect="1" noMove="1" noResize="1" noEditPoints="1" noAdjustHandles="1" noChangeArrowheads="1" noChangeShapeType="1" noTextEdit="1"/>
              </p:cNvSpPr>
              <p:nvPr/>
            </p:nvSpPr>
            <p:spPr>
              <a:xfrm>
                <a:off x="7596763" y="3856176"/>
                <a:ext cx="2297663" cy="861774"/>
              </a:xfrm>
              <a:prstGeom prst="rect">
                <a:avLst/>
              </a:prstGeom>
              <a:blipFill>
                <a:blip r:embed="rId6"/>
                <a:stretch>
                  <a:fillRect t="-1408" b="-23944"/>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A998EE-F2A5-65C2-D90D-C419DF85C119}"/>
                  </a:ext>
                </a:extLst>
              </p:cNvPr>
              <p:cNvSpPr txBox="1">
                <a:spLocks/>
              </p:cNvSpPr>
              <p:nvPr/>
            </p:nvSpPr>
            <p:spPr>
              <a:xfrm>
                <a:off x="1650044" y="5267136"/>
                <a:ext cx="8374489" cy="7644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If we multiply </a:t>
                </a:r>
                <a14:m>
                  <m:oMath xmlns:m="http://schemas.openxmlformats.org/officeDocument/2006/math">
                    <m:r>
                      <a:rPr lang="en-GB" b="0" i="1" dirty="0" smtClean="0">
                        <a:latin typeface="Cambria Math" panose="02040503050406030204" pitchFamily="18" charset="0"/>
                        <a:ea typeface="Cambria Math" panose="02040503050406030204" pitchFamily="18" charset="0"/>
                      </a:rPr>
                      <m:t>𝐵</m:t>
                    </m:r>
                    <m:r>
                      <a:rPr lang="en-GB" b="0" i="1" dirty="0" smtClean="0">
                        <a:latin typeface="Cambria Math" panose="02040503050406030204" pitchFamily="18" charset="0"/>
                        <a:ea typeface="Cambria Math" panose="02040503050406030204" pitchFamily="18" charset="0"/>
                      </a:rPr>
                      <m:t> × </m:t>
                    </m:r>
                    <m:r>
                      <a:rPr lang="en-GB" b="0" i="1" dirty="0" smtClean="0">
                        <a:latin typeface="Cambria Math" panose="02040503050406030204" pitchFamily="18" charset="0"/>
                        <a:ea typeface="Cambria Math" panose="02040503050406030204" pitchFamily="18" charset="0"/>
                      </a:rPr>
                      <m:t>𝐴</m:t>
                    </m:r>
                    <m:r>
                      <a:rPr lang="en-GB" b="0" i="1" dirty="0" smtClean="0">
                        <a:latin typeface="Cambria Math" panose="02040503050406030204" pitchFamily="18" charset="0"/>
                        <a:ea typeface="Cambria Math" panose="02040503050406030204" pitchFamily="18" charset="0"/>
                      </a:rPr>
                      <m:t> </m:t>
                    </m:r>
                    <m:r>
                      <a:rPr lang="en-GB" b="0" i="0" dirty="0" smtClean="0">
                        <a:latin typeface="Cambria Math" panose="02040503050406030204" pitchFamily="18" charset="0"/>
                        <a:ea typeface="Cambria Math" panose="02040503050406030204" pitchFamily="18" charset="0"/>
                      </a:rPr>
                      <m:t>,</m:t>
                    </m:r>
                  </m:oMath>
                </a14:m>
                <a:r>
                  <a:rPr lang="en-US" dirty="0"/>
                  <a:t> we would need to multiply each row element in</a:t>
                </a:r>
                <a:r>
                  <a:rPr lang="en-GB" dirty="0">
                    <a:ea typeface="Cambria Math" panose="02040503050406030204" pitchFamily="18" charset="0"/>
                  </a:rPr>
                  <a:t> </a:t>
                </a:r>
                <a14:m>
                  <m:oMath xmlns:m="http://schemas.openxmlformats.org/officeDocument/2006/math">
                    <m:r>
                      <a:rPr lang="en-GB" b="0" i="1" smtClean="0">
                        <a:latin typeface="Cambria Math" panose="02040503050406030204" pitchFamily="18" charset="0"/>
                        <a:ea typeface="Cambria Math" panose="02040503050406030204" pitchFamily="18" charset="0"/>
                      </a:rPr>
                      <m:t>𝐵</m:t>
                    </m:r>
                  </m:oMath>
                </a14:m>
                <a:r>
                  <a:rPr lang="en-US" dirty="0"/>
                  <a:t> with the column elements in </a:t>
                </a:r>
                <a14:m>
                  <m:oMath xmlns:m="http://schemas.openxmlformats.org/officeDocument/2006/math">
                    <m:r>
                      <a:rPr lang="en-GB" b="0" i="1" smtClean="0">
                        <a:latin typeface="Cambria Math" panose="02040503050406030204" pitchFamily="18" charset="0"/>
                      </a:rPr>
                      <m:t>𝐴</m:t>
                    </m:r>
                  </m:oMath>
                </a14:m>
                <a:r>
                  <a:rPr lang="en-US" dirty="0"/>
                  <a:t>   </a:t>
                </a:r>
              </a:p>
            </p:txBody>
          </p:sp>
        </mc:Choice>
        <mc:Fallback>
          <p:sp>
            <p:nvSpPr>
              <p:cNvPr id="3" name="Content Placeholder 2">
                <a:extLst>
                  <a:ext uri="{FF2B5EF4-FFF2-40B4-BE49-F238E27FC236}">
                    <a16:creationId xmlns:a16="http://schemas.microsoft.com/office/drawing/2014/main" id="{55A998EE-F2A5-65C2-D90D-C419DF85C119}"/>
                  </a:ext>
                </a:extLst>
              </p:cNvPr>
              <p:cNvSpPr txBox="1">
                <a:spLocks noRot="1" noChangeAspect="1" noMove="1" noResize="1" noEditPoints="1" noAdjustHandles="1" noChangeArrowheads="1" noChangeShapeType="1" noTextEdit="1"/>
              </p:cNvSpPr>
              <p:nvPr/>
            </p:nvSpPr>
            <p:spPr>
              <a:xfrm>
                <a:off x="1650044" y="5267136"/>
                <a:ext cx="8374489" cy="764495"/>
              </a:xfrm>
              <a:prstGeom prst="rect">
                <a:avLst/>
              </a:prstGeom>
              <a:blipFill>
                <a:blip r:embed="rId7"/>
                <a:stretch>
                  <a:fillRect l="-1515" t="-13115" r="-455" b="-36066"/>
                </a:stretch>
              </a:blipFill>
            </p:spPr>
            <p:txBody>
              <a:bodyPr/>
              <a:lstStyle/>
              <a:p>
                <a:r>
                  <a:rPr lang="en-US">
                    <a:noFill/>
                  </a:rPr>
                  <a:t> </a:t>
                </a:r>
              </a:p>
            </p:txBody>
          </p:sp>
        </mc:Fallback>
      </mc:AlternateContent>
    </p:spTree>
    <p:extLst>
      <p:ext uri="{BB962C8B-B14F-4D97-AF65-F5344CB8AC3E}">
        <p14:creationId xmlns:p14="http://schemas.microsoft.com/office/powerpoint/2010/main" val="247334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42396-BA15-8412-BCAF-E56E87AC2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58EAA-9C97-9F28-B0BC-A08E7F47525E}"/>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CC26B73-4CFA-05AB-2E86-AA96E099524E}"/>
                  </a:ext>
                </a:extLst>
              </p:cNvPr>
              <p:cNvSpPr txBox="1"/>
              <p:nvPr/>
            </p:nvSpPr>
            <p:spPr>
              <a:xfrm>
                <a:off x="3463945" y="4041991"/>
                <a:ext cx="5702811"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15</m:t>
                                </m:r>
                              </m:e>
                              <m:e>
                                <m:r>
                                  <a:rPr lang="en-GB" sz="4000" b="0" i="1" smtClean="0">
                                    <a:solidFill>
                                      <a:schemeClr val="bg1"/>
                                    </a:solidFill>
                                    <a:latin typeface="Cambria Math" panose="02040503050406030204" pitchFamily="18" charset="0"/>
                                  </a:rPr>
                                  <m:t>18</m:t>
                                </m:r>
                              </m:e>
                            </m:mr>
                            <m:mr>
                              <m:e/>
                              <m:e/>
                              <m:e/>
                            </m:mr>
                            <m:mr>
                              <m:e/>
                              <m:e/>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3CC26B73-4CFA-05AB-2E86-AA96E099524E}"/>
                  </a:ext>
                </a:extLst>
              </p:cNvPr>
              <p:cNvSpPr txBox="1">
                <a:spLocks noRot="1" noChangeAspect="1" noMove="1" noResize="1" noEditPoints="1" noAdjustHandles="1" noChangeArrowheads="1" noChangeShapeType="1" noTextEdit="1"/>
              </p:cNvSpPr>
              <p:nvPr/>
            </p:nvSpPr>
            <p:spPr>
              <a:xfrm>
                <a:off x="3463945" y="4041991"/>
                <a:ext cx="5702811" cy="1676934"/>
              </a:xfrm>
              <a:prstGeom prst="rect">
                <a:avLst/>
              </a:prstGeom>
              <a:blipFill>
                <a:blip r:embed="rId3"/>
                <a:stretch>
                  <a:fillRect t="-150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870D4A0-40B8-78AE-062B-A4BDE74A61C6}"/>
                  </a:ext>
                </a:extLst>
              </p:cNvPr>
              <p:cNvSpPr txBox="1"/>
              <p:nvPr/>
            </p:nvSpPr>
            <p:spPr>
              <a:xfrm>
                <a:off x="6315351"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A870D4A0-40B8-78AE-062B-A4BDE74A61C6}"/>
                  </a:ext>
                </a:extLst>
              </p:cNvPr>
              <p:cNvSpPr txBox="1">
                <a:spLocks noRot="1" noChangeAspect="1" noMove="1" noResize="1" noEditPoints="1" noAdjustHandles="1" noChangeArrowheads="1" noChangeShapeType="1" noTextEdit="1"/>
              </p:cNvSpPr>
              <p:nvPr/>
            </p:nvSpPr>
            <p:spPr>
              <a:xfrm>
                <a:off x="6315351" y="2506815"/>
                <a:ext cx="4252169" cy="615553"/>
              </a:xfrm>
              <a:prstGeom prst="rect">
                <a:avLst/>
              </a:prstGeom>
              <a:blipFill>
                <a:blip r:embed="rId4"/>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3735688-7734-C24C-1F3C-6EC7621FF87B}"/>
                  </a:ext>
                </a:extLst>
              </p:cNvPr>
              <p:cNvSpPr txBox="1"/>
              <p:nvPr/>
            </p:nvSpPr>
            <p:spPr>
              <a:xfrm>
                <a:off x="2552384"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10" name="TextBox 9">
                <a:extLst>
                  <a:ext uri="{FF2B5EF4-FFF2-40B4-BE49-F238E27FC236}">
                    <a16:creationId xmlns:a16="http://schemas.microsoft.com/office/drawing/2014/main" id="{43735688-7734-C24C-1F3C-6EC7621FF87B}"/>
                  </a:ext>
                </a:extLst>
              </p:cNvPr>
              <p:cNvSpPr txBox="1">
                <a:spLocks noRot="1" noChangeAspect="1" noMove="1" noResize="1" noEditPoints="1" noAdjustHandles="1" noChangeArrowheads="1" noChangeShapeType="1" noTextEdit="1"/>
              </p:cNvSpPr>
              <p:nvPr/>
            </p:nvSpPr>
            <p:spPr>
              <a:xfrm>
                <a:off x="2552384" y="1976124"/>
                <a:ext cx="2372575" cy="1676934"/>
              </a:xfrm>
              <a:prstGeom prst="rect">
                <a:avLst/>
              </a:prstGeom>
              <a:blipFill>
                <a:blip r:embed="rId5"/>
                <a:stretch>
                  <a:fillRect l="-6952" t="-752" b="-827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D91A56F-79B1-B851-112D-3D931D5DF9B4}"/>
              </a:ext>
            </a:extLst>
          </p:cNvPr>
          <p:cNvSpPr/>
          <p:nvPr/>
        </p:nvSpPr>
        <p:spPr>
          <a:xfrm>
            <a:off x="4072378" y="1976124"/>
            <a:ext cx="527613"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1AC7615-E480-267D-8006-A565E00592AF}"/>
              </a:ext>
            </a:extLst>
          </p:cNvPr>
          <p:cNvSpPr/>
          <p:nvPr/>
        </p:nvSpPr>
        <p:spPr>
          <a:xfrm>
            <a:off x="8059918" y="2540866"/>
            <a:ext cx="1857080" cy="53069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123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E459-3236-2203-6B20-CA62F80FA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2F09C-E8A8-D661-2029-86946862DE06}"/>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3FD4F84-A317-5CFB-56DF-5A1A9548B85B}"/>
                  </a:ext>
                </a:extLst>
              </p:cNvPr>
              <p:cNvSpPr txBox="1"/>
              <p:nvPr/>
            </p:nvSpPr>
            <p:spPr>
              <a:xfrm>
                <a:off x="3463945" y="4041991"/>
                <a:ext cx="5702811"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15</m:t>
                                </m:r>
                              </m:e>
                              <m:e>
                                <m:r>
                                  <a:rPr lang="en-GB" sz="4000" b="0" i="1" smtClean="0">
                                    <a:solidFill>
                                      <a:schemeClr val="bg1"/>
                                    </a:solidFill>
                                    <a:latin typeface="Cambria Math" panose="02040503050406030204" pitchFamily="18" charset="0"/>
                                  </a:rPr>
                                  <m:t>18</m:t>
                                </m:r>
                              </m:e>
                            </m:mr>
                            <m:mr>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20</m:t>
                                </m:r>
                              </m:e>
                              <m:e>
                                <m:r>
                                  <a:rPr lang="en-GB" sz="4000" b="0" i="1" smtClean="0">
                                    <a:solidFill>
                                      <a:schemeClr val="bg1"/>
                                    </a:solidFill>
                                    <a:latin typeface="Cambria Math" panose="02040503050406030204" pitchFamily="18" charset="0"/>
                                  </a:rPr>
                                  <m:t>24</m:t>
                                </m:r>
                              </m:e>
                            </m:mr>
                            <m:mr>
                              <m:e/>
                              <m:e/>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D3FD4F84-A317-5CFB-56DF-5A1A9548B85B}"/>
                  </a:ext>
                </a:extLst>
              </p:cNvPr>
              <p:cNvSpPr txBox="1">
                <a:spLocks noRot="1" noChangeAspect="1" noMove="1" noResize="1" noEditPoints="1" noAdjustHandles="1" noChangeArrowheads="1" noChangeShapeType="1" noTextEdit="1"/>
              </p:cNvSpPr>
              <p:nvPr/>
            </p:nvSpPr>
            <p:spPr>
              <a:xfrm>
                <a:off x="3463945" y="4041991"/>
                <a:ext cx="5702811" cy="1676934"/>
              </a:xfrm>
              <a:prstGeom prst="rect">
                <a:avLst/>
              </a:prstGeom>
              <a:blipFill>
                <a:blip r:embed="rId3"/>
                <a:stretch>
                  <a:fillRect t="-150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7BFF29F-E0B1-AE66-6F01-51D1C9BBDED2}"/>
                  </a:ext>
                </a:extLst>
              </p:cNvPr>
              <p:cNvSpPr txBox="1"/>
              <p:nvPr/>
            </p:nvSpPr>
            <p:spPr>
              <a:xfrm>
                <a:off x="6315351"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37BFF29F-E0B1-AE66-6F01-51D1C9BBDED2}"/>
                  </a:ext>
                </a:extLst>
              </p:cNvPr>
              <p:cNvSpPr txBox="1">
                <a:spLocks noRot="1" noChangeAspect="1" noMove="1" noResize="1" noEditPoints="1" noAdjustHandles="1" noChangeArrowheads="1" noChangeShapeType="1" noTextEdit="1"/>
              </p:cNvSpPr>
              <p:nvPr/>
            </p:nvSpPr>
            <p:spPr>
              <a:xfrm>
                <a:off x="6315351" y="2506815"/>
                <a:ext cx="4252169" cy="615553"/>
              </a:xfrm>
              <a:prstGeom prst="rect">
                <a:avLst/>
              </a:prstGeom>
              <a:blipFill>
                <a:blip r:embed="rId4"/>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EE1BAA2-9140-6775-82CE-A805B686222F}"/>
                  </a:ext>
                </a:extLst>
              </p:cNvPr>
              <p:cNvSpPr txBox="1"/>
              <p:nvPr/>
            </p:nvSpPr>
            <p:spPr>
              <a:xfrm>
                <a:off x="2552384"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10" name="TextBox 9">
                <a:extLst>
                  <a:ext uri="{FF2B5EF4-FFF2-40B4-BE49-F238E27FC236}">
                    <a16:creationId xmlns:a16="http://schemas.microsoft.com/office/drawing/2014/main" id="{FEE1BAA2-9140-6775-82CE-A805B686222F}"/>
                  </a:ext>
                </a:extLst>
              </p:cNvPr>
              <p:cNvSpPr txBox="1">
                <a:spLocks noRot="1" noChangeAspect="1" noMove="1" noResize="1" noEditPoints="1" noAdjustHandles="1" noChangeArrowheads="1" noChangeShapeType="1" noTextEdit="1"/>
              </p:cNvSpPr>
              <p:nvPr/>
            </p:nvSpPr>
            <p:spPr>
              <a:xfrm>
                <a:off x="2552384" y="1976124"/>
                <a:ext cx="2372575" cy="1676934"/>
              </a:xfrm>
              <a:prstGeom prst="rect">
                <a:avLst/>
              </a:prstGeom>
              <a:blipFill>
                <a:blip r:embed="rId5"/>
                <a:stretch>
                  <a:fillRect l="-6952" t="-752" b="-8271"/>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44CCC31D-0795-BDF7-BDD3-11A79CA540E2}"/>
              </a:ext>
            </a:extLst>
          </p:cNvPr>
          <p:cNvSpPr/>
          <p:nvPr/>
        </p:nvSpPr>
        <p:spPr>
          <a:xfrm>
            <a:off x="4072378" y="2562632"/>
            <a:ext cx="527613"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67314ED-6E3D-6A58-E6AC-AB924B66A631}"/>
              </a:ext>
            </a:extLst>
          </p:cNvPr>
          <p:cNvSpPr/>
          <p:nvPr/>
        </p:nvSpPr>
        <p:spPr>
          <a:xfrm>
            <a:off x="8059918" y="2540866"/>
            <a:ext cx="1857080" cy="53069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58995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3070-D048-1C1C-D561-732471FF2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13562-9D50-F1A5-32E9-FD37C7E4F3FB}"/>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B01EA79-A55A-C41A-3B11-7B759C7B05C9}"/>
                  </a:ext>
                </a:extLst>
              </p:cNvPr>
              <p:cNvSpPr txBox="1"/>
              <p:nvPr/>
            </p:nvSpPr>
            <p:spPr>
              <a:xfrm>
                <a:off x="2700801" y="4041991"/>
                <a:ext cx="6790398" cy="16403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15</m:t>
                                </m:r>
                              </m:e>
                              <m:e>
                                <m:r>
                                  <a:rPr lang="en-GB" sz="4000" b="0" i="1" smtClean="0">
                                    <a:solidFill>
                                      <a:schemeClr val="bg1"/>
                                    </a:solidFill>
                                    <a:latin typeface="Cambria Math" panose="02040503050406030204" pitchFamily="18" charset="0"/>
                                  </a:rPr>
                                  <m:t>18</m:t>
                                </m:r>
                              </m:e>
                            </m:mr>
                            <m:mr>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20</m:t>
                                </m:r>
                              </m:e>
                              <m:e>
                                <m:r>
                                  <a:rPr lang="en-GB" sz="4000" b="0" i="1" smtClean="0">
                                    <a:solidFill>
                                      <a:schemeClr val="bg1"/>
                                    </a:solidFill>
                                    <a:latin typeface="Cambria Math" panose="02040503050406030204" pitchFamily="18" charset="0"/>
                                  </a:rPr>
                                  <m:t>24</m:t>
                                </m:r>
                              </m:e>
                            </m:mr>
                            <m:mr>
                              <m:e>
                                <m:r>
                                  <a:rPr lang="en-GB" sz="4000" b="0" i="1" smtClean="0">
                                    <a:solidFill>
                                      <a:schemeClr val="bg1"/>
                                    </a:solidFill>
                                    <a:latin typeface="Cambria Math" panose="02040503050406030204" pitchFamily="18" charset="0"/>
                                  </a:rPr>
                                  <m:t>−10</m:t>
                                </m:r>
                              </m:e>
                              <m:e>
                                <m:r>
                                  <a:rPr lang="en-GB" sz="4000" b="0" i="1" smtClean="0">
                                    <a:solidFill>
                                      <a:schemeClr val="bg1"/>
                                    </a:solidFill>
                                    <a:latin typeface="Cambria Math" panose="02040503050406030204" pitchFamily="18" charset="0"/>
                                  </a:rPr>
                                  <m:t>−25</m:t>
                                </m:r>
                              </m:e>
                              <m:e>
                                <m:r>
                                  <a:rPr lang="en-GB" sz="4000" b="0" i="1" smtClean="0">
                                    <a:solidFill>
                                      <a:schemeClr val="bg1"/>
                                    </a:solidFill>
                                    <a:latin typeface="Cambria Math" panose="02040503050406030204" pitchFamily="18" charset="0"/>
                                  </a:rPr>
                                  <m:t>−30</m:t>
                                </m:r>
                              </m:e>
                            </m:mr>
                          </m:m>
                        </m:e>
                      </m:d>
                    </m:oMath>
                  </m:oMathPara>
                </a14:m>
                <a:endParaRPr lang="en-GB" sz="4000" dirty="0">
                  <a:solidFill>
                    <a:schemeClr val="bg1"/>
                  </a:solidFill>
                </a:endParaRPr>
              </a:p>
            </p:txBody>
          </p:sp>
        </mc:Choice>
        <mc:Fallback>
          <p:sp>
            <p:nvSpPr>
              <p:cNvPr id="3" name="TextBox 2">
                <a:extLst>
                  <a:ext uri="{FF2B5EF4-FFF2-40B4-BE49-F238E27FC236}">
                    <a16:creationId xmlns:a16="http://schemas.microsoft.com/office/drawing/2014/main" id="{1B01EA79-A55A-C41A-3B11-7B759C7B05C9}"/>
                  </a:ext>
                </a:extLst>
              </p:cNvPr>
              <p:cNvSpPr txBox="1">
                <a:spLocks noRot="1" noChangeAspect="1" noMove="1" noResize="1" noEditPoints="1" noAdjustHandles="1" noChangeArrowheads="1" noChangeShapeType="1" noTextEdit="1"/>
              </p:cNvSpPr>
              <p:nvPr/>
            </p:nvSpPr>
            <p:spPr>
              <a:xfrm>
                <a:off x="2700801" y="4041991"/>
                <a:ext cx="6790398" cy="1640321"/>
              </a:xfrm>
              <a:prstGeom prst="rect">
                <a:avLst/>
              </a:prstGeom>
              <a:blipFill>
                <a:blip r:embed="rId3"/>
                <a:stretch>
                  <a:fillRect t="-769" b="-92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5A48092-4E8A-F590-41D2-1CC48AC32D15}"/>
                  </a:ext>
                </a:extLst>
              </p:cNvPr>
              <p:cNvSpPr txBox="1"/>
              <p:nvPr/>
            </p:nvSpPr>
            <p:spPr>
              <a:xfrm>
                <a:off x="6315351" y="2506815"/>
                <a:ext cx="425216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4" name="TextBox 3">
                <a:extLst>
                  <a:ext uri="{FF2B5EF4-FFF2-40B4-BE49-F238E27FC236}">
                    <a16:creationId xmlns:a16="http://schemas.microsoft.com/office/drawing/2014/main" id="{85A48092-4E8A-F590-41D2-1CC48AC32D15}"/>
                  </a:ext>
                </a:extLst>
              </p:cNvPr>
              <p:cNvSpPr txBox="1">
                <a:spLocks noRot="1" noChangeAspect="1" noMove="1" noResize="1" noEditPoints="1" noAdjustHandles="1" noChangeArrowheads="1" noChangeShapeType="1" noTextEdit="1"/>
              </p:cNvSpPr>
              <p:nvPr/>
            </p:nvSpPr>
            <p:spPr>
              <a:xfrm>
                <a:off x="6315351" y="2506815"/>
                <a:ext cx="4252169" cy="615553"/>
              </a:xfrm>
              <a:prstGeom prst="rect">
                <a:avLst/>
              </a:prstGeom>
              <a:blipFill>
                <a:blip r:embed="rId4"/>
                <a:stretch>
                  <a:fillRect t="-10204" b="-367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D15F057-A306-EAEB-CB9B-1DE78BF29925}"/>
                  </a:ext>
                </a:extLst>
              </p:cNvPr>
              <p:cNvSpPr txBox="1"/>
              <p:nvPr/>
            </p:nvSpPr>
            <p:spPr>
              <a:xfrm>
                <a:off x="2552384" y="1976124"/>
                <a:ext cx="2372575" cy="16769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3</m:t>
                                </m:r>
                              </m:e>
                            </m:mr>
                            <m:mr>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p:txBody>
          </p:sp>
        </mc:Choice>
        <mc:Fallback>
          <p:sp>
            <p:nvSpPr>
              <p:cNvPr id="10" name="TextBox 9">
                <a:extLst>
                  <a:ext uri="{FF2B5EF4-FFF2-40B4-BE49-F238E27FC236}">
                    <a16:creationId xmlns:a16="http://schemas.microsoft.com/office/drawing/2014/main" id="{FD15F057-A306-EAEB-CB9B-1DE78BF29925}"/>
                  </a:ext>
                </a:extLst>
              </p:cNvPr>
              <p:cNvSpPr txBox="1">
                <a:spLocks noRot="1" noChangeAspect="1" noMove="1" noResize="1" noEditPoints="1" noAdjustHandles="1" noChangeArrowheads="1" noChangeShapeType="1" noTextEdit="1"/>
              </p:cNvSpPr>
              <p:nvPr/>
            </p:nvSpPr>
            <p:spPr>
              <a:xfrm>
                <a:off x="2552384" y="1976124"/>
                <a:ext cx="2372575" cy="1676934"/>
              </a:xfrm>
              <a:prstGeom prst="rect">
                <a:avLst/>
              </a:prstGeom>
              <a:blipFill>
                <a:blip r:embed="rId5"/>
                <a:stretch>
                  <a:fillRect l="-6952" t="-752" b="-8271"/>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63ECCF81-0C38-8F20-FB2B-E6628E10F336}"/>
              </a:ext>
            </a:extLst>
          </p:cNvPr>
          <p:cNvSpPr/>
          <p:nvPr/>
        </p:nvSpPr>
        <p:spPr>
          <a:xfrm>
            <a:off x="3930978" y="3165900"/>
            <a:ext cx="66901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1DB53B2-5504-9C12-5100-7F063914749D}"/>
              </a:ext>
            </a:extLst>
          </p:cNvPr>
          <p:cNvSpPr/>
          <p:nvPr/>
        </p:nvSpPr>
        <p:spPr>
          <a:xfrm>
            <a:off x="8022210" y="2591678"/>
            <a:ext cx="1894788" cy="53069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81934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088E-5677-3EFB-AF25-E751966B5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9496B-AB8F-434E-9070-C81BDFAE3154}"/>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EBFFDE0-2443-DC72-E6DF-F9FF76776C22}"/>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3EBFFDE0-2443-DC72-E6DF-F9FF76776C22}"/>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873C90D-0C71-FA84-D657-90CBC98860B7}"/>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A873C90D-0C71-FA84-D657-90CBC98860B7}"/>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5AB2982-53DC-445E-8E86-A454587FAAE3}"/>
                  </a:ext>
                </a:extLst>
              </p:cNvPr>
              <p:cNvSpPr txBox="1"/>
              <p:nvPr/>
            </p:nvSpPr>
            <p:spPr>
              <a:xfrm>
                <a:off x="2627296"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2</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3</m:t>
                      </m:r>
                    </m:oMath>
                  </m:oMathPara>
                </a14:m>
                <a:endParaRPr lang="en-US" sz="5000" dirty="0">
                  <a:solidFill>
                    <a:schemeClr val="bg1"/>
                  </a:solidFill>
                </a:endParaRPr>
              </a:p>
            </p:txBody>
          </p:sp>
        </mc:Choice>
        <mc:Fallback>
          <p:sp>
            <p:nvSpPr>
              <p:cNvPr id="10" name="TextBox 9">
                <a:extLst>
                  <a:ext uri="{FF2B5EF4-FFF2-40B4-BE49-F238E27FC236}">
                    <a16:creationId xmlns:a16="http://schemas.microsoft.com/office/drawing/2014/main" id="{E5AB2982-53DC-445E-8E86-A454587FAAE3}"/>
                  </a:ext>
                </a:extLst>
              </p:cNvPr>
              <p:cNvSpPr txBox="1">
                <a:spLocks noRot="1" noChangeAspect="1" noMove="1" noResize="1" noEditPoints="1" noAdjustHandles="1" noChangeArrowheads="1" noChangeShapeType="1" noTextEdit="1"/>
              </p:cNvSpPr>
              <p:nvPr/>
            </p:nvSpPr>
            <p:spPr>
              <a:xfrm>
                <a:off x="2627296" y="3856176"/>
                <a:ext cx="2297663" cy="861774"/>
              </a:xfrm>
              <a:prstGeom prst="rect">
                <a:avLst/>
              </a:prstGeom>
              <a:blipFill>
                <a:blip r:embed="rId5"/>
                <a:stretch>
                  <a:fillRect t="-1408" b="-23944"/>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223677C-025E-53FD-22B8-1D0D11EC5B45}"/>
                  </a:ext>
                </a:extLst>
              </p:cNvPr>
              <p:cNvSpPr txBox="1"/>
              <p:nvPr/>
            </p:nvSpPr>
            <p:spPr>
              <a:xfrm>
                <a:off x="7943977" y="3856176"/>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3</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4</m:t>
                      </m:r>
                    </m:oMath>
                  </m:oMathPara>
                </a14:m>
                <a:endParaRPr lang="en-US" sz="5000" dirty="0">
                  <a:solidFill>
                    <a:schemeClr val="bg1"/>
                  </a:solidFill>
                </a:endParaRPr>
              </a:p>
            </p:txBody>
          </p:sp>
        </mc:Choice>
        <mc:Fallback>
          <p:sp>
            <p:nvSpPr>
              <p:cNvPr id="11" name="TextBox 10">
                <a:extLst>
                  <a:ext uri="{FF2B5EF4-FFF2-40B4-BE49-F238E27FC236}">
                    <a16:creationId xmlns:a16="http://schemas.microsoft.com/office/drawing/2014/main" id="{8223677C-025E-53FD-22B8-1D0D11EC5B45}"/>
                  </a:ext>
                </a:extLst>
              </p:cNvPr>
              <p:cNvSpPr txBox="1">
                <a:spLocks noRot="1" noChangeAspect="1" noMove="1" noResize="1" noEditPoints="1" noAdjustHandles="1" noChangeArrowheads="1" noChangeShapeType="1" noTextEdit="1"/>
              </p:cNvSpPr>
              <p:nvPr/>
            </p:nvSpPr>
            <p:spPr>
              <a:xfrm>
                <a:off x="7943977" y="3856176"/>
                <a:ext cx="2297663" cy="861774"/>
              </a:xfrm>
              <a:prstGeom prst="rect">
                <a:avLst/>
              </a:prstGeom>
              <a:blipFill>
                <a:blip r:embed="rId6"/>
                <a:stretch>
                  <a:fillRect t="-1408" b="-23944"/>
                </a:stretch>
              </a:blipFill>
              <a:ln w="3810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97350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FF63-5A27-A6DE-BA5A-C48765427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36262-2973-42BC-F89F-1B678B5064BB}"/>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5D6487C-03C3-A899-68D7-B56C5EE5384F}"/>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25D6487C-03C3-A899-68D7-B56C5EE5384F}"/>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02B4EB2-D4B4-5B06-9B23-4C352F980408}"/>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302B4EB2-D4B4-5B06-9B23-4C352F980408}"/>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A79F4EF-88A7-BB55-A579-DAEF641E0654}"/>
                  </a:ext>
                </a:extLst>
              </p:cNvPr>
              <p:cNvSpPr txBox="1"/>
              <p:nvPr/>
            </p:nvSpPr>
            <p:spPr>
              <a:xfrm>
                <a:off x="3076851" y="4107748"/>
                <a:ext cx="6477000" cy="1075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21</m:t>
                                </m:r>
                              </m:e>
                              <m:e/>
                              <m:e/>
                            </m:mr>
                            <m:mr>
                              <m:e/>
                              <m:e/>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0A79F4EF-88A7-BB55-A579-DAEF641E0654}"/>
                  </a:ext>
                </a:extLst>
              </p:cNvPr>
              <p:cNvSpPr txBox="1">
                <a:spLocks noRot="1" noChangeAspect="1" noMove="1" noResize="1" noEditPoints="1" noAdjustHandles="1" noChangeArrowheads="1" noChangeShapeType="1" noTextEdit="1"/>
              </p:cNvSpPr>
              <p:nvPr/>
            </p:nvSpPr>
            <p:spPr>
              <a:xfrm>
                <a:off x="3076851" y="4107748"/>
                <a:ext cx="6477000" cy="107555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E816BB2-F19C-682C-28D7-0F03DE816343}"/>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i="1" smtClean="0">
                              <a:solidFill>
                                <a:schemeClr val="bg1"/>
                              </a:solidFill>
                              <a:latin typeface="Cambria Math" panose="02040503050406030204" pitchFamily="18" charset="0"/>
                            </a:rPr>
                            <m:t>1</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5</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4</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3</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−2</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−2</m:t>
                          </m:r>
                        </m:e>
                      </m:d>
                      <m:r>
                        <a:rPr lang="en-GB" sz="4000" b="0" i="1" smtClean="0">
                          <a:solidFill>
                            <a:schemeClr val="bg1"/>
                          </a:solidFill>
                          <a:latin typeface="Cambria Math" panose="02040503050406030204" pitchFamily="18" charset="0"/>
                          <a:ea typeface="Cambria Math" panose="02040503050406030204" pitchFamily="18" charset="0"/>
                        </a:rPr>
                        <m:t>=21</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BE816BB2-F19C-682C-28D7-0F03DE816343}"/>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8D1AC041-4879-638E-6995-1456445818BF}"/>
              </a:ext>
            </a:extLst>
          </p:cNvPr>
          <p:cNvSpPr/>
          <p:nvPr/>
        </p:nvSpPr>
        <p:spPr>
          <a:xfrm>
            <a:off x="2258008" y="1976124"/>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A691FF8-CB40-AD2B-A217-81BF1636A4B3}"/>
              </a:ext>
            </a:extLst>
          </p:cNvPr>
          <p:cNvSpPr/>
          <p:nvPr/>
        </p:nvSpPr>
        <p:spPr>
          <a:xfrm>
            <a:off x="8003308"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2966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23098-B21B-0DE5-AE63-6933E74AF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047E0-4F32-2D79-BBCC-33D9689E813D}"/>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D198E66-90A3-B853-F97D-3A5C99A2F2D4}"/>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BD198E66-90A3-B853-F97D-3A5C99A2F2D4}"/>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81F3C9A-1655-A001-F3C5-7DF80F6C6CB8}"/>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F81F3C9A-1655-A001-F3C5-7DF80F6C6CB8}"/>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39D2B8F-0497-3F50-D008-818413B2A25E}"/>
                  </a:ext>
                </a:extLst>
              </p:cNvPr>
              <p:cNvSpPr txBox="1"/>
              <p:nvPr/>
            </p:nvSpPr>
            <p:spPr>
              <a:xfrm>
                <a:off x="3076851" y="4107748"/>
                <a:ext cx="6477000" cy="1075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mr>
                            <m:mr>
                              <m:e/>
                              <m:e/>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A39D2B8F-0497-3F50-D008-818413B2A25E}"/>
                  </a:ext>
                </a:extLst>
              </p:cNvPr>
              <p:cNvSpPr txBox="1">
                <a:spLocks noRot="1" noChangeAspect="1" noMove="1" noResize="1" noEditPoints="1" noAdjustHandles="1" noChangeArrowheads="1" noChangeShapeType="1" noTextEdit="1"/>
              </p:cNvSpPr>
              <p:nvPr/>
            </p:nvSpPr>
            <p:spPr>
              <a:xfrm>
                <a:off x="3076851" y="4107748"/>
                <a:ext cx="6477000" cy="107555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E0146FE-64F5-2E17-37F3-578FADD8E40D}"/>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i="1" smtClean="0">
                              <a:solidFill>
                                <a:schemeClr val="bg1"/>
                              </a:solidFill>
                              <a:latin typeface="Cambria Math" panose="02040503050406030204" pitchFamily="18" charset="0"/>
                            </a:rPr>
                            <m:t>1</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2</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4</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6</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−2</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9</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8</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CE0146FE-64F5-2E17-37F3-578FADD8E40D}"/>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3A31B428-3E10-FC70-5D24-993C16F7BEEF}"/>
              </a:ext>
            </a:extLst>
          </p:cNvPr>
          <p:cNvSpPr/>
          <p:nvPr/>
        </p:nvSpPr>
        <p:spPr>
          <a:xfrm>
            <a:off x="2258008" y="1976124"/>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D83FD4A-AA40-B17F-CF1B-56145CCB9F01}"/>
              </a:ext>
            </a:extLst>
          </p:cNvPr>
          <p:cNvSpPr/>
          <p:nvPr/>
        </p:nvSpPr>
        <p:spPr>
          <a:xfrm>
            <a:off x="8927039"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90670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CC79-F9B4-33AD-4D1F-FEB64FCD8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8C913-4090-3C79-07EE-FD76074068D1}"/>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9814CAC-5853-EEE9-CD04-83C45193B809}"/>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19814CAC-5853-EEE9-CD04-83C45193B809}"/>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C1CE6A7-2321-49C7-741A-1F080CB51CC4}"/>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FC1CE6A7-2321-49C7-741A-1F080CB51CC4}"/>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FC41C6E-DFF1-6C09-689E-E4F759C2C518}"/>
                  </a:ext>
                </a:extLst>
              </p:cNvPr>
              <p:cNvSpPr txBox="1"/>
              <p:nvPr/>
            </p:nvSpPr>
            <p:spPr>
              <a:xfrm>
                <a:off x="3076851" y="4107748"/>
                <a:ext cx="6477000" cy="1075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10</m:t>
                                </m:r>
                              </m:e>
                            </m:mr>
                            <m:mr>
                              <m:e/>
                              <m:e/>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AFC41C6E-DFF1-6C09-689E-E4F759C2C518}"/>
                  </a:ext>
                </a:extLst>
              </p:cNvPr>
              <p:cNvSpPr txBox="1">
                <a:spLocks noRot="1" noChangeAspect="1" noMove="1" noResize="1" noEditPoints="1" noAdjustHandles="1" noChangeArrowheads="1" noChangeShapeType="1" noTextEdit="1"/>
              </p:cNvSpPr>
              <p:nvPr/>
            </p:nvSpPr>
            <p:spPr>
              <a:xfrm>
                <a:off x="3076851" y="4107748"/>
                <a:ext cx="6477000" cy="107555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7EE7BD9-C1FB-3C32-AC35-31B23C06130E}"/>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i="1" smtClean="0">
                              <a:solidFill>
                                <a:schemeClr val="bg1"/>
                              </a:solidFill>
                              <a:latin typeface="Cambria Math" panose="02040503050406030204" pitchFamily="18" charset="0"/>
                            </a:rPr>
                            <m:t>1</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8</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4</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4</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−2</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7</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10</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C7EE7BD9-C1FB-3C32-AC35-31B23C06130E}"/>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3C6AB28B-5231-C551-57B7-A08156315FBF}"/>
              </a:ext>
            </a:extLst>
          </p:cNvPr>
          <p:cNvSpPr/>
          <p:nvPr/>
        </p:nvSpPr>
        <p:spPr>
          <a:xfrm>
            <a:off x="2258008" y="1976124"/>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8D386A-27BF-A4F5-7AC3-E912B3DDFF10}"/>
              </a:ext>
            </a:extLst>
          </p:cNvPr>
          <p:cNvSpPr/>
          <p:nvPr/>
        </p:nvSpPr>
        <p:spPr>
          <a:xfrm>
            <a:off x="9716736"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14204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FD5C-65C8-E1A4-ECC1-6B9BD5386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149F9-7FBA-DA41-5620-B01CEEBA9289}"/>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CB95B9C-E7AD-1D6A-DF69-8965D2629176}"/>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7CB95B9C-E7AD-1D6A-DF69-8965D2629176}"/>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B110FA7-D3C9-EC98-6F6E-D71109F66AAD}"/>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FB110FA7-D3C9-EC98-6F6E-D71109F66AAD}"/>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E4F3327-4D8B-F41F-B451-617FB03726CD}"/>
                  </a:ext>
                </a:extLst>
              </p:cNvPr>
              <p:cNvSpPr txBox="1"/>
              <p:nvPr/>
            </p:nvSpPr>
            <p:spPr>
              <a:xfrm>
                <a:off x="3076851" y="4107748"/>
                <a:ext cx="6477000" cy="10349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10</m:t>
                                </m:r>
                              </m:e>
                            </m:mr>
                            <m:mr>
                              <m:e/>
                              <m:e/>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25</m:t>
                                </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2E4F3327-4D8B-F41F-B451-617FB03726CD}"/>
                  </a:ext>
                </a:extLst>
              </p:cNvPr>
              <p:cNvSpPr txBox="1">
                <a:spLocks noRot="1" noChangeAspect="1" noMove="1" noResize="1" noEditPoints="1" noAdjustHandles="1" noChangeArrowheads="1" noChangeShapeType="1" noTextEdit="1"/>
              </p:cNvSpPr>
              <p:nvPr/>
            </p:nvSpPr>
            <p:spPr>
              <a:xfrm>
                <a:off x="3076851" y="4107748"/>
                <a:ext cx="6477000" cy="1034963"/>
              </a:xfrm>
              <a:prstGeom prst="rect">
                <a:avLst/>
              </a:prstGeom>
              <a:blipFill>
                <a:blip r:embed="rId5"/>
                <a:stretch>
                  <a:fillRect t="-1205" b="-24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CA0E51C-6721-4239-04CB-617A5DA36CC9}"/>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i="1" smtClean="0">
                              <a:solidFill>
                                <a:schemeClr val="bg1"/>
                              </a:solidFill>
                              <a:latin typeface="Cambria Math" panose="02040503050406030204" pitchFamily="18" charset="0"/>
                            </a:rPr>
                            <m:t>1</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−1</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4</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5</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−2</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−3</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25</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4CA0E51C-6721-4239-04CB-617A5DA36CC9}"/>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9F04E92D-456B-784D-043A-A9FEFCDD81F7}"/>
              </a:ext>
            </a:extLst>
          </p:cNvPr>
          <p:cNvSpPr/>
          <p:nvPr/>
        </p:nvSpPr>
        <p:spPr>
          <a:xfrm>
            <a:off x="2258008" y="1976124"/>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D84AF7B-92E6-7F23-14D5-1099E77F3977}"/>
              </a:ext>
            </a:extLst>
          </p:cNvPr>
          <p:cNvSpPr/>
          <p:nvPr/>
        </p:nvSpPr>
        <p:spPr>
          <a:xfrm>
            <a:off x="10664245"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04292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4DAD2-95AD-B7B7-15DE-48ED29B74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BA0E5-4D50-D97D-7A64-0ECB7A940EF1}"/>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D857CCA-611A-60E6-6C35-EDD0DCF0A0DA}"/>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2D857CCA-611A-60E6-6C35-EDD0DCF0A0DA}"/>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054A565-5584-6A2F-E54A-76ABEA4D3D9A}"/>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6054A565-5584-6A2F-E54A-76ABEA4D3D9A}"/>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D1B41F1-D508-48BF-E09D-3871A31CB14F}"/>
                  </a:ext>
                </a:extLst>
              </p:cNvPr>
              <p:cNvSpPr txBox="1"/>
              <p:nvPr/>
            </p:nvSpPr>
            <p:spPr>
              <a:xfrm>
                <a:off x="3076851" y="4107748"/>
                <a:ext cx="6477000" cy="10349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10</m:t>
                                </m:r>
                              </m:e>
                            </m:mr>
                            <m:mr>
                              <m:e>
                                <m:r>
                                  <a:rPr lang="en-GB" sz="4000" b="0" i="1" smtClean="0">
                                    <a:solidFill>
                                      <a:schemeClr val="bg1"/>
                                    </a:solidFill>
                                    <a:latin typeface="Cambria Math" panose="02040503050406030204" pitchFamily="18" charset="0"/>
                                  </a:rPr>
                                  <m:t>42</m:t>
                                </m:r>
                              </m:e>
                              <m:e/>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5</m:t>
                                </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BD1B41F1-D508-48BF-E09D-3871A31CB14F}"/>
                  </a:ext>
                </a:extLst>
              </p:cNvPr>
              <p:cNvSpPr txBox="1">
                <a:spLocks noRot="1" noChangeAspect="1" noMove="1" noResize="1" noEditPoints="1" noAdjustHandles="1" noChangeArrowheads="1" noChangeShapeType="1" noTextEdit="1"/>
              </p:cNvSpPr>
              <p:nvPr/>
            </p:nvSpPr>
            <p:spPr>
              <a:xfrm>
                <a:off x="3076851" y="4107748"/>
                <a:ext cx="6477000" cy="1034963"/>
              </a:xfrm>
              <a:prstGeom prst="rect">
                <a:avLst/>
              </a:prstGeom>
              <a:blipFill>
                <a:blip r:embed="rId5"/>
                <a:stretch>
                  <a:fillRect t="-1205" b="-144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E3235D7B-B2D9-48C9-623B-65761C5F9238}"/>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3</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5</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5</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3</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6</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2</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42</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E3235D7B-B2D9-48C9-623B-65761C5F9238}"/>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FE4D09E2-A657-508E-B55D-B1A18752D3BF}"/>
              </a:ext>
            </a:extLst>
          </p:cNvPr>
          <p:cNvSpPr/>
          <p:nvPr/>
        </p:nvSpPr>
        <p:spPr>
          <a:xfrm>
            <a:off x="2258008" y="2511425"/>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74B381E0-ADC7-9A5E-CF6D-123B20698ACC}"/>
              </a:ext>
            </a:extLst>
          </p:cNvPr>
          <p:cNvSpPr/>
          <p:nvPr/>
        </p:nvSpPr>
        <p:spPr>
          <a:xfrm>
            <a:off x="7968179"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62507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BC51-8ACE-F3F7-CD3C-67B042606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29EA9-F7D9-579E-FAFE-D87B10A4E0C4}"/>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B432DE-1734-F7F3-478E-4B5A69F5E2CA}"/>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26B432DE-1734-F7F3-478E-4B5A69F5E2CA}"/>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7A89CA2-B61F-320C-97E9-D2AD6F50F3FD}"/>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27A89CA2-B61F-320C-97E9-D2AD6F50F3FD}"/>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ACFF3D9-48C2-068F-83EE-DAD4C3269248}"/>
                  </a:ext>
                </a:extLst>
              </p:cNvPr>
              <p:cNvSpPr txBox="1"/>
              <p:nvPr/>
            </p:nvSpPr>
            <p:spPr>
              <a:xfrm>
                <a:off x="3076851" y="4107748"/>
                <a:ext cx="6477000" cy="10349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10</m:t>
                                </m:r>
                              </m:e>
                            </m:mr>
                            <m:mr>
                              <m:e>
                                <m:r>
                                  <a:rPr lang="en-GB" sz="4000" b="0" i="1" smtClean="0">
                                    <a:solidFill>
                                      <a:schemeClr val="bg1"/>
                                    </a:solidFill>
                                    <a:latin typeface="Cambria Math" panose="02040503050406030204" pitchFamily="18" charset="0"/>
                                  </a:rPr>
                                  <m:t>42</m:t>
                                </m:r>
                              </m:e>
                              <m:e>
                                <m:r>
                                  <a:rPr lang="en-GB" sz="4000" b="0" i="1" smtClean="0">
                                    <a:solidFill>
                                      <a:schemeClr val="bg1"/>
                                    </a:solidFill>
                                    <a:latin typeface="Cambria Math" panose="02040503050406030204" pitchFamily="18" charset="0"/>
                                  </a:rPr>
                                  <m:t>−18</m:t>
                                </m:r>
                              </m:e>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5</m:t>
                                </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8ACFF3D9-48C2-068F-83EE-DAD4C3269248}"/>
                  </a:ext>
                </a:extLst>
              </p:cNvPr>
              <p:cNvSpPr txBox="1">
                <a:spLocks noRot="1" noChangeAspect="1" noMove="1" noResize="1" noEditPoints="1" noAdjustHandles="1" noChangeArrowheads="1" noChangeShapeType="1" noTextEdit="1"/>
              </p:cNvSpPr>
              <p:nvPr/>
            </p:nvSpPr>
            <p:spPr>
              <a:xfrm>
                <a:off x="3076851" y="4107748"/>
                <a:ext cx="6477000" cy="1034963"/>
              </a:xfrm>
              <a:prstGeom prst="rect">
                <a:avLst/>
              </a:prstGeom>
              <a:blipFill>
                <a:blip r:embed="rId5"/>
                <a:stretch>
                  <a:fillRect l="-3327" t="-1205" b="-144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7F8B952-7295-0021-C854-1C3732393C5E}"/>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3</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2</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5</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6</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−6</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9</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−18</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37F8B952-7295-0021-C854-1C3732393C5E}"/>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876F16C2-4390-9637-758E-4F5DF061F058}"/>
              </a:ext>
            </a:extLst>
          </p:cNvPr>
          <p:cNvSpPr/>
          <p:nvPr/>
        </p:nvSpPr>
        <p:spPr>
          <a:xfrm>
            <a:off x="2258008" y="2511425"/>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11F672-048A-94B4-164F-A38EAB742558}"/>
              </a:ext>
            </a:extLst>
          </p:cNvPr>
          <p:cNvSpPr/>
          <p:nvPr/>
        </p:nvSpPr>
        <p:spPr>
          <a:xfrm>
            <a:off x="8910860"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88075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8618E-F1D6-2431-C277-E63D46538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E9CBB-6FA4-0C11-489E-9161EE5D78C4}"/>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207D69F-E0EA-EF6A-D922-888F9AE1381E}"/>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7207D69F-E0EA-EF6A-D922-888F9AE1381E}"/>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72E79CC-BBC6-0F57-F5A5-241E766DBC6D}"/>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372E79CC-BBC6-0F57-F5A5-241E766DBC6D}"/>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AFF6057-B815-474C-0CDF-124F8C3E48F4}"/>
                  </a:ext>
                </a:extLst>
              </p:cNvPr>
              <p:cNvSpPr txBox="1"/>
              <p:nvPr/>
            </p:nvSpPr>
            <p:spPr>
              <a:xfrm>
                <a:off x="3076851" y="4107748"/>
                <a:ext cx="6477000" cy="10349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10</m:t>
                                </m:r>
                              </m:e>
                            </m:mr>
                            <m:mr>
                              <m:e>
                                <m:r>
                                  <a:rPr lang="en-GB" sz="4000" b="0" i="1" smtClean="0">
                                    <a:solidFill>
                                      <a:schemeClr val="bg1"/>
                                    </a:solidFill>
                                    <a:latin typeface="Cambria Math" panose="02040503050406030204" pitchFamily="18" charset="0"/>
                                  </a:rPr>
                                  <m:t>42</m:t>
                                </m:r>
                              </m:e>
                              <m:e>
                                <m:r>
                                  <a:rPr lang="en-GB" sz="4000" b="0" i="1" smtClean="0">
                                    <a:solidFill>
                                      <a:schemeClr val="bg1"/>
                                    </a:solidFill>
                                    <a:latin typeface="Cambria Math" panose="02040503050406030204" pitchFamily="18" charset="0"/>
                                  </a:rPr>
                                  <m:t>−18</m:t>
                                </m:r>
                              </m:e>
                              <m:e>
                                <m:r>
                                  <a:rPr lang="en-GB" sz="4000" b="0" i="1" smtClean="0">
                                    <a:solidFill>
                                      <a:schemeClr val="bg1"/>
                                    </a:solidFill>
                                    <a:latin typeface="Cambria Math" panose="02040503050406030204" pitchFamily="18" charset="0"/>
                                  </a:rPr>
                                  <m:t>2</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5</m:t>
                                </m:r>
                              </m:e>
                            </m:mr>
                            <m: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CAFF6057-B815-474C-0CDF-124F8C3E48F4}"/>
                  </a:ext>
                </a:extLst>
              </p:cNvPr>
              <p:cNvSpPr txBox="1">
                <a:spLocks noRot="1" noChangeAspect="1" noMove="1" noResize="1" noEditPoints="1" noAdjustHandles="1" noChangeArrowheads="1" noChangeShapeType="1" noTextEdit="1"/>
              </p:cNvSpPr>
              <p:nvPr/>
            </p:nvSpPr>
            <p:spPr>
              <a:xfrm>
                <a:off x="3076851" y="4107748"/>
                <a:ext cx="6477000" cy="1034963"/>
              </a:xfrm>
              <a:prstGeom prst="rect">
                <a:avLst/>
              </a:prstGeom>
              <a:blipFill>
                <a:blip r:embed="rId5"/>
                <a:stretch>
                  <a:fillRect l="-3327" t="-1205" b="-144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B679FDF-F424-2DC5-3B94-837E960E7A8F}"/>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3</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8</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5</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4</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−6</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7</m:t>
                          </m:r>
                        </m:e>
                      </m:d>
                      <m:r>
                        <a:rPr lang="en-GB" sz="4000" b="0" i="1" smtClean="0">
                          <a:solidFill>
                            <a:schemeClr val="bg1"/>
                          </a:solidFill>
                          <a:latin typeface="Cambria Math" panose="02040503050406030204" pitchFamily="18" charset="0"/>
                          <a:ea typeface="Cambria Math" panose="02040503050406030204" pitchFamily="18" charset="0"/>
                        </a:rPr>
                        <m:t>=2</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5B679FDF-F424-2DC5-3B94-837E960E7A8F}"/>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C5737B74-A009-45F8-981B-585AE487039E}"/>
              </a:ext>
            </a:extLst>
          </p:cNvPr>
          <p:cNvSpPr/>
          <p:nvPr/>
        </p:nvSpPr>
        <p:spPr>
          <a:xfrm>
            <a:off x="2258008" y="2511425"/>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8058013-826A-0B25-A5B0-137E1EDA6104}"/>
              </a:ext>
            </a:extLst>
          </p:cNvPr>
          <p:cNvSpPr/>
          <p:nvPr/>
        </p:nvSpPr>
        <p:spPr>
          <a:xfrm>
            <a:off x="9716736"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25294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13D45-5727-2877-6E4F-82D99C71F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06C80-4C6C-4466-800D-2FD7BBEA8E4D}"/>
              </a:ext>
            </a:extLst>
          </p:cNvPr>
          <p:cNvSpPr>
            <a:spLocks noGrp="1"/>
          </p:cNvSpPr>
          <p:nvPr>
            <p:ph type="title"/>
          </p:nvPr>
        </p:nvSpPr>
        <p:spPr/>
        <p:txBody>
          <a:bodyPr/>
          <a:lstStyle/>
          <a:p>
            <a:r>
              <a:rPr lang="en-US" dirty="0"/>
              <a:t>Multiplying Matrices</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C3184A-F0B2-68E2-779F-447DC9B6CF4B}"/>
                  </a:ext>
                </a:extLst>
              </p:cNvPr>
              <p:cNvSpPr txBox="1"/>
              <p:nvPr/>
            </p:nvSpPr>
            <p:spPr>
              <a:xfrm>
                <a:off x="6315351" y="1648886"/>
                <a:ext cx="5554916" cy="16363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8</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6</m:t>
                                </m:r>
                              </m:e>
                              <m:e>
                                <m:r>
                                  <a:rPr lang="en-GB" sz="4000" b="0" i="1" smtClean="0">
                                    <a:solidFill>
                                      <a:schemeClr val="bg1"/>
                                    </a:solidFill>
                                    <a:latin typeface="Cambria Math" panose="02040503050406030204" pitchFamily="18" charset="0"/>
                                  </a:rPr>
                                  <m:t>4</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9</m:t>
                                </m:r>
                              </m:e>
                              <m:e>
                                <m:r>
                                  <a:rPr lang="en-GB" sz="4000" b="0" i="1" smtClean="0">
                                    <a:solidFill>
                                      <a:schemeClr val="bg1"/>
                                    </a:solidFill>
                                    <a:latin typeface="Cambria Math" panose="02040503050406030204" pitchFamily="18" charset="0"/>
                                  </a:rPr>
                                  <m:t>7</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i="1">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m:t>
                                </m:r>
                                <m:r>
                                  <a:rPr lang="en-GB" sz="4000" b="0" i="1" smtClean="0">
                                    <a:solidFill>
                                      <a:schemeClr val="bg1"/>
                                    </a:solidFill>
                                    <a:latin typeface="Cambria Math" panose="02040503050406030204" pitchFamily="18" charset="0"/>
                                  </a:rPr>
                                  <m:t>1</m:t>
                                </m:r>
                              </m:e>
                            </m:mr>
                            <m:mr>
                              <m:e>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−3</m:t>
                                </m:r>
                              </m:e>
                            </m:mr>
                          </m:m>
                        </m:e>
                      </m:d>
                    </m:oMath>
                  </m:oMathPara>
                </a14:m>
                <a:endParaRPr lang="en-GB" sz="4000" dirty="0">
                  <a:solidFill>
                    <a:schemeClr val="bg1"/>
                  </a:solidFill>
                </a:endParaRPr>
              </a:p>
            </p:txBody>
          </p:sp>
        </mc:Choice>
        <mc:Fallback>
          <p:sp>
            <p:nvSpPr>
              <p:cNvPr id="5" name="TextBox 4">
                <a:extLst>
                  <a:ext uri="{FF2B5EF4-FFF2-40B4-BE49-F238E27FC236}">
                    <a16:creationId xmlns:a16="http://schemas.microsoft.com/office/drawing/2014/main" id="{26C3184A-F0B2-68E2-779F-447DC9B6CF4B}"/>
                  </a:ext>
                </a:extLst>
              </p:cNvPr>
              <p:cNvSpPr txBox="1">
                <a:spLocks noRot="1" noChangeAspect="1" noMove="1" noResize="1" noEditPoints="1" noAdjustHandles="1" noChangeArrowheads="1" noChangeShapeType="1" noTextEdit="1"/>
              </p:cNvSpPr>
              <p:nvPr/>
            </p:nvSpPr>
            <p:spPr>
              <a:xfrm>
                <a:off x="6315351" y="1648886"/>
                <a:ext cx="5554916" cy="1636345"/>
              </a:xfrm>
              <a:prstGeom prst="rect">
                <a:avLst/>
              </a:prstGeom>
              <a:blipFill>
                <a:blip r:embed="rId3"/>
                <a:stretch>
                  <a:fillRect t="-769"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02331B6-B833-EBF6-1361-0FCF97456162}"/>
                  </a:ext>
                </a:extLst>
              </p:cNvPr>
              <p:cNvSpPr txBox="1"/>
              <p:nvPr/>
            </p:nvSpPr>
            <p:spPr>
              <a:xfrm>
                <a:off x="838200" y="1976124"/>
                <a:ext cx="4086759" cy="10224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4</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5</m:t>
                                </m:r>
                              </m:e>
                              <m:e>
                                <m:r>
                                  <a:rPr lang="en-GB" sz="4000" b="0" i="1" smtClean="0">
                                    <a:solidFill>
                                      <a:schemeClr val="bg1"/>
                                    </a:solidFill>
                                    <a:latin typeface="Cambria Math" panose="02040503050406030204" pitchFamily="18" charset="0"/>
                                  </a:rPr>
                                  <m:t>−6</m:t>
                                </m:r>
                              </m:e>
                            </m:mr>
                          </m:m>
                        </m:e>
                      </m:d>
                    </m:oMath>
                  </m:oMathPara>
                </a14:m>
                <a:endParaRPr lang="en-GB" sz="4000" dirty="0">
                  <a:solidFill>
                    <a:schemeClr val="bg1"/>
                  </a:solidFill>
                </a:endParaRPr>
              </a:p>
            </p:txBody>
          </p:sp>
        </mc:Choice>
        <mc:Fallback>
          <p:sp>
            <p:nvSpPr>
              <p:cNvPr id="6" name="TextBox 5">
                <a:extLst>
                  <a:ext uri="{FF2B5EF4-FFF2-40B4-BE49-F238E27FC236}">
                    <a16:creationId xmlns:a16="http://schemas.microsoft.com/office/drawing/2014/main" id="{302331B6-B833-EBF6-1361-0FCF97456162}"/>
                  </a:ext>
                </a:extLst>
              </p:cNvPr>
              <p:cNvSpPr txBox="1">
                <a:spLocks noRot="1" noChangeAspect="1" noMove="1" noResize="1" noEditPoints="1" noAdjustHandles="1" noChangeArrowheads="1" noChangeShapeType="1" noTextEdit="1"/>
              </p:cNvSpPr>
              <p:nvPr/>
            </p:nvSpPr>
            <p:spPr>
              <a:xfrm>
                <a:off x="838200" y="1976124"/>
                <a:ext cx="4086759" cy="1022459"/>
              </a:xfrm>
              <a:prstGeom prst="rect">
                <a:avLst/>
              </a:prstGeom>
              <a:blipFill>
                <a:blip r:embed="rId4"/>
                <a:stretch>
                  <a:fillRect l="-1863" t="-1220" b="-158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224AF31-44A5-8715-3623-4098C62B26E7}"/>
                  </a:ext>
                </a:extLst>
              </p:cNvPr>
              <p:cNvSpPr txBox="1"/>
              <p:nvPr/>
            </p:nvSpPr>
            <p:spPr>
              <a:xfrm>
                <a:off x="3076851" y="4107748"/>
                <a:ext cx="6477000" cy="10349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 </m:t>
                      </m:r>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 </m:t>
                      </m:r>
                      <m:r>
                        <a:rPr lang="en-GB" sz="4000" b="0" i="1" smtClean="0">
                          <a:solidFill>
                            <a:schemeClr val="bg1"/>
                          </a:solidFill>
                          <a:latin typeface="Cambria Math" panose="02040503050406030204" pitchFamily="18" charset="0"/>
                          <a:ea typeface="Cambria Math" panose="02040503050406030204" pitchFamily="18" charset="0"/>
                        </a:rPr>
                        <m:t>𝐵</m:t>
                      </m:r>
                      <m:r>
                        <a:rPr lang="en-GB" sz="4000" b="0" i="1" smtClean="0">
                          <a:solidFill>
                            <a:schemeClr val="bg1"/>
                          </a:solidFill>
                          <a:latin typeface="Cambria Math" panose="02040503050406030204" pitchFamily="18" charset="0"/>
                        </a:rPr>
                        <m:t>=</m:t>
                      </m:r>
                      <m:d>
                        <m:dPr>
                          <m:begChr m:val="["/>
                          <m:endChr m:val="]"/>
                          <m:ctrlPr>
                            <a:rPr lang="en-GB" sz="4000" b="0" i="1" smtClean="0">
                              <a:solidFill>
                                <a:schemeClr val="bg1"/>
                              </a:solidFill>
                              <a:latin typeface="Cambria Math" panose="02040503050406030204" pitchFamily="18" charset="0"/>
                            </a:rPr>
                          </m:ctrlPr>
                        </m:dPr>
                        <m:e>
                          <m:m>
                            <m:mPr>
                              <m:mcs>
                                <m:mc>
                                  <m:mcPr>
                                    <m:count m:val="3"/>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8</m:t>
                                </m:r>
                              </m:e>
                              <m:e>
                                <m:r>
                                  <a:rPr lang="en-GB" sz="4000" b="0" i="1" smtClean="0">
                                    <a:solidFill>
                                      <a:schemeClr val="bg1"/>
                                    </a:solidFill>
                                    <a:latin typeface="Cambria Math" panose="02040503050406030204" pitchFamily="18" charset="0"/>
                                  </a:rPr>
                                  <m:t>10</m:t>
                                </m:r>
                              </m:e>
                            </m:mr>
                            <m:mr>
                              <m:e>
                                <m:r>
                                  <a:rPr lang="en-GB" sz="4000" b="0" i="1" smtClean="0">
                                    <a:solidFill>
                                      <a:schemeClr val="bg1"/>
                                    </a:solidFill>
                                    <a:latin typeface="Cambria Math" panose="02040503050406030204" pitchFamily="18" charset="0"/>
                                  </a:rPr>
                                  <m:t>42</m:t>
                                </m:r>
                              </m:e>
                              <m:e>
                                <m:r>
                                  <a:rPr lang="en-GB" sz="4000" b="0" i="1" smtClean="0">
                                    <a:solidFill>
                                      <a:schemeClr val="bg1"/>
                                    </a:solidFill>
                                    <a:latin typeface="Cambria Math" panose="02040503050406030204" pitchFamily="18" charset="0"/>
                                  </a:rPr>
                                  <m:t>−18</m:t>
                                </m:r>
                              </m:e>
                              <m:e>
                                <m:r>
                                  <a:rPr lang="en-GB" sz="4000" b="0" i="1" smtClean="0">
                                    <a:solidFill>
                                      <a:schemeClr val="bg1"/>
                                    </a:solidFill>
                                    <a:latin typeface="Cambria Math" panose="02040503050406030204" pitchFamily="18" charset="0"/>
                                  </a:rPr>
                                  <m:t>2</m:t>
                                </m:r>
                              </m:e>
                            </m:mr>
                          </m:m>
                          <m:r>
                            <a:rPr lang="en-GB" sz="4000" b="0" i="1" smtClean="0">
                              <a:solidFill>
                                <a:schemeClr val="bg1"/>
                              </a:solidFill>
                              <a:latin typeface="Cambria Math" panose="02040503050406030204" pitchFamily="18" charset="0"/>
                            </a:rPr>
                            <m:t>   </m:t>
                          </m:r>
                          <m:m>
                            <m:mPr>
                              <m:mcs>
                                <m:mc>
                                  <m:mcPr>
                                    <m:count m:val="1"/>
                                    <m:mcJc m:val="center"/>
                                  </m:mcPr>
                                </m:mc>
                              </m:mcs>
                              <m:ctrlPr>
                                <a:rPr lang="en-GB" sz="4000" b="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2</m:t>
                                </m:r>
                                <m:r>
                                  <a:rPr lang="en-GB" sz="4000" b="0" i="1" smtClean="0">
                                    <a:solidFill>
                                      <a:schemeClr val="bg1"/>
                                    </a:solidFill>
                                    <a:latin typeface="Cambria Math" panose="02040503050406030204" pitchFamily="18" charset="0"/>
                                  </a:rPr>
                                  <m:t>5</m:t>
                                </m:r>
                              </m:e>
                            </m:mr>
                            <m:mr>
                              <m:e>
                                <m:r>
                                  <a:rPr lang="en-GB" sz="4000" b="0" i="1" smtClean="0">
                                    <a:solidFill>
                                      <a:schemeClr val="bg1"/>
                                    </a:solidFill>
                                    <a:latin typeface="Cambria Math" panose="02040503050406030204" pitchFamily="18" charset="0"/>
                                  </a:rPr>
                                  <m:t>40</m:t>
                                </m:r>
                              </m:e>
                            </m:mr>
                          </m:m>
                        </m:e>
                      </m:d>
                    </m:oMath>
                  </m:oMathPara>
                </a14:m>
                <a:endParaRPr lang="en-GB" sz="4000" dirty="0">
                  <a:solidFill>
                    <a:schemeClr val="bg1"/>
                  </a:solidFill>
                </a:endParaRPr>
              </a:p>
            </p:txBody>
          </p:sp>
        </mc:Choice>
        <mc:Fallback>
          <p:sp>
            <p:nvSpPr>
              <p:cNvPr id="7" name="TextBox 6">
                <a:extLst>
                  <a:ext uri="{FF2B5EF4-FFF2-40B4-BE49-F238E27FC236}">
                    <a16:creationId xmlns:a16="http://schemas.microsoft.com/office/drawing/2014/main" id="{D224AF31-44A5-8715-3623-4098C62B26E7}"/>
                  </a:ext>
                </a:extLst>
              </p:cNvPr>
              <p:cNvSpPr txBox="1">
                <a:spLocks noRot="1" noChangeAspect="1" noMove="1" noResize="1" noEditPoints="1" noAdjustHandles="1" noChangeArrowheads="1" noChangeShapeType="1" noTextEdit="1"/>
              </p:cNvSpPr>
              <p:nvPr/>
            </p:nvSpPr>
            <p:spPr>
              <a:xfrm>
                <a:off x="3076851" y="4107748"/>
                <a:ext cx="6477000" cy="1034963"/>
              </a:xfrm>
              <a:prstGeom prst="rect">
                <a:avLst/>
              </a:prstGeom>
              <a:blipFill>
                <a:blip r:embed="rId5"/>
                <a:stretch>
                  <a:fillRect l="-3327" t="-1205" b="-156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75832B0-FF0C-227C-677C-C25C998043CB}"/>
                  </a:ext>
                </a:extLst>
              </p:cNvPr>
              <p:cNvSpPr txBox="1"/>
              <p:nvPr/>
            </p:nvSpPr>
            <p:spPr>
              <a:xfrm>
                <a:off x="1527755" y="5723854"/>
                <a:ext cx="9136490"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solidFill>
                                <a:schemeClr val="bg1"/>
                              </a:solidFill>
                              <a:latin typeface="Cambria Math" panose="02040503050406030204" pitchFamily="18" charset="0"/>
                            </a:rPr>
                          </m:ctrlPr>
                        </m:dPr>
                        <m:e>
                          <m:r>
                            <a:rPr lang="en-GB" sz="4000" b="0" i="1" smtClean="0">
                              <a:solidFill>
                                <a:schemeClr val="bg1"/>
                              </a:solidFill>
                              <a:latin typeface="Cambria Math" panose="02040503050406030204" pitchFamily="18" charset="0"/>
                            </a:rPr>
                            <m:t>3</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−1</m:t>
                          </m:r>
                        </m:e>
                      </m:d>
                      <m:r>
                        <a:rPr lang="en-GB" sz="4000" b="0" i="1" smtClean="0">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5</m:t>
                          </m:r>
                          <m:r>
                            <a:rPr lang="en-GB" sz="4000" i="1">
                              <a:solidFill>
                                <a:schemeClr val="bg1"/>
                              </a:solidFill>
                              <a:latin typeface="Cambria Math" panose="02040503050406030204" pitchFamily="18" charset="0"/>
                            </a:rPr>
                            <m:t> </m:t>
                          </m:r>
                          <m:r>
                            <a:rPr lang="en-GB" sz="400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5</m:t>
                          </m:r>
                        </m:e>
                      </m:d>
                      <m:r>
                        <a:rPr lang="en-GB" sz="4000" i="1">
                          <a:solidFill>
                            <a:schemeClr val="bg1"/>
                          </a:solidFill>
                          <a:latin typeface="Cambria Math" panose="02040503050406030204" pitchFamily="18" charset="0"/>
                          <a:ea typeface="Cambria Math" panose="02040503050406030204" pitchFamily="18" charset="0"/>
                        </a:rPr>
                        <m:t>+</m:t>
                      </m:r>
                      <m:d>
                        <m:dPr>
                          <m:ctrlPr>
                            <a:rPr lang="en-GB" sz="4000" b="0" i="1" smtClean="0">
                              <a:solidFill>
                                <a:schemeClr val="bg1"/>
                              </a:solidFill>
                              <a:latin typeface="Cambria Math" panose="02040503050406030204" pitchFamily="18" charset="0"/>
                              <a:ea typeface="Cambria Math" panose="02040503050406030204" pitchFamily="18" charset="0"/>
                            </a:rPr>
                          </m:ctrlPr>
                        </m:dPr>
                        <m:e>
                          <m:r>
                            <a:rPr lang="en-GB" sz="4000" b="0" i="1" smtClean="0">
                              <a:solidFill>
                                <a:schemeClr val="bg1"/>
                              </a:solidFill>
                              <a:latin typeface="Cambria Math" panose="02040503050406030204" pitchFamily="18" charset="0"/>
                              <a:ea typeface="Cambria Math" panose="02040503050406030204" pitchFamily="18" charset="0"/>
                            </a:rPr>
                            <m:t>−6</m:t>
                          </m:r>
                          <m:r>
                            <a:rPr lang="en-GB" sz="4000" i="1">
                              <a:solidFill>
                                <a:schemeClr val="bg1"/>
                              </a:solidFill>
                              <a:latin typeface="Cambria Math" panose="02040503050406030204" pitchFamily="18" charset="0"/>
                            </a:rPr>
                            <m:t> </m:t>
                          </m:r>
                          <m:r>
                            <a:rPr lang="en-GB" sz="4000" i="1">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 </m:t>
                          </m:r>
                          <m:r>
                            <a:rPr lang="en-GB" sz="4000" b="0" i="1" smtClean="0">
                              <a:solidFill>
                                <a:schemeClr val="bg1"/>
                              </a:solidFill>
                              <a:latin typeface="Cambria Math" panose="02040503050406030204" pitchFamily="18" charset="0"/>
                              <a:ea typeface="Cambria Math" panose="02040503050406030204" pitchFamily="18" charset="0"/>
                            </a:rPr>
                            <m:t>−3</m:t>
                          </m:r>
                        </m:e>
                      </m:d>
                      <m:r>
                        <a:rPr lang="en-GB" sz="4000" b="0" i="1" smtClean="0">
                          <a:solidFill>
                            <a:schemeClr val="bg1"/>
                          </a:solidFill>
                          <a:latin typeface="Cambria Math" panose="02040503050406030204" pitchFamily="18" charset="0"/>
                          <a:ea typeface="Cambria Math" panose="02040503050406030204" pitchFamily="18" charset="0"/>
                        </a:rPr>
                        <m:t>=</m:t>
                      </m:r>
                      <m:r>
                        <a:rPr lang="en-GB" sz="4000" b="0" i="1" smtClean="0">
                          <a:solidFill>
                            <a:schemeClr val="bg1"/>
                          </a:solidFill>
                          <a:latin typeface="Cambria Math" panose="02040503050406030204" pitchFamily="18" charset="0"/>
                          <a:ea typeface="Cambria Math" panose="02040503050406030204" pitchFamily="18" charset="0"/>
                        </a:rPr>
                        <m:t>40</m:t>
                      </m:r>
                    </m:oMath>
                  </m:oMathPara>
                </a14:m>
                <a:endParaRPr lang="en-GB" sz="4000" dirty="0">
                  <a:solidFill>
                    <a:schemeClr val="bg1"/>
                  </a:solidFill>
                </a:endParaRPr>
              </a:p>
            </p:txBody>
          </p:sp>
        </mc:Choice>
        <mc:Fallback>
          <p:sp>
            <p:nvSpPr>
              <p:cNvPr id="8" name="TextBox 7">
                <a:extLst>
                  <a:ext uri="{FF2B5EF4-FFF2-40B4-BE49-F238E27FC236}">
                    <a16:creationId xmlns:a16="http://schemas.microsoft.com/office/drawing/2014/main" id="{A75832B0-FF0C-227C-677C-C25C998043CB}"/>
                  </a:ext>
                </a:extLst>
              </p:cNvPr>
              <p:cNvSpPr txBox="1">
                <a:spLocks noRot="1" noChangeAspect="1" noMove="1" noResize="1" noEditPoints="1" noAdjustHandles="1" noChangeArrowheads="1" noChangeShapeType="1" noTextEdit="1"/>
              </p:cNvSpPr>
              <p:nvPr/>
            </p:nvSpPr>
            <p:spPr>
              <a:xfrm>
                <a:off x="1527755" y="5723854"/>
                <a:ext cx="9136490" cy="615553"/>
              </a:xfrm>
              <a:prstGeom prst="rect">
                <a:avLst/>
              </a:prstGeom>
              <a:blipFill>
                <a:blip r:embed="rId6"/>
                <a:stretch>
                  <a:fillRect t="-8000" b="-34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025A85A2-2716-F5B0-D3AD-78D383F9CF9F}"/>
              </a:ext>
            </a:extLst>
          </p:cNvPr>
          <p:cNvSpPr/>
          <p:nvPr/>
        </p:nvSpPr>
        <p:spPr>
          <a:xfrm>
            <a:off x="2258008" y="2511425"/>
            <a:ext cx="2341984"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747EE1A-A397-D17E-3264-3EB119BEE39F}"/>
              </a:ext>
            </a:extLst>
          </p:cNvPr>
          <p:cNvSpPr/>
          <p:nvPr/>
        </p:nvSpPr>
        <p:spPr>
          <a:xfrm>
            <a:off x="10664245" y="1706693"/>
            <a:ext cx="720814" cy="157853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13487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9B7E5-1EF9-745D-8913-7072C14AF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F7520-8830-A06E-F2BC-76248B22EFED}"/>
              </a:ext>
            </a:extLst>
          </p:cNvPr>
          <p:cNvSpPr>
            <a:spLocks noGrp="1"/>
          </p:cNvSpPr>
          <p:nvPr>
            <p:ph type="title"/>
          </p:nvPr>
        </p:nvSpPr>
        <p:spPr/>
        <p:txBody>
          <a:bodyPr/>
          <a:lstStyle/>
          <a:p>
            <a:r>
              <a:rPr lang="en-US" dirty="0"/>
              <a:t>Transpose of a Matrix</a:t>
            </a:r>
          </a:p>
        </p:txBody>
      </p:sp>
      <p:sp>
        <p:nvSpPr>
          <p:cNvPr id="22" name="Content Placeholder 2">
            <a:extLst>
              <a:ext uri="{FF2B5EF4-FFF2-40B4-BE49-F238E27FC236}">
                <a16:creationId xmlns:a16="http://schemas.microsoft.com/office/drawing/2014/main" id="{3AE2815B-4EAC-8243-DBD1-11C43B758C62}"/>
              </a:ext>
            </a:extLst>
          </p:cNvPr>
          <p:cNvSpPr txBox="1">
            <a:spLocks/>
          </p:cNvSpPr>
          <p:nvPr/>
        </p:nvSpPr>
        <p:spPr>
          <a:xfrm>
            <a:off x="838200" y="2286869"/>
            <a:ext cx="4163008" cy="17159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The transpose of a matrix is done when we replace the rows of a matrix to the columns and columns to the rows.</a:t>
            </a:r>
            <a:endParaRPr lang="en-US"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EB756FE-2072-8E1D-1E08-6F9179813F29}"/>
                  </a:ext>
                </a:extLst>
              </p:cNvPr>
              <p:cNvSpPr txBox="1"/>
              <p:nvPr/>
            </p:nvSpPr>
            <p:spPr>
              <a:xfrm>
                <a:off x="5463072" y="2216254"/>
                <a:ext cx="5985589" cy="229248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m>
                            <m:mPr>
                              <m:mcs>
                                <m:mc>
                                  <m:mcPr>
                                    <m:count m:val="2"/>
                                    <m:mcJc m:val="center"/>
                                  </m:mcPr>
                                </m:mc>
                              </m:mcs>
                              <m:ctrlPr>
                                <a:rPr lang="en-US" sz="400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0</m:t>
                                </m:r>
                              </m:e>
                            </m:mr>
                            <m:mr>
                              <m:e>
                                <m: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a:p>
                <a:endParaRPr lang="en-US" sz="4000" dirty="0">
                  <a:solidFill>
                    <a:schemeClr val="bg1"/>
                  </a:solidFill>
                </a:endParaRPr>
              </a:p>
            </p:txBody>
          </p:sp>
        </mc:Choice>
        <mc:Fallback>
          <p:sp>
            <p:nvSpPr>
              <p:cNvPr id="4" name="TextBox 3">
                <a:extLst>
                  <a:ext uri="{FF2B5EF4-FFF2-40B4-BE49-F238E27FC236}">
                    <a16:creationId xmlns:a16="http://schemas.microsoft.com/office/drawing/2014/main" id="{EEB756FE-2072-8E1D-1E08-6F9179813F29}"/>
                  </a:ext>
                </a:extLst>
              </p:cNvPr>
              <p:cNvSpPr txBox="1">
                <a:spLocks noRot="1" noChangeAspect="1" noMove="1" noResize="1" noEditPoints="1" noAdjustHandles="1" noChangeArrowheads="1" noChangeShapeType="1" noTextEdit="1"/>
              </p:cNvSpPr>
              <p:nvPr/>
            </p:nvSpPr>
            <p:spPr>
              <a:xfrm>
                <a:off x="5463072" y="2216254"/>
                <a:ext cx="5985589" cy="2292487"/>
              </a:xfrm>
              <a:prstGeom prst="rect">
                <a:avLst/>
              </a:prstGeom>
              <a:blipFill>
                <a:blip r:embed="rId2"/>
                <a:stretch>
                  <a:fillRect t="-549"/>
                </a:stretch>
              </a:blipFill>
            </p:spPr>
            <p:txBody>
              <a:bodyPr/>
              <a:lstStyle/>
              <a:p>
                <a:r>
                  <a:rPr lang="en-US">
                    <a:noFill/>
                  </a:rPr>
                  <a:t> </a:t>
                </a:r>
              </a:p>
            </p:txBody>
          </p:sp>
        </mc:Fallback>
      </mc:AlternateContent>
    </p:spTree>
    <p:extLst>
      <p:ext uri="{BB962C8B-B14F-4D97-AF65-F5344CB8AC3E}">
        <p14:creationId xmlns:p14="http://schemas.microsoft.com/office/powerpoint/2010/main" val="10547995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44DAD-18BA-123A-D082-26E9EFE31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1CC5F-71B0-3F2E-1174-A9362A67A9F6}"/>
              </a:ext>
            </a:extLst>
          </p:cNvPr>
          <p:cNvSpPr>
            <a:spLocks noGrp="1"/>
          </p:cNvSpPr>
          <p:nvPr>
            <p:ph type="title"/>
          </p:nvPr>
        </p:nvSpPr>
        <p:spPr/>
        <p:txBody>
          <a:bodyPr/>
          <a:lstStyle/>
          <a:p>
            <a:r>
              <a:rPr lang="en-US" dirty="0"/>
              <a:t>Transpose of a Matrix</a:t>
            </a:r>
          </a:p>
        </p:txBody>
      </p:sp>
      <mc:AlternateContent xmlns:mc="http://schemas.openxmlformats.org/markup-compatibility/2006">
        <mc:Choice xmlns:a14="http://schemas.microsoft.com/office/drawing/2010/main" Requires="a14">
          <p:sp>
            <p:nvSpPr>
              <p:cNvPr id="22" name="Content Placeholder 2">
                <a:extLst>
                  <a:ext uri="{FF2B5EF4-FFF2-40B4-BE49-F238E27FC236}">
                    <a16:creationId xmlns:a16="http://schemas.microsoft.com/office/drawing/2014/main" id="{CAB506EE-269E-74C6-BBB7-BE21E36DA36B}"/>
                  </a:ext>
                </a:extLst>
              </p:cNvPr>
              <p:cNvSpPr txBox="1">
                <a:spLocks/>
              </p:cNvSpPr>
              <p:nvPr/>
            </p:nvSpPr>
            <p:spPr>
              <a:xfrm>
                <a:off x="838200" y="2286869"/>
                <a:ext cx="4163008" cy="22218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dirty="0"/>
                  <a:t>The transpose of a matrix </a:t>
                </a:r>
                <a:r>
                  <a:rPr lang="en-GB" dirty="0"/>
                  <a:t>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 </m:t>
                    </m:r>
                  </m:oMath>
                </a14:m>
                <a:r>
                  <a:rPr lang="en-PH" dirty="0"/>
                  <a:t>is denoted by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𝐴</m:t>
                        </m:r>
                      </m:e>
                      <m:sup>
                        <m:r>
                          <a:rPr lang="en-GB" i="1">
                            <a:latin typeface="Cambria Math" panose="02040503050406030204" pitchFamily="18" charset="0"/>
                          </a:rPr>
                          <m:t>𝑇</m:t>
                        </m:r>
                      </m:sup>
                    </m:sSup>
                  </m:oMath>
                </a14:m>
                <a:r>
                  <a:rPr lang="en-PH" dirty="0"/>
                  <a:t> </a:t>
                </a:r>
                <a:endParaRPr lang="en-US" dirty="0"/>
              </a:p>
            </p:txBody>
          </p:sp>
        </mc:Choice>
        <mc:Fallback>
          <p:sp>
            <p:nvSpPr>
              <p:cNvPr id="22" name="Content Placeholder 2">
                <a:extLst>
                  <a:ext uri="{FF2B5EF4-FFF2-40B4-BE49-F238E27FC236}">
                    <a16:creationId xmlns:a16="http://schemas.microsoft.com/office/drawing/2014/main" id="{CAB506EE-269E-74C6-BBB7-BE21E36DA36B}"/>
                  </a:ext>
                </a:extLst>
              </p:cNvPr>
              <p:cNvSpPr txBox="1">
                <a:spLocks noRot="1" noChangeAspect="1" noMove="1" noResize="1" noEditPoints="1" noAdjustHandles="1" noChangeArrowheads="1" noChangeShapeType="1" noTextEdit="1"/>
              </p:cNvSpPr>
              <p:nvPr/>
            </p:nvSpPr>
            <p:spPr>
              <a:xfrm>
                <a:off x="838200" y="2286869"/>
                <a:ext cx="4163008" cy="2221872"/>
              </a:xfrm>
              <a:prstGeom prst="rect">
                <a:avLst/>
              </a:prstGeom>
              <a:blipFill>
                <a:blip r:embed="rId2"/>
                <a:stretch>
                  <a:fillRect l="-3049" t="-51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252B500-5A69-0910-E446-CFC8564A3B4D}"/>
                  </a:ext>
                </a:extLst>
              </p:cNvPr>
              <p:cNvSpPr txBox="1"/>
              <p:nvPr/>
            </p:nvSpPr>
            <p:spPr>
              <a:xfrm>
                <a:off x="5463072" y="2216254"/>
                <a:ext cx="5985589" cy="22924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m>
                            <m:mPr>
                              <m:mcs>
                                <m:mc>
                                  <m:mcPr>
                                    <m:count m:val="2"/>
                                    <m:mcJc m:val="center"/>
                                  </m:mcPr>
                                </m:mc>
                              </m:mcs>
                              <m:ctrlPr>
                                <a:rPr lang="en-US" sz="400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0</m:t>
                                </m:r>
                              </m:e>
                            </m:mr>
                            <m:mr>
                              <m:e>
                                <m: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a:p>
                <a:endParaRPr lang="en-US" sz="4000" dirty="0">
                  <a:solidFill>
                    <a:schemeClr val="bg1"/>
                  </a:solidFill>
                </a:endParaRPr>
              </a:p>
            </p:txBody>
          </p:sp>
        </mc:Choice>
        <mc:Fallback>
          <p:sp>
            <p:nvSpPr>
              <p:cNvPr id="4" name="TextBox 3">
                <a:extLst>
                  <a:ext uri="{FF2B5EF4-FFF2-40B4-BE49-F238E27FC236}">
                    <a16:creationId xmlns:a16="http://schemas.microsoft.com/office/drawing/2014/main" id="{9252B500-5A69-0910-E446-CFC8564A3B4D}"/>
                  </a:ext>
                </a:extLst>
              </p:cNvPr>
              <p:cNvSpPr txBox="1">
                <a:spLocks noRot="1" noChangeAspect="1" noMove="1" noResize="1" noEditPoints="1" noAdjustHandles="1" noChangeArrowheads="1" noChangeShapeType="1" noTextEdit="1"/>
              </p:cNvSpPr>
              <p:nvPr/>
            </p:nvSpPr>
            <p:spPr>
              <a:xfrm>
                <a:off x="5463072" y="2216254"/>
                <a:ext cx="5985589" cy="2292487"/>
              </a:xfrm>
              <a:prstGeom prst="rect">
                <a:avLst/>
              </a:prstGeom>
              <a:blipFill>
                <a:blip r:embed="rId3"/>
                <a:stretch>
                  <a:fillRect t="-54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0A264E8-C86F-D6A5-8A49-79F17E9DCAB5}"/>
                  </a:ext>
                </a:extLst>
              </p:cNvPr>
              <p:cNvSpPr txBox="1"/>
              <p:nvPr/>
            </p:nvSpPr>
            <p:spPr>
              <a:xfrm>
                <a:off x="5615472" y="4573063"/>
                <a:ext cx="5985589" cy="169110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sz="4000" b="0" i="1" smtClean="0">
                              <a:solidFill>
                                <a:schemeClr val="bg1"/>
                              </a:solidFill>
                              <a:latin typeface="Cambria Math" panose="02040503050406030204" pitchFamily="18" charset="0"/>
                            </a:rPr>
                          </m:ctrlPr>
                        </m:sSupPr>
                        <m:e>
                          <m:r>
                            <a:rPr lang="en-GB" sz="4000" b="0" i="1" smtClean="0">
                              <a:solidFill>
                                <a:schemeClr val="bg1"/>
                              </a:solidFill>
                              <a:latin typeface="Cambria Math" panose="02040503050406030204" pitchFamily="18" charset="0"/>
                            </a:rPr>
                            <m:t>𝐴</m:t>
                          </m:r>
                        </m:e>
                        <m:sup>
                          <m:r>
                            <a:rPr lang="en-GB" sz="4000" b="0" i="1" smtClean="0">
                              <a:solidFill>
                                <a:schemeClr val="bg1"/>
                              </a:solidFill>
                              <a:latin typeface="Cambria Math" panose="02040503050406030204" pitchFamily="18" charset="0"/>
                            </a:rPr>
                            <m:t>𝑇</m:t>
                          </m:r>
                        </m:sup>
                      </m:sSup>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m>
                            <m:mPr>
                              <m:mcs>
                                <m:mc>
                                  <m:mcPr>
                                    <m:count m:val="3"/>
                                    <m:mcJc m:val="center"/>
                                  </m:mcPr>
                                </m:mc>
                              </m:mcs>
                              <m:ctrlPr>
                                <a:rPr lang="en-US" sz="400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7</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0</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a:p>
                <a:endParaRPr lang="en-US" sz="4000" dirty="0">
                  <a:solidFill>
                    <a:schemeClr val="bg1"/>
                  </a:solidFill>
                </a:endParaRPr>
              </a:p>
            </p:txBody>
          </p:sp>
        </mc:Choice>
        <mc:Fallback>
          <p:sp>
            <p:nvSpPr>
              <p:cNvPr id="3" name="TextBox 2">
                <a:extLst>
                  <a:ext uri="{FF2B5EF4-FFF2-40B4-BE49-F238E27FC236}">
                    <a16:creationId xmlns:a16="http://schemas.microsoft.com/office/drawing/2014/main" id="{60A264E8-C86F-D6A5-8A49-79F17E9DCAB5}"/>
                  </a:ext>
                </a:extLst>
              </p:cNvPr>
              <p:cNvSpPr txBox="1">
                <a:spLocks noRot="1" noChangeAspect="1" noMove="1" noResize="1" noEditPoints="1" noAdjustHandles="1" noChangeArrowheads="1" noChangeShapeType="1" noTextEdit="1"/>
              </p:cNvSpPr>
              <p:nvPr/>
            </p:nvSpPr>
            <p:spPr>
              <a:xfrm>
                <a:off x="5615472" y="4573063"/>
                <a:ext cx="5985589" cy="1691104"/>
              </a:xfrm>
              <a:prstGeom prst="rect">
                <a:avLst/>
              </a:prstGeom>
              <a:blipFill>
                <a:blip r:embed="rId4"/>
                <a:stretch>
                  <a:fillRect t="-1493"/>
                </a:stretch>
              </a:blipFill>
            </p:spPr>
            <p:txBody>
              <a:bodyPr/>
              <a:lstStyle/>
              <a:p>
                <a:r>
                  <a:rPr lang="en-US">
                    <a:noFill/>
                  </a:rPr>
                  <a:t> </a:t>
                </a:r>
              </a:p>
            </p:txBody>
          </p:sp>
        </mc:Fallback>
      </mc:AlternateContent>
    </p:spTree>
    <p:extLst>
      <p:ext uri="{BB962C8B-B14F-4D97-AF65-F5344CB8AC3E}">
        <p14:creationId xmlns:p14="http://schemas.microsoft.com/office/powerpoint/2010/main" val="299860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066C-FE7E-D985-C59E-B812D0E19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1087A-2D3B-6A5F-6549-78E0FCB2C28C}"/>
              </a:ext>
            </a:extLst>
          </p:cNvPr>
          <p:cNvSpPr>
            <a:spLocks noGrp="1"/>
          </p:cNvSpPr>
          <p:nvPr>
            <p:ph type="title"/>
          </p:nvPr>
        </p:nvSpPr>
        <p:spPr/>
        <p:txBody>
          <a:bodyPr/>
          <a:lstStyle/>
          <a:p>
            <a:r>
              <a:rPr lang="en-US" dirty="0"/>
              <a:t>Transpose of a Matrix</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A7EDFF9-D1C1-21C9-0435-7EF8D9877605}"/>
                  </a:ext>
                </a:extLst>
              </p:cNvPr>
              <p:cNvSpPr txBox="1"/>
              <p:nvPr/>
            </p:nvSpPr>
            <p:spPr>
              <a:xfrm>
                <a:off x="0" y="2998546"/>
                <a:ext cx="5985589" cy="22924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4000" b="0" i="1" smtClean="0">
                          <a:solidFill>
                            <a:schemeClr val="bg1"/>
                          </a:solidFill>
                          <a:latin typeface="Cambria Math" panose="02040503050406030204" pitchFamily="18" charset="0"/>
                        </a:rPr>
                        <m:t>𝐴</m:t>
                      </m:r>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m>
                            <m:mPr>
                              <m:mcs>
                                <m:mc>
                                  <m:mcPr>
                                    <m:count m:val="2"/>
                                    <m:mcJc m:val="center"/>
                                  </m:mcPr>
                                </m:mc>
                              </m:mcs>
                              <m:ctrlPr>
                                <a:rPr lang="en-US" sz="400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−2</m:t>
                                </m:r>
                              </m:e>
                            </m:mr>
                            <m:mr>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0</m:t>
                                </m:r>
                              </m:e>
                            </m:mr>
                            <m:mr>
                              <m:e>
                                <m:r>
                                  <a:rPr lang="en-GB" sz="4000" b="0" i="1" smtClean="0">
                                    <a:solidFill>
                                      <a:schemeClr val="bg1"/>
                                    </a:solidFill>
                                    <a:latin typeface="Cambria Math" panose="02040503050406030204" pitchFamily="18" charset="0"/>
                                  </a:rPr>
                                  <m:t>7</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a:p>
                <a:endParaRPr lang="en-US" sz="4000" dirty="0">
                  <a:solidFill>
                    <a:schemeClr val="bg1"/>
                  </a:solidFill>
                </a:endParaRPr>
              </a:p>
            </p:txBody>
          </p:sp>
        </mc:Choice>
        <mc:Fallback>
          <p:sp>
            <p:nvSpPr>
              <p:cNvPr id="4" name="TextBox 3">
                <a:extLst>
                  <a:ext uri="{FF2B5EF4-FFF2-40B4-BE49-F238E27FC236}">
                    <a16:creationId xmlns:a16="http://schemas.microsoft.com/office/drawing/2014/main" id="{5A7EDFF9-D1C1-21C9-0435-7EF8D9877605}"/>
                  </a:ext>
                </a:extLst>
              </p:cNvPr>
              <p:cNvSpPr txBox="1">
                <a:spLocks noRot="1" noChangeAspect="1" noMove="1" noResize="1" noEditPoints="1" noAdjustHandles="1" noChangeArrowheads="1" noChangeShapeType="1" noTextEdit="1"/>
              </p:cNvSpPr>
              <p:nvPr/>
            </p:nvSpPr>
            <p:spPr>
              <a:xfrm>
                <a:off x="0" y="2998546"/>
                <a:ext cx="5985589" cy="2292487"/>
              </a:xfrm>
              <a:prstGeom prst="rect">
                <a:avLst/>
              </a:prstGeom>
              <a:blipFill>
                <a:blip r:embed="rId2"/>
                <a:stretch>
                  <a:fillRect t="-5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F5CC1CE-4FE1-D467-86A2-15DCBB6C4B3C}"/>
                  </a:ext>
                </a:extLst>
              </p:cNvPr>
              <p:cNvSpPr txBox="1"/>
              <p:nvPr/>
            </p:nvSpPr>
            <p:spPr>
              <a:xfrm>
                <a:off x="5615472" y="3299238"/>
                <a:ext cx="5985589" cy="169110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sz="4000" b="0" i="1" smtClean="0">
                              <a:solidFill>
                                <a:schemeClr val="bg1"/>
                              </a:solidFill>
                              <a:latin typeface="Cambria Math" panose="02040503050406030204" pitchFamily="18" charset="0"/>
                            </a:rPr>
                          </m:ctrlPr>
                        </m:sSupPr>
                        <m:e>
                          <m:r>
                            <a:rPr lang="en-GB" sz="4000" b="0" i="1" smtClean="0">
                              <a:solidFill>
                                <a:schemeClr val="bg1"/>
                              </a:solidFill>
                              <a:latin typeface="Cambria Math" panose="02040503050406030204" pitchFamily="18" charset="0"/>
                            </a:rPr>
                            <m:t>𝐴</m:t>
                          </m:r>
                        </m:e>
                        <m:sup>
                          <m:r>
                            <a:rPr lang="en-GB" sz="4000" b="0" i="1" smtClean="0">
                              <a:solidFill>
                                <a:schemeClr val="bg1"/>
                              </a:solidFill>
                              <a:latin typeface="Cambria Math" panose="02040503050406030204" pitchFamily="18" charset="0"/>
                            </a:rPr>
                            <m:t>𝑇</m:t>
                          </m:r>
                        </m:sup>
                      </m:sSup>
                      <m:r>
                        <a:rPr lang="en-GB" sz="4000" b="0" i="1" smtClean="0">
                          <a:solidFill>
                            <a:schemeClr val="bg1"/>
                          </a:solidFill>
                          <a:latin typeface="Cambria Math" panose="02040503050406030204" pitchFamily="18" charset="0"/>
                        </a:rPr>
                        <m:t>= </m:t>
                      </m:r>
                      <m:d>
                        <m:dPr>
                          <m:begChr m:val="["/>
                          <m:endChr m:val="]"/>
                          <m:ctrlPr>
                            <a:rPr lang="en-US" sz="4000" i="1" smtClean="0">
                              <a:solidFill>
                                <a:schemeClr val="bg1"/>
                              </a:solidFill>
                              <a:latin typeface="Cambria Math" panose="02040503050406030204" pitchFamily="18" charset="0"/>
                            </a:rPr>
                          </m:ctrlPr>
                        </m:dPr>
                        <m:e>
                          <m:m>
                            <m:mPr>
                              <m:mcs>
                                <m:mc>
                                  <m:mcPr>
                                    <m:count m:val="3"/>
                                    <m:mcJc m:val="center"/>
                                  </m:mcPr>
                                </m:mc>
                              </m:mcs>
                              <m:ctrlPr>
                                <a:rPr lang="en-US" sz="4000" i="1" smtClean="0">
                                  <a:solidFill>
                                    <a:schemeClr val="bg1"/>
                                  </a:solidFill>
                                  <a:latin typeface="Cambria Math" panose="02040503050406030204" pitchFamily="18" charset="0"/>
                                </a:rPr>
                              </m:ctrlPr>
                            </m:mPr>
                            <m:mr>
                              <m:e>
                                <m:r>
                                  <m:rPr>
                                    <m:brk m:alnAt="7"/>
                                  </m:rPr>
                                  <a:rPr lang="en-GB" sz="4000" b="0" i="1" smtClean="0">
                                    <a:solidFill>
                                      <a:schemeClr val="bg1"/>
                                    </a:solidFill>
                                    <a:latin typeface="Cambria Math" panose="02040503050406030204" pitchFamily="18" charset="0"/>
                                  </a:rPr>
                                  <m:t>1</m:t>
                                </m:r>
                              </m:e>
                              <m:e>
                                <m:r>
                                  <a:rPr lang="en-GB" sz="4000" b="0" i="1" smtClean="0">
                                    <a:solidFill>
                                      <a:schemeClr val="bg1"/>
                                    </a:solidFill>
                                    <a:latin typeface="Cambria Math" panose="02040503050406030204" pitchFamily="18" charset="0"/>
                                  </a:rPr>
                                  <m:t>3</m:t>
                                </m:r>
                              </m:e>
                              <m:e>
                                <m:r>
                                  <a:rPr lang="en-GB" sz="4000" b="0" i="1" smtClean="0">
                                    <a:solidFill>
                                      <a:schemeClr val="bg1"/>
                                    </a:solidFill>
                                    <a:latin typeface="Cambria Math" panose="02040503050406030204" pitchFamily="18" charset="0"/>
                                  </a:rPr>
                                  <m:t>7</m:t>
                                </m:r>
                              </m:e>
                            </m:mr>
                            <m:mr>
                              <m:e>
                                <m:r>
                                  <a:rPr lang="en-GB" sz="4000" b="0" i="1" smtClean="0">
                                    <a:solidFill>
                                      <a:schemeClr val="bg1"/>
                                    </a:solidFill>
                                    <a:latin typeface="Cambria Math" panose="02040503050406030204" pitchFamily="18" charset="0"/>
                                  </a:rPr>
                                  <m:t>−2</m:t>
                                </m:r>
                              </m:e>
                              <m:e>
                                <m:r>
                                  <a:rPr lang="en-GB" sz="4000" b="0" i="1" smtClean="0">
                                    <a:solidFill>
                                      <a:schemeClr val="bg1"/>
                                    </a:solidFill>
                                    <a:latin typeface="Cambria Math" panose="02040503050406030204" pitchFamily="18" charset="0"/>
                                  </a:rPr>
                                  <m:t>0</m:t>
                                </m:r>
                              </m:e>
                              <m:e>
                                <m:r>
                                  <a:rPr lang="en-GB" sz="4000" b="0" i="1" smtClean="0">
                                    <a:solidFill>
                                      <a:schemeClr val="bg1"/>
                                    </a:solidFill>
                                    <a:latin typeface="Cambria Math" panose="02040503050406030204" pitchFamily="18" charset="0"/>
                                  </a:rPr>
                                  <m:t>5</m:t>
                                </m:r>
                              </m:e>
                            </m:mr>
                          </m:m>
                        </m:e>
                      </m:d>
                    </m:oMath>
                  </m:oMathPara>
                </a14:m>
                <a:endParaRPr lang="en-GB" sz="4000" dirty="0">
                  <a:solidFill>
                    <a:schemeClr val="bg1"/>
                  </a:solidFill>
                </a:endParaRPr>
              </a:p>
              <a:p>
                <a:endParaRPr lang="en-US" sz="4000" dirty="0">
                  <a:solidFill>
                    <a:schemeClr val="bg1"/>
                  </a:solidFill>
                </a:endParaRPr>
              </a:p>
            </p:txBody>
          </p:sp>
        </mc:Choice>
        <mc:Fallback>
          <p:sp>
            <p:nvSpPr>
              <p:cNvPr id="3" name="TextBox 2">
                <a:extLst>
                  <a:ext uri="{FF2B5EF4-FFF2-40B4-BE49-F238E27FC236}">
                    <a16:creationId xmlns:a16="http://schemas.microsoft.com/office/drawing/2014/main" id="{5F5CC1CE-4FE1-D467-86A2-15DCBB6C4B3C}"/>
                  </a:ext>
                </a:extLst>
              </p:cNvPr>
              <p:cNvSpPr txBox="1">
                <a:spLocks noRot="1" noChangeAspect="1" noMove="1" noResize="1" noEditPoints="1" noAdjustHandles="1" noChangeArrowheads="1" noChangeShapeType="1" noTextEdit="1"/>
              </p:cNvSpPr>
              <p:nvPr/>
            </p:nvSpPr>
            <p:spPr>
              <a:xfrm>
                <a:off x="5615472" y="3299238"/>
                <a:ext cx="5985589" cy="1691104"/>
              </a:xfrm>
              <a:prstGeom prst="rect">
                <a:avLst/>
              </a:prstGeom>
              <a:blipFill>
                <a:blip r:embed="rId3"/>
                <a:stretch>
                  <a:fillRect t="-7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87F4D09-5A0A-C70A-FF6C-7BEDFF8A3231}"/>
                  </a:ext>
                </a:extLst>
              </p:cNvPr>
              <p:cNvSpPr txBox="1"/>
              <p:nvPr/>
            </p:nvSpPr>
            <p:spPr>
              <a:xfrm>
                <a:off x="2170096" y="5169857"/>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3</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2</m:t>
                      </m:r>
                    </m:oMath>
                  </m:oMathPara>
                </a14:m>
                <a:endParaRPr lang="en-US" sz="5000" dirty="0">
                  <a:solidFill>
                    <a:schemeClr val="bg1"/>
                  </a:solidFill>
                </a:endParaRPr>
              </a:p>
            </p:txBody>
          </p:sp>
        </mc:Choice>
        <mc:Fallback>
          <p:sp>
            <p:nvSpPr>
              <p:cNvPr id="5" name="TextBox 4">
                <a:extLst>
                  <a:ext uri="{FF2B5EF4-FFF2-40B4-BE49-F238E27FC236}">
                    <a16:creationId xmlns:a16="http://schemas.microsoft.com/office/drawing/2014/main" id="{987F4D09-5A0A-C70A-FF6C-7BEDFF8A3231}"/>
                  </a:ext>
                </a:extLst>
              </p:cNvPr>
              <p:cNvSpPr txBox="1">
                <a:spLocks noRot="1" noChangeAspect="1" noMove="1" noResize="1" noEditPoints="1" noAdjustHandles="1" noChangeArrowheads="1" noChangeShapeType="1" noTextEdit="1"/>
              </p:cNvSpPr>
              <p:nvPr/>
            </p:nvSpPr>
            <p:spPr>
              <a:xfrm>
                <a:off x="2170096" y="5169857"/>
                <a:ext cx="2297663" cy="861774"/>
              </a:xfrm>
              <a:prstGeom prst="rect">
                <a:avLst/>
              </a:prstGeom>
              <a:blipFill>
                <a:blip r:embed="rId4"/>
                <a:stretch>
                  <a:fillRect b="-22222"/>
                </a:stretch>
              </a:blipFill>
              <a:ln w="38100">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6EC4F56-7CF6-C50B-B428-21FD83A2EB5B}"/>
                  </a:ext>
                </a:extLst>
              </p:cNvPr>
              <p:cNvSpPr txBox="1"/>
              <p:nvPr/>
            </p:nvSpPr>
            <p:spPr>
              <a:xfrm>
                <a:off x="8155685" y="5169857"/>
                <a:ext cx="2297663" cy="861774"/>
              </a:xfrm>
              <a:prstGeom prst="rect">
                <a:avLst/>
              </a:prstGeom>
              <a:noFill/>
              <a:ln w="381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PH" sz="5000" i="1" dirty="0" smtClean="0">
                          <a:solidFill>
                            <a:schemeClr val="bg1"/>
                          </a:solidFill>
                          <a:latin typeface="Cambria Math" panose="02040503050406030204" pitchFamily="18" charset="0"/>
                        </a:rPr>
                        <m:t>2</m:t>
                      </m:r>
                      <m:r>
                        <a:rPr lang="en-PH" sz="5000" i="1" dirty="0" smtClean="0">
                          <a:solidFill>
                            <a:schemeClr val="bg1"/>
                          </a:solidFill>
                          <a:latin typeface="Cambria Math" panose="02040503050406030204" pitchFamily="18" charset="0"/>
                        </a:rPr>
                        <m:t> </m:t>
                      </m:r>
                      <m:r>
                        <a:rPr lang="en-PH" sz="5000" i="1" dirty="0" smtClean="0">
                          <a:solidFill>
                            <a:schemeClr val="bg1"/>
                          </a:solidFill>
                          <a:latin typeface="Cambria Math" panose="02040503050406030204" pitchFamily="18" charset="0"/>
                          <a:ea typeface="Cambria Math" panose="02040503050406030204" pitchFamily="18" charset="0"/>
                        </a:rPr>
                        <m:t>×</m:t>
                      </m:r>
                      <m:r>
                        <a:rPr lang="en-PH" sz="5000" i="1" dirty="0" smtClean="0">
                          <a:solidFill>
                            <a:schemeClr val="bg1"/>
                          </a:solidFill>
                          <a:latin typeface="Cambria Math" panose="02040503050406030204" pitchFamily="18" charset="0"/>
                        </a:rPr>
                        <m:t> </m:t>
                      </m:r>
                      <m:r>
                        <a:rPr lang="en-GB" sz="5000" b="0" i="1" dirty="0" smtClean="0">
                          <a:solidFill>
                            <a:schemeClr val="bg1"/>
                          </a:solidFill>
                          <a:latin typeface="Cambria Math" panose="02040503050406030204" pitchFamily="18" charset="0"/>
                        </a:rPr>
                        <m:t>3</m:t>
                      </m:r>
                    </m:oMath>
                  </m:oMathPara>
                </a14:m>
                <a:endParaRPr lang="en-US" sz="5000" dirty="0">
                  <a:solidFill>
                    <a:schemeClr val="bg1"/>
                  </a:solidFill>
                </a:endParaRPr>
              </a:p>
            </p:txBody>
          </p:sp>
        </mc:Choice>
        <mc:Fallback>
          <p:sp>
            <p:nvSpPr>
              <p:cNvPr id="6" name="TextBox 5">
                <a:extLst>
                  <a:ext uri="{FF2B5EF4-FFF2-40B4-BE49-F238E27FC236}">
                    <a16:creationId xmlns:a16="http://schemas.microsoft.com/office/drawing/2014/main" id="{C6EC4F56-7CF6-C50B-B428-21FD83A2EB5B}"/>
                  </a:ext>
                </a:extLst>
              </p:cNvPr>
              <p:cNvSpPr txBox="1">
                <a:spLocks noRot="1" noChangeAspect="1" noMove="1" noResize="1" noEditPoints="1" noAdjustHandles="1" noChangeArrowheads="1" noChangeShapeType="1" noTextEdit="1"/>
              </p:cNvSpPr>
              <p:nvPr/>
            </p:nvSpPr>
            <p:spPr>
              <a:xfrm>
                <a:off x="8155685" y="5169857"/>
                <a:ext cx="2297663" cy="861774"/>
              </a:xfrm>
              <a:prstGeom prst="rect">
                <a:avLst/>
              </a:prstGeom>
              <a:blipFill>
                <a:blip r:embed="rId5"/>
                <a:stretch>
                  <a:fillRect b="-22222"/>
                </a:stretch>
              </a:blipFill>
              <a:ln w="38100">
                <a:solidFill>
                  <a:srgbClr val="FF0000"/>
                </a:solidFill>
              </a:ln>
            </p:spPr>
            <p:txBody>
              <a:bodyPr/>
              <a:lstStyle/>
              <a:p>
                <a:r>
                  <a:rPr lang="en-US">
                    <a:noFill/>
                  </a:rPr>
                  <a:t> </a:t>
                </a:r>
              </a:p>
            </p:txBody>
          </p:sp>
        </mc:Fallback>
      </mc:AlternateContent>
      <p:sp>
        <p:nvSpPr>
          <p:cNvPr id="7" name="Rectangle 6">
            <a:extLst>
              <a:ext uri="{FF2B5EF4-FFF2-40B4-BE49-F238E27FC236}">
                <a16:creationId xmlns:a16="http://schemas.microsoft.com/office/drawing/2014/main" id="{EFF78975-B89B-C4E7-5D55-A3975B1DEC90}"/>
              </a:ext>
            </a:extLst>
          </p:cNvPr>
          <p:cNvSpPr/>
          <p:nvPr/>
        </p:nvSpPr>
        <p:spPr>
          <a:xfrm>
            <a:off x="2771192" y="3011296"/>
            <a:ext cx="1548881" cy="487158"/>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BF9FD18-B290-B8B6-4E3D-69B9F74DCA1C}"/>
              </a:ext>
            </a:extLst>
          </p:cNvPr>
          <p:cNvSpPr/>
          <p:nvPr/>
        </p:nvSpPr>
        <p:spPr>
          <a:xfrm>
            <a:off x="8155685" y="3299238"/>
            <a:ext cx="811033" cy="1095480"/>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24BA0EB-A499-8209-D55F-1DEAE736D8B3}"/>
              </a:ext>
            </a:extLst>
          </p:cNvPr>
          <p:cNvSpPr/>
          <p:nvPr/>
        </p:nvSpPr>
        <p:spPr>
          <a:xfrm>
            <a:off x="2771192" y="3579756"/>
            <a:ext cx="1548881" cy="48715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4F81005-8AFE-FCF4-C0C0-8F30E4317529}"/>
              </a:ext>
            </a:extLst>
          </p:cNvPr>
          <p:cNvSpPr/>
          <p:nvPr/>
        </p:nvSpPr>
        <p:spPr>
          <a:xfrm>
            <a:off x="9067340" y="3299238"/>
            <a:ext cx="811033" cy="1095480"/>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D1DCCF7-F22F-40A9-5FDC-6A0816C733E4}"/>
              </a:ext>
            </a:extLst>
          </p:cNvPr>
          <p:cNvSpPr/>
          <p:nvPr/>
        </p:nvSpPr>
        <p:spPr>
          <a:xfrm>
            <a:off x="2771191" y="4185680"/>
            <a:ext cx="1548881" cy="48715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D13674F-BBB2-60EC-2217-E958A5218857}"/>
              </a:ext>
            </a:extLst>
          </p:cNvPr>
          <p:cNvSpPr/>
          <p:nvPr/>
        </p:nvSpPr>
        <p:spPr>
          <a:xfrm>
            <a:off x="10004241" y="3299238"/>
            <a:ext cx="449107" cy="109548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5058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4536</TotalTime>
  <Words>1039</Words>
  <Application>Microsoft Macintosh PowerPoint</Application>
  <PresentationFormat>Widescreen</PresentationFormat>
  <Paragraphs>223</Paragraphs>
  <Slides>43</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Cambria Math</vt:lpstr>
      <vt:lpstr>Wingdings</vt:lpstr>
      <vt:lpstr>Office Theme</vt:lpstr>
      <vt:lpstr>Matrices</vt:lpstr>
      <vt:lpstr>PowerPoint Presentation</vt:lpstr>
      <vt:lpstr>What are matrices?</vt:lpstr>
      <vt:lpstr>What are matrices?</vt:lpstr>
      <vt:lpstr>Notation of Matrices</vt:lpstr>
      <vt:lpstr>Notation of Matrices</vt:lpstr>
      <vt:lpstr>Notation of Matrices</vt:lpstr>
      <vt:lpstr>Notation of Matrices</vt:lpstr>
      <vt:lpstr>Order of a Matrix</vt:lpstr>
      <vt:lpstr>Order of a Matrix</vt:lpstr>
      <vt:lpstr>Order of a Matrix</vt:lpstr>
      <vt:lpstr>Order of a Matrix</vt:lpstr>
      <vt:lpstr>Adding Matrices</vt:lpstr>
      <vt:lpstr>Adding Matrices</vt:lpstr>
      <vt:lpstr>Adding Matrices</vt:lpstr>
      <vt:lpstr>Subtracting Matrices</vt:lpstr>
      <vt:lpstr>Subtracting Matrices</vt:lpstr>
      <vt:lpstr>Subtracting Matrices</vt:lpstr>
      <vt:lpstr>Scalar Multiplication</vt:lpstr>
      <vt:lpstr>Scalar Multiplication</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Multiplying Matrices</vt:lpstr>
      <vt:lpstr>Transpose of a Matrix</vt:lpstr>
      <vt:lpstr>Transpose of a Matrix</vt:lpstr>
      <vt:lpstr>Transpose of a Matrix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Palenzuela, Ronnel</dc:creator>
  <cp:lastModifiedBy>Elizer Jr. D. Ponio</cp:lastModifiedBy>
  <cp:revision>820</cp:revision>
  <dcterms:created xsi:type="dcterms:W3CDTF">2024-08-08T01:29:50Z</dcterms:created>
  <dcterms:modified xsi:type="dcterms:W3CDTF">2026-01-07T10:06:08Z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2024-08-08T02:28:55Z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6e000025-dfc4-466b-8a1a-3abd180e870b</vt:lpwstr>
  </property>
  <property fmtid="{D5CDD505-2E9C-101B-9397-08002B2CF9AE}" pid="8" name="MSIP_Label_8a813f4b-519a-4481-a498-85770f517757_ContentBits">
    <vt:lpwstr>0</vt:lpwstr>
  </property>
</Properties>
</file>