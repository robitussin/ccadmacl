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7" r:id="rId2"/>
    <p:sldId id="633" r:id="rId3"/>
    <p:sldId id="635" r:id="rId4"/>
    <p:sldId id="636" r:id="rId5"/>
    <p:sldId id="637" r:id="rId6"/>
    <p:sldId id="638" r:id="rId7"/>
    <p:sldId id="641" r:id="rId8"/>
    <p:sldId id="639" r:id="rId9"/>
    <p:sldId id="640" r:id="rId10"/>
    <p:sldId id="650" r:id="rId11"/>
    <p:sldId id="649" r:id="rId12"/>
    <p:sldId id="651" r:id="rId13"/>
    <p:sldId id="652" r:id="rId14"/>
    <p:sldId id="653" r:id="rId15"/>
    <p:sldId id="654" r:id="rId16"/>
    <p:sldId id="645" r:id="rId17"/>
    <p:sldId id="644" r:id="rId18"/>
    <p:sldId id="655" r:id="rId19"/>
    <p:sldId id="656" r:id="rId20"/>
    <p:sldId id="657" r:id="rId21"/>
    <p:sldId id="658" r:id="rId22"/>
    <p:sldId id="663" r:id="rId23"/>
    <p:sldId id="659" r:id="rId24"/>
    <p:sldId id="660" r:id="rId25"/>
    <p:sldId id="661" r:id="rId26"/>
    <p:sldId id="662" r:id="rId27"/>
    <p:sldId id="646" r:id="rId28"/>
    <p:sldId id="647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0FF"/>
    <a:srgbClr val="CBD947"/>
    <a:srgbClr val="3241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FF8E01-DE24-0F4F-A559-943D670B7764}" v="50" dt="2024-08-14T17:48:44.4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66"/>
    <p:restoredTop sz="94422"/>
  </p:normalViewPr>
  <p:slideViewPr>
    <p:cSldViewPr snapToGrid="0">
      <p:cViewPr varScale="1">
        <p:scale>
          <a:sx n="121" d="100"/>
          <a:sy n="121" d="100"/>
        </p:scale>
        <p:origin x="14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nnel D. Palenzuela" userId="27216d6f-a712-48da-bcb2-613e4bc945ac" providerId="ADAL" clId="{16736750-74B4-184C-AACF-97E7E4B9FAA6}"/>
    <pc:docChg chg="undo custSel addSld delSld modSld sldOrd modMainMaster">
      <pc:chgData name="Ronnel D. Palenzuela" userId="27216d6f-a712-48da-bcb2-613e4bc945ac" providerId="ADAL" clId="{16736750-74B4-184C-AACF-97E7E4B9FAA6}" dt="2024-08-13T03:37:12.131" v="3508" actId="207"/>
      <pc:docMkLst>
        <pc:docMk/>
      </pc:docMkLst>
      <pc:sldChg chg="modSp mod">
        <pc:chgData name="Ronnel D. Palenzuela" userId="27216d6f-a712-48da-bcb2-613e4bc945ac" providerId="ADAL" clId="{16736750-74B4-184C-AACF-97E7E4B9FAA6}" dt="2024-08-11T23:14:10.328" v="2625" actId="20577"/>
        <pc:sldMkLst>
          <pc:docMk/>
          <pc:sldMk cId="3455369248" sldId="257"/>
        </pc:sldMkLst>
        <pc:spChg chg="mod">
          <ac:chgData name="Ronnel D. Palenzuela" userId="27216d6f-a712-48da-bcb2-613e4bc945ac" providerId="ADAL" clId="{16736750-74B4-184C-AACF-97E7E4B9FAA6}" dt="2024-08-11T23:14:10.328" v="2625" actId="20577"/>
          <ac:spMkLst>
            <pc:docMk/>
            <pc:sldMk cId="3455369248" sldId="257"/>
            <ac:spMk id="3" creationId="{55CA8846-F5F9-9E2F-7E86-4EDFA1AEFED2}"/>
          </ac:spMkLst>
        </pc:spChg>
      </pc:sldChg>
      <pc:sldChg chg="addSp delSp modSp del mod setBg modNotesTx">
        <pc:chgData name="Ronnel D. Palenzuela" userId="27216d6f-a712-48da-bcb2-613e4bc945ac" providerId="ADAL" clId="{16736750-74B4-184C-AACF-97E7E4B9FAA6}" dt="2024-08-11T06:16:40.205" v="363" actId="2696"/>
        <pc:sldMkLst>
          <pc:docMk/>
          <pc:sldMk cId="218736974" sldId="258"/>
        </pc:sldMkLst>
        <pc:spChg chg="mod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16:25.529" v="353" actId="21"/>
          <ac:spMkLst>
            <pc:docMk/>
            <pc:sldMk cId="218736974" sldId="258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9" creationId="{04812C46-200A-4DEB-A05E-3ED6C68C2387}"/>
          </ac:spMkLst>
        </pc:spChg>
        <pc:spChg chg="add del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11" creationId="{D1EA859B-E555-4109-94F3-6700E046E008}"/>
          </ac:spMkLst>
        </pc:spChg>
        <pc:picChg chg="add del mod ord">
          <ac:chgData name="Ronnel D. Palenzuela" userId="27216d6f-a712-48da-bcb2-613e4bc945ac" providerId="ADAL" clId="{16736750-74B4-184C-AACF-97E7E4B9FAA6}" dt="2024-08-11T06:16:38.323" v="362" actId="21"/>
          <ac:picMkLst>
            <pc:docMk/>
            <pc:sldMk cId="218736974" sldId="258"/>
            <ac:picMk id="4" creationId="{98D0E626-B0C1-BC0F-8BBE-013B7E7B3AA6}"/>
          </ac:picMkLst>
        </pc:picChg>
      </pc:sldChg>
      <pc:sldChg chg="addSp delSp modSp mod modNotesTx">
        <pc:chgData name="Ronnel D. Palenzuela" userId="27216d6f-a712-48da-bcb2-613e4bc945ac" providerId="ADAL" clId="{16736750-74B4-184C-AACF-97E7E4B9FAA6}" dt="2024-08-11T12:37:53.539" v="2618" actId="20577"/>
        <pc:sldMkLst>
          <pc:docMk/>
          <pc:sldMk cId="3256538018" sldId="259"/>
        </pc:sldMkLst>
        <pc:spChg chg="mod">
          <ac:chgData name="Ronnel D. Palenzuela" userId="27216d6f-a712-48da-bcb2-613e4bc945ac" providerId="ADAL" clId="{16736750-74B4-184C-AACF-97E7E4B9FAA6}" dt="2024-08-11T06:18:47.941" v="388" actId="14100"/>
          <ac:spMkLst>
            <pc:docMk/>
            <pc:sldMk cId="3256538018" sldId="25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37:53.539" v="2618" actId="20577"/>
          <ac:spMkLst>
            <pc:docMk/>
            <pc:sldMk cId="3256538018" sldId="259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6:21:54.031" v="403" actId="1076"/>
          <ac:picMkLst>
            <pc:docMk/>
            <pc:sldMk cId="3256538018" sldId="259"/>
            <ac:picMk id="4" creationId="{E700435F-1E7A-3EEC-4AA8-86923D600596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5" creationId="{D3CE80CF-7820-04DC-00A6-061A45338617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6" creationId="{105319CD-EE8D-3939-D407-76A3761FCAFE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7" creationId="{763F4613-1B0F-8B43-1A32-113F3480FFDD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8" creationId="{3F65A7A7-479E-10AB-F526-C7D8854988BE}"/>
          </ac:picMkLst>
        </pc:picChg>
        <pc:picChg chg="add mod">
          <ac:chgData name="Ronnel D. Palenzuela" userId="27216d6f-a712-48da-bcb2-613e4bc945ac" providerId="ADAL" clId="{16736750-74B4-184C-AACF-97E7E4B9FAA6}" dt="2024-08-11T06:21:54.464" v="404" actId="1076"/>
          <ac:picMkLst>
            <pc:docMk/>
            <pc:sldMk cId="3256538018" sldId="259"/>
            <ac:picMk id="9" creationId="{5039F99A-C68C-0B5B-1A0E-5505DF7E762C}"/>
          </ac:picMkLst>
        </pc:picChg>
      </pc:sldChg>
      <pc:sldChg chg="del modNotesTx">
        <pc:chgData name="Ronnel D. Palenzuela" userId="27216d6f-a712-48da-bcb2-613e4bc945ac" providerId="ADAL" clId="{16736750-74B4-184C-AACF-97E7E4B9FAA6}" dt="2024-08-11T06:22:16.116" v="405" actId="2696"/>
        <pc:sldMkLst>
          <pc:docMk/>
          <pc:sldMk cId="606913761" sldId="260"/>
        </pc:sldMkLst>
      </pc:sldChg>
      <pc:sldChg chg="del">
        <pc:chgData name="Ronnel D. Palenzuela" userId="27216d6f-a712-48da-bcb2-613e4bc945ac" providerId="ADAL" clId="{16736750-74B4-184C-AACF-97E7E4B9FAA6}" dt="2024-08-11T06:22:16.124" v="406" actId="2696"/>
        <pc:sldMkLst>
          <pc:docMk/>
          <pc:sldMk cId="285302475" sldId="261"/>
        </pc:sldMkLst>
      </pc:sldChg>
      <pc:sldChg chg="del modNotesTx">
        <pc:chgData name="Ronnel D. Palenzuela" userId="27216d6f-a712-48da-bcb2-613e4bc945ac" providerId="ADAL" clId="{16736750-74B4-184C-AACF-97E7E4B9FAA6}" dt="2024-08-11T09:23:38.794" v="1383" actId="2696"/>
        <pc:sldMkLst>
          <pc:docMk/>
          <pc:sldMk cId="1633078811" sldId="262"/>
        </pc:sldMkLst>
      </pc:sldChg>
      <pc:sldChg chg="addSp delSp modSp mod ord setBg modNotesTx">
        <pc:chgData name="Ronnel D. Palenzuela" userId="27216d6f-a712-48da-bcb2-613e4bc945ac" providerId="ADAL" clId="{16736750-74B4-184C-AACF-97E7E4B9FAA6}" dt="2024-08-11T07:26:40.554" v="869" actId="20577"/>
        <pc:sldMkLst>
          <pc:docMk/>
          <pc:sldMk cId="3611571112" sldId="263"/>
        </pc:sldMkLst>
        <pc:spChg chg="mod">
          <ac:chgData name="Ronnel D. Palenzuela" userId="27216d6f-a712-48da-bcb2-613e4bc945ac" providerId="ADAL" clId="{16736750-74B4-184C-AACF-97E7E4B9FAA6}" dt="2024-08-11T07:26:40.554" v="869" actId="20577"/>
          <ac:spMkLst>
            <pc:docMk/>
            <pc:sldMk cId="3611571112" sldId="263"/>
            <ac:spMk id="2" creationId="{4B9DC0FD-E73C-26A6-891F-61B461076958}"/>
          </ac:spMkLst>
        </pc:spChg>
        <pc:spChg chg="del mod">
          <ac:chgData name="Ronnel D. Palenzuela" userId="27216d6f-a712-48da-bcb2-613e4bc945ac" providerId="ADAL" clId="{16736750-74B4-184C-AACF-97E7E4B9FAA6}" dt="2024-08-11T05:58:13.516" v="174" actId="478"/>
          <ac:spMkLst>
            <pc:docMk/>
            <pc:sldMk cId="3611571112" sldId="263"/>
            <ac:spMk id="3" creationId="{55CA8846-F5F9-9E2F-7E86-4EDFA1AEFED2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9" creationId="{0DBF1ABE-8590-450D-BB49-BDDCCF3EEA9E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1" creationId="{18D32C3D-8F76-4E99-BE56-0836CC38CC84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3" creationId="{70766076-46F5-42D5-A773-2B3BEF2B8B74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5" creationId="{CB7B90D9-1EC2-4A12-B24A-342C1BCA2FA1}"/>
          </ac:spMkLst>
        </pc:spChg>
        <pc:picChg chg="add del mod">
          <ac:chgData name="Ronnel D. Palenzuela" userId="27216d6f-a712-48da-bcb2-613e4bc945ac" providerId="ADAL" clId="{16736750-74B4-184C-AACF-97E7E4B9FAA6}" dt="2024-08-11T06:09:13.684" v="283" actId="478"/>
          <ac:picMkLst>
            <pc:docMk/>
            <pc:sldMk cId="3611571112" sldId="263"/>
            <ac:picMk id="4" creationId="{C459ACEE-C018-E6AA-F0E7-E4078174E3AF}"/>
          </ac:picMkLst>
        </pc:picChg>
      </pc:sldChg>
      <pc:sldChg chg="modSp mod">
        <pc:chgData name="Ronnel D. Palenzuela" userId="27216d6f-a712-48da-bcb2-613e4bc945ac" providerId="ADAL" clId="{16736750-74B4-184C-AACF-97E7E4B9FAA6}" dt="2024-08-11T05:45:49.289" v="62" actId="207"/>
        <pc:sldMkLst>
          <pc:docMk/>
          <pc:sldMk cId="261940385" sldId="264"/>
        </pc:sldMkLst>
        <pc:spChg chg="mod">
          <ac:chgData name="Ronnel D. Palenzuela" userId="27216d6f-a712-48da-bcb2-613e4bc945ac" providerId="ADAL" clId="{16736750-74B4-184C-AACF-97E7E4B9FAA6}" dt="2024-08-11T05:45:49.289" v="62" actId="207"/>
          <ac:spMkLst>
            <pc:docMk/>
            <pc:sldMk cId="261940385" sldId="264"/>
            <ac:spMk id="3" creationId="{A8B75234-3FB1-B597-DF46-CD5827D3C5AF}"/>
          </ac:spMkLst>
        </pc:spChg>
      </pc:sldChg>
      <pc:sldChg chg="addSp delSp modSp add mod modNotesTx">
        <pc:chgData name="Ronnel D. Palenzuela" userId="27216d6f-a712-48da-bcb2-613e4bc945ac" providerId="ADAL" clId="{16736750-74B4-184C-AACF-97E7E4B9FAA6}" dt="2024-08-11T06:53:23.498" v="651" actId="20577"/>
        <pc:sldMkLst>
          <pc:docMk/>
          <pc:sldMk cId="538568147" sldId="265"/>
        </pc:sldMkLst>
        <pc:spChg chg="mod">
          <ac:chgData name="Ronnel D. Palenzuela" userId="27216d6f-a712-48da-bcb2-613e4bc945ac" providerId="ADAL" clId="{16736750-74B4-184C-AACF-97E7E4B9FAA6}" dt="2024-08-11T06:24:33.995" v="426" actId="20577"/>
          <ac:spMkLst>
            <pc:docMk/>
            <pc:sldMk cId="538568147" sldId="26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53:05.724" v="648" actId="207"/>
          <ac:spMkLst>
            <pc:docMk/>
            <pc:sldMk cId="538568147" sldId="265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736750-74B4-184C-AACF-97E7E4B9FAA6}" dt="2024-08-11T06:53:08.656" v="650" actId="478"/>
          <ac:spMkLst>
            <pc:docMk/>
            <pc:sldMk cId="538568147" sldId="265"/>
            <ac:spMk id="11" creationId="{2E179526-39F5-A7F9-BE56-7FA6A5CD0F1A}"/>
          </ac:spMkLst>
        </pc:spChg>
        <pc:picChg chg="del">
          <ac:chgData name="Ronnel D. Palenzuela" userId="27216d6f-a712-48da-bcb2-613e4bc945ac" providerId="ADAL" clId="{16736750-74B4-184C-AACF-97E7E4B9FAA6}" dt="2024-08-11T06:28:11.603" v="470" actId="478"/>
          <ac:picMkLst>
            <pc:docMk/>
            <pc:sldMk cId="538568147" sldId="265"/>
            <ac:picMk id="4" creationId="{E700435F-1E7A-3EEC-4AA8-86923D600596}"/>
          </ac:picMkLst>
        </pc:picChg>
        <pc:picChg chg="add del mod">
          <ac:chgData name="Ronnel D. Palenzuela" userId="27216d6f-a712-48da-bcb2-613e4bc945ac" providerId="ADAL" clId="{16736750-74B4-184C-AACF-97E7E4B9FAA6}" dt="2024-08-11T06:29:57.039" v="479" actId="478"/>
          <ac:picMkLst>
            <pc:docMk/>
            <pc:sldMk cId="538568147" sldId="265"/>
            <ac:picMk id="5" creationId="{6120C7BE-6D16-542F-8D12-5F374110B259}"/>
          </ac:picMkLst>
        </pc:picChg>
        <pc:picChg chg="add mod">
          <ac:chgData name="Ronnel D. Palenzuela" userId="27216d6f-a712-48da-bcb2-613e4bc945ac" providerId="ADAL" clId="{16736750-74B4-184C-AACF-97E7E4B9FAA6}" dt="2024-08-11T06:37:15.786" v="541" actId="1076"/>
          <ac:picMkLst>
            <pc:docMk/>
            <pc:sldMk cId="538568147" sldId="265"/>
            <ac:picMk id="6" creationId="{E6F66661-8045-D9A5-7A22-9C32CFDC9130}"/>
          </ac:picMkLst>
        </pc:picChg>
        <pc:picChg chg="add mod">
          <ac:chgData name="Ronnel D. Palenzuela" userId="27216d6f-a712-48da-bcb2-613e4bc945ac" providerId="ADAL" clId="{16736750-74B4-184C-AACF-97E7E4B9FAA6}" dt="2024-08-11T06:38:05.418" v="564" actId="1076"/>
          <ac:picMkLst>
            <pc:docMk/>
            <pc:sldMk cId="538568147" sldId="265"/>
            <ac:picMk id="7" creationId="{034B6557-36A5-121F-76C7-3EA4B37D7CFA}"/>
          </ac:picMkLst>
        </pc:picChg>
        <pc:picChg chg="add mod">
          <ac:chgData name="Ronnel D. Palenzuela" userId="27216d6f-a712-48da-bcb2-613e4bc945ac" providerId="ADAL" clId="{16736750-74B4-184C-AACF-97E7E4B9FAA6}" dt="2024-08-11T06:38:07.200" v="565" actId="1076"/>
          <ac:picMkLst>
            <pc:docMk/>
            <pc:sldMk cId="538568147" sldId="265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736750-74B4-184C-AACF-97E7E4B9FAA6}" dt="2024-08-11T06:28:10.344" v="469" actId="478"/>
          <ac:picMkLst>
            <pc:docMk/>
            <pc:sldMk cId="538568147" sldId="265"/>
            <ac:picMk id="9" creationId="{5039F99A-C68C-0B5B-1A0E-5505DF7E762C}"/>
          </ac:picMkLst>
        </pc:picChg>
        <pc:picChg chg="add mod">
          <ac:chgData name="Ronnel D. Palenzuela" userId="27216d6f-a712-48da-bcb2-613e4bc945ac" providerId="ADAL" clId="{16736750-74B4-184C-AACF-97E7E4B9FAA6}" dt="2024-08-11T06:38:14.300" v="567" actId="1076"/>
          <ac:picMkLst>
            <pc:docMk/>
            <pc:sldMk cId="538568147" sldId="265"/>
            <ac:picMk id="10" creationId="{DA4EB7EF-513D-C40D-5DC5-6B39809CDC00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02:04.499" v="710" actId="207"/>
        <pc:sldMkLst>
          <pc:docMk/>
          <pc:sldMk cId="3029220167" sldId="266"/>
        </pc:sldMkLst>
        <pc:spChg chg="mod">
          <ac:chgData name="Ronnel D. Palenzuela" userId="27216d6f-a712-48da-bcb2-613e4bc945ac" providerId="ADAL" clId="{16736750-74B4-184C-AACF-97E7E4B9FAA6}" dt="2024-08-11T06:42:43.526" v="580"/>
          <ac:spMkLst>
            <pc:docMk/>
            <pc:sldMk cId="3029220167" sldId="26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02:04.499" v="710" actId="207"/>
          <ac:spMkLst>
            <pc:docMk/>
            <pc:sldMk cId="3029220167" sldId="266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6:50:04.050" v="627" actId="1076"/>
          <ac:picMkLst>
            <pc:docMk/>
            <pc:sldMk cId="3029220167" sldId="266"/>
            <ac:picMk id="4" creationId="{976997AD-2D0B-ADA0-F7E4-E6B598F2CBB8}"/>
          </ac:picMkLst>
        </pc:picChg>
        <pc:picChg chg="add mod">
          <ac:chgData name="Ronnel D. Palenzuela" userId="27216d6f-a712-48da-bcb2-613e4bc945ac" providerId="ADAL" clId="{16736750-74B4-184C-AACF-97E7E4B9FAA6}" dt="2024-08-11T06:50:05.208" v="628" actId="1076"/>
          <ac:picMkLst>
            <pc:docMk/>
            <pc:sldMk cId="3029220167" sldId="266"/>
            <ac:picMk id="5" creationId="{543B0815-1AAB-9A0C-012F-1501ED91F33D}"/>
          </ac:picMkLst>
        </pc:picChg>
        <pc:picChg chg="del">
          <ac:chgData name="Ronnel D. Palenzuela" userId="27216d6f-a712-48da-bcb2-613e4bc945ac" providerId="ADAL" clId="{16736750-74B4-184C-AACF-97E7E4B9FAA6}" dt="2024-08-11T06:42:45.638" v="581" actId="478"/>
          <ac:picMkLst>
            <pc:docMk/>
            <pc:sldMk cId="3029220167" sldId="266"/>
            <ac:picMk id="6" creationId="{E6F66661-8045-D9A5-7A22-9C32CFDC9130}"/>
          </ac:picMkLst>
        </pc:picChg>
        <pc:picChg chg="del">
          <ac:chgData name="Ronnel D. Palenzuela" userId="27216d6f-a712-48da-bcb2-613e4bc945ac" providerId="ADAL" clId="{16736750-74B4-184C-AACF-97E7E4B9FAA6}" dt="2024-08-11T06:42:46.348" v="583" actId="478"/>
          <ac:picMkLst>
            <pc:docMk/>
            <pc:sldMk cId="3029220167" sldId="266"/>
            <ac:picMk id="7" creationId="{034B6557-36A5-121F-76C7-3EA4B37D7CFA}"/>
          </ac:picMkLst>
        </pc:picChg>
        <pc:picChg chg="del">
          <ac:chgData name="Ronnel D. Palenzuela" userId="27216d6f-a712-48da-bcb2-613e4bc945ac" providerId="ADAL" clId="{16736750-74B4-184C-AACF-97E7E4B9FAA6}" dt="2024-08-11T06:42:46.099" v="582" actId="478"/>
          <ac:picMkLst>
            <pc:docMk/>
            <pc:sldMk cId="3029220167" sldId="266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736750-74B4-184C-AACF-97E7E4B9FAA6}" dt="2024-08-11T06:42:47.223" v="584" actId="478"/>
          <ac:picMkLst>
            <pc:docMk/>
            <pc:sldMk cId="3029220167" sldId="266"/>
            <ac:picMk id="10" creationId="{DA4EB7EF-513D-C40D-5DC5-6B39809CDC00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6:58:25.859" v="689" actId="1076"/>
        <pc:sldMkLst>
          <pc:docMk/>
          <pc:sldMk cId="3285671655" sldId="267"/>
        </pc:sldMkLst>
        <pc:spChg chg="mod">
          <ac:chgData name="Ronnel D. Palenzuela" userId="27216d6f-a712-48da-bcb2-613e4bc945ac" providerId="ADAL" clId="{16736750-74B4-184C-AACF-97E7E4B9FAA6}" dt="2024-08-11T06:51:36.841" v="633"/>
          <ac:spMkLst>
            <pc:docMk/>
            <pc:sldMk cId="3285671655" sldId="26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55:05.721" v="666" actId="207"/>
          <ac:spMkLst>
            <pc:docMk/>
            <pc:sldMk cId="3285671655" sldId="267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6:56:21.472" v="668" actId="22"/>
          <ac:spMkLst>
            <pc:docMk/>
            <pc:sldMk cId="3285671655" sldId="267"/>
            <ac:spMk id="7" creationId="{596F8A18-C394-6B31-5658-595AADFFEFA2}"/>
          </ac:spMkLst>
        </pc:spChg>
        <pc:picChg chg="del">
          <ac:chgData name="Ronnel D. Palenzuela" userId="27216d6f-a712-48da-bcb2-613e4bc945ac" providerId="ADAL" clId="{16736750-74B4-184C-AACF-97E7E4B9FAA6}" dt="2024-08-11T06:51:38.803" v="634" actId="478"/>
          <ac:picMkLst>
            <pc:docMk/>
            <pc:sldMk cId="3285671655" sldId="267"/>
            <ac:picMk id="4" creationId="{976997AD-2D0B-ADA0-F7E4-E6B598F2CBB8}"/>
          </ac:picMkLst>
        </pc:picChg>
        <pc:picChg chg="del">
          <ac:chgData name="Ronnel D. Palenzuela" userId="27216d6f-a712-48da-bcb2-613e4bc945ac" providerId="ADAL" clId="{16736750-74B4-184C-AACF-97E7E4B9FAA6}" dt="2024-08-11T06:51:39.955" v="635" actId="478"/>
          <ac:picMkLst>
            <pc:docMk/>
            <pc:sldMk cId="3285671655" sldId="267"/>
            <ac:picMk id="5" creationId="{543B0815-1AAB-9A0C-012F-1501ED91F33D}"/>
          </ac:picMkLst>
        </pc:picChg>
        <pc:picChg chg="add mod">
          <ac:chgData name="Ronnel D. Palenzuela" userId="27216d6f-a712-48da-bcb2-613e4bc945ac" providerId="ADAL" clId="{16736750-74B4-184C-AACF-97E7E4B9FAA6}" dt="2024-08-11T06:57:04.182" v="677" actId="1076"/>
          <ac:picMkLst>
            <pc:docMk/>
            <pc:sldMk cId="3285671655" sldId="267"/>
            <ac:picMk id="8" creationId="{35691684-4C7D-7C51-9845-5864FCF62DB6}"/>
          </ac:picMkLst>
        </pc:picChg>
        <pc:picChg chg="add mod">
          <ac:chgData name="Ronnel D. Palenzuela" userId="27216d6f-a712-48da-bcb2-613e4bc945ac" providerId="ADAL" clId="{16736750-74B4-184C-AACF-97E7E4B9FAA6}" dt="2024-08-11T06:58:22.395" v="688" actId="1076"/>
          <ac:picMkLst>
            <pc:docMk/>
            <pc:sldMk cId="3285671655" sldId="267"/>
            <ac:picMk id="9" creationId="{F54E6630-57D0-5DF2-6976-D72FAC436DA6}"/>
          </ac:picMkLst>
        </pc:picChg>
        <pc:picChg chg="add mod">
          <ac:chgData name="Ronnel D. Palenzuela" userId="27216d6f-a712-48da-bcb2-613e4bc945ac" providerId="ADAL" clId="{16736750-74B4-184C-AACF-97E7E4B9FAA6}" dt="2024-08-11T06:58:25.859" v="689" actId="1076"/>
          <ac:picMkLst>
            <pc:docMk/>
            <pc:sldMk cId="3285671655" sldId="267"/>
            <ac:picMk id="10" creationId="{13055B59-E94F-ADE5-68C0-75FBEF4CB41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12:26.720" v="817" actId="20577"/>
        <pc:sldMkLst>
          <pc:docMk/>
          <pc:sldMk cId="1637530094" sldId="268"/>
        </pc:sldMkLst>
        <pc:spChg chg="mod">
          <ac:chgData name="Ronnel D. Palenzuela" userId="27216d6f-a712-48da-bcb2-613e4bc945ac" providerId="ADAL" clId="{16736750-74B4-184C-AACF-97E7E4B9FAA6}" dt="2024-08-11T07:00:32.200" v="691"/>
          <ac:spMkLst>
            <pc:docMk/>
            <pc:sldMk cId="1637530094" sldId="26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06:36.137" v="780" actId="207"/>
          <ac:spMkLst>
            <pc:docMk/>
            <pc:sldMk cId="1637530094" sldId="26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7:11:16.031" v="804" actId="1076"/>
          <ac:picMkLst>
            <pc:docMk/>
            <pc:sldMk cId="1637530094" sldId="268"/>
            <ac:picMk id="4" creationId="{8DAC9A4B-5053-02D1-90FB-C7079F1A4364}"/>
          </ac:picMkLst>
        </pc:picChg>
        <pc:picChg chg="add mod">
          <ac:chgData name="Ronnel D. Palenzuela" userId="27216d6f-a712-48da-bcb2-613e4bc945ac" providerId="ADAL" clId="{16736750-74B4-184C-AACF-97E7E4B9FAA6}" dt="2024-08-11T07:11:22.625" v="808" actId="1076"/>
          <ac:picMkLst>
            <pc:docMk/>
            <pc:sldMk cId="1637530094" sldId="268"/>
            <ac:picMk id="5" creationId="{BBAB1D32-E234-CA12-BE46-CDECE16B2766}"/>
          </ac:picMkLst>
        </pc:picChg>
        <pc:picChg chg="add mod">
          <ac:chgData name="Ronnel D. Palenzuela" userId="27216d6f-a712-48da-bcb2-613e4bc945ac" providerId="ADAL" clId="{16736750-74B4-184C-AACF-97E7E4B9FAA6}" dt="2024-08-11T07:11:16.947" v="805" actId="1076"/>
          <ac:picMkLst>
            <pc:docMk/>
            <pc:sldMk cId="1637530094" sldId="268"/>
            <ac:picMk id="6" creationId="{A1B4DA84-5E5D-50EE-1E64-F68500316F28}"/>
          </ac:picMkLst>
        </pc:picChg>
        <pc:picChg chg="del">
          <ac:chgData name="Ronnel D. Palenzuela" userId="27216d6f-a712-48da-bcb2-613e4bc945ac" providerId="ADAL" clId="{16736750-74B4-184C-AACF-97E7E4B9FAA6}" dt="2024-08-11T07:00:35.202" v="692" actId="478"/>
          <ac:picMkLst>
            <pc:docMk/>
            <pc:sldMk cId="1637530094" sldId="268"/>
            <ac:picMk id="8" creationId="{35691684-4C7D-7C51-9845-5864FCF62DB6}"/>
          </ac:picMkLst>
        </pc:picChg>
        <pc:picChg chg="del">
          <ac:chgData name="Ronnel D. Palenzuela" userId="27216d6f-a712-48da-bcb2-613e4bc945ac" providerId="ADAL" clId="{16736750-74B4-184C-AACF-97E7E4B9FAA6}" dt="2024-08-11T07:00:35.776" v="694" actId="478"/>
          <ac:picMkLst>
            <pc:docMk/>
            <pc:sldMk cId="1637530094" sldId="268"/>
            <ac:picMk id="9" creationId="{F54E6630-57D0-5DF2-6976-D72FAC436DA6}"/>
          </ac:picMkLst>
        </pc:picChg>
        <pc:picChg chg="del">
          <ac:chgData name="Ronnel D. Palenzuela" userId="27216d6f-a712-48da-bcb2-613e4bc945ac" providerId="ADAL" clId="{16736750-74B4-184C-AACF-97E7E4B9FAA6}" dt="2024-08-11T07:00:35.569" v="693" actId="478"/>
          <ac:picMkLst>
            <pc:docMk/>
            <pc:sldMk cId="1637530094" sldId="268"/>
            <ac:picMk id="10" creationId="{13055B59-E94F-ADE5-68C0-75FBEF4CB41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44:59.535" v="983" actId="1076"/>
        <pc:sldMkLst>
          <pc:docMk/>
          <pc:sldMk cId="4018365145" sldId="269"/>
        </pc:sldMkLst>
        <pc:spChg chg="mod">
          <ac:chgData name="Ronnel D. Palenzuela" userId="27216d6f-a712-48da-bcb2-613e4bc945ac" providerId="ADAL" clId="{16736750-74B4-184C-AACF-97E7E4B9FAA6}" dt="2024-08-11T07:16:05.119" v="827"/>
          <ac:spMkLst>
            <pc:docMk/>
            <pc:sldMk cId="4018365145" sldId="26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35:30.083" v="915" actId="20577"/>
          <ac:spMkLst>
            <pc:docMk/>
            <pc:sldMk cId="4018365145" sldId="269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736750-74B4-184C-AACF-97E7E4B9FAA6}" dt="2024-08-11T07:32:02.501" v="903" actId="478"/>
          <ac:spMkLst>
            <pc:docMk/>
            <pc:sldMk cId="4018365145" sldId="269"/>
            <ac:spMk id="10" creationId="{2210EC6B-E565-AE8A-6A22-E5A42BCDC8C6}"/>
          </ac:spMkLst>
        </pc:spChg>
        <pc:picChg chg="add del">
          <ac:chgData name="Ronnel D. Palenzuela" userId="27216d6f-a712-48da-bcb2-613e4bc945ac" providerId="ADAL" clId="{16736750-74B4-184C-AACF-97E7E4B9FAA6}" dt="2024-08-11T07:12:39.765" v="821" actId="478"/>
          <ac:picMkLst>
            <pc:docMk/>
            <pc:sldMk cId="4018365145" sldId="269"/>
            <ac:picMk id="4" creationId="{8DAC9A4B-5053-02D1-90FB-C7079F1A4364}"/>
          </ac:picMkLst>
        </pc:picChg>
        <pc:picChg chg="add del">
          <ac:chgData name="Ronnel D. Palenzuela" userId="27216d6f-a712-48da-bcb2-613e4bc945ac" providerId="ADAL" clId="{16736750-74B4-184C-AACF-97E7E4B9FAA6}" dt="2024-08-11T07:12:39.556" v="820" actId="478"/>
          <ac:picMkLst>
            <pc:docMk/>
            <pc:sldMk cId="4018365145" sldId="269"/>
            <ac:picMk id="5" creationId="{BBAB1D32-E234-CA12-BE46-CDECE16B2766}"/>
          </ac:picMkLst>
        </pc:picChg>
        <pc:picChg chg="add del">
          <ac:chgData name="Ronnel D. Palenzuela" userId="27216d6f-a712-48da-bcb2-613e4bc945ac" providerId="ADAL" clId="{16736750-74B4-184C-AACF-97E7E4B9FAA6}" dt="2024-08-11T07:12:39.082" v="819" actId="478"/>
          <ac:picMkLst>
            <pc:docMk/>
            <pc:sldMk cId="4018365145" sldId="269"/>
            <ac:picMk id="6" creationId="{A1B4DA84-5E5D-50EE-1E64-F68500316F28}"/>
          </ac:picMkLst>
        </pc:picChg>
        <pc:picChg chg="add del mod modCrop">
          <ac:chgData name="Ronnel D. Palenzuela" userId="27216d6f-a712-48da-bcb2-613e4bc945ac" providerId="ADAL" clId="{16736750-74B4-184C-AACF-97E7E4B9FAA6}" dt="2024-08-11T07:25:14.336" v="838" actId="478"/>
          <ac:picMkLst>
            <pc:docMk/>
            <pc:sldMk cId="4018365145" sldId="269"/>
            <ac:picMk id="7" creationId="{24E2E089-CDE5-B152-E63B-AF3B2C77DA83}"/>
          </ac:picMkLst>
        </pc:picChg>
        <pc:picChg chg="add mod">
          <ac:chgData name="Ronnel D. Palenzuela" userId="27216d6f-a712-48da-bcb2-613e4bc945ac" providerId="ADAL" clId="{16736750-74B4-184C-AACF-97E7E4B9FAA6}" dt="2024-08-11T07:44:45.826" v="980" actId="1076"/>
          <ac:picMkLst>
            <pc:docMk/>
            <pc:sldMk cId="4018365145" sldId="269"/>
            <ac:picMk id="8" creationId="{0B4C34F2-2634-FB62-A93A-843DDDFAA85D}"/>
          </ac:picMkLst>
        </pc:picChg>
        <pc:picChg chg="add mod">
          <ac:chgData name="Ronnel D. Palenzuela" userId="27216d6f-a712-48da-bcb2-613e4bc945ac" providerId="ADAL" clId="{16736750-74B4-184C-AACF-97E7E4B9FAA6}" dt="2024-08-11T07:44:44.353" v="979" actId="1076"/>
          <ac:picMkLst>
            <pc:docMk/>
            <pc:sldMk cId="4018365145" sldId="269"/>
            <ac:picMk id="9" creationId="{0A80EF80-4C5E-8CE0-3F3B-ECF4BE782924}"/>
          </ac:picMkLst>
        </pc:picChg>
        <pc:picChg chg="add mod">
          <ac:chgData name="Ronnel D. Palenzuela" userId="27216d6f-a712-48da-bcb2-613e4bc945ac" providerId="ADAL" clId="{16736750-74B4-184C-AACF-97E7E4B9FAA6}" dt="2024-08-11T07:44:59.535" v="983" actId="1076"/>
          <ac:picMkLst>
            <pc:docMk/>
            <pc:sldMk cId="4018365145" sldId="269"/>
            <ac:picMk id="11" creationId="{366A9246-6DE2-2DC2-8255-E647DD2BB3B9}"/>
          </ac:picMkLst>
        </pc:picChg>
        <pc:picChg chg="add mod">
          <ac:chgData name="Ronnel D. Palenzuela" userId="27216d6f-a712-48da-bcb2-613e4bc945ac" providerId="ADAL" clId="{16736750-74B4-184C-AACF-97E7E4B9FAA6}" dt="2024-08-11T07:44:56.447" v="982" actId="1076"/>
          <ac:picMkLst>
            <pc:docMk/>
            <pc:sldMk cId="4018365145" sldId="269"/>
            <ac:picMk id="12" creationId="{26BABAC0-44F4-586F-DED0-718E3F89CC7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05:47.119" v="1143" actId="20577"/>
        <pc:sldMkLst>
          <pc:docMk/>
          <pc:sldMk cId="1107698705" sldId="270"/>
        </pc:sldMkLst>
        <pc:spChg chg="mod">
          <ac:chgData name="Ronnel D. Palenzuela" userId="27216d6f-a712-48da-bcb2-613e4bc945ac" providerId="ADAL" clId="{16736750-74B4-184C-AACF-97E7E4B9FAA6}" dt="2024-08-11T07:46:29.276" v="985"/>
          <ac:spMkLst>
            <pc:docMk/>
            <pc:sldMk cId="1107698705" sldId="27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05:47.119" v="1143" actId="20577"/>
          <ac:spMkLst>
            <pc:docMk/>
            <pc:sldMk cId="1107698705" sldId="270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7:47:33" v="994" actId="22"/>
          <ac:spMkLst>
            <pc:docMk/>
            <pc:sldMk cId="1107698705" sldId="270"/>
            <ac:spMk id="5" creationId="{0260329E-59D7-30D5-FD3B-CA26C6DA4CC2}"/>
          </ac:spMkLst>
        </pc:spChg>
        <pc:picChg chg="add del mod">
          <ac:chgData name="Ronnel D. Palenzuela" userId="27216d6f-a712-48da-bcb2-613e4bc945ac" providerId="ADAL" clId="{16736750-74B4-184C-AACF-97E7E4B9FAA6}" dt="2024-08-11T08:04:21.279" v="1113" actId="478"/>
          <ac:picMkLst>
            <pc:docMk/>
            <pc:sldMk cId="1107698705" sldId="270"/>
            <ac:picMk id="6" creationId="{F6F0913D-5280-6557-E0D6-37177696C3FE}"/>
          </ac:picMkLst>
        </pc:picChg>
        <pc:picChg chg="add del mod">
          <ac:chgData name="Ronnel D. Palenzuela" userId="27216d6f-a712-48da-bcb2-613e4bc945ac" providerId="ADAL" clId="{16736750-74B4-184C-AACF-97E7E4B9FAA6}" dt="2024-08-11T08:04:30.393" v="1121" actId="478"/>
          <ac:picMkLst>
            <pc:docMk/>
            <pc:sldMk cId="1107698705" sldId="270"/>
            <ac:picMk id="7" creationId="{73AC98AD-0135-55B1-7582-41B411BF169A}"/>
          </ac:picMkLst>
        </pc:picChg>
        <pc:picChg chg="del">
          <ac:chgData name="Ronnel D. Palenzuela" userId="27216d6f-a712-48da-bcb2-613e4bc945ac" providerId="ADAL" clId="{16736750-74B4-184C-AACF-97E7E4B9FAA6}" dt="2024-08-11T07:46:30.576" v="986" actId="478"/>
          <ac:picMkLst>
            <pc:docMk/>
            <pc:sldMk cId="1107698705" sldId="270"/>
            <ac:picMk id="8" creationId="{0B4C34F2-2634-FB62-A93A-843DDDFAA85D}"/>
          </ac:picMkLst>
        </pc:picChg>
        <pc:picChg chg="del">
          <ac:chgData name="Ronnel D. Palenzuela" userId="27216d6f-a712-48da-bcb2-613e4bc945ac" providerId="ADAL" clId="{16736750-74B4-184C-AACF-97E7E4B9FAA6}" dt="2024-08-11T07:46:30.931" v="987" actId="478"/>
          <ac:picMkLst>
            <pc:docMk/>
            <pc:sldMk cId="1107698705" sldId="270"/>
            <ac:picMk id="9" creationId="{0A80EF80-4C5E-8CE0-3F3B-ECF4BE782924}"/>
          </ac:picMkLst>
        </pc:picChg>
        <pc:picChg chg="add del mod">
          <ac:chgData name="Ronnel D. Palenzuela" userId="27216d6f-a712-48da-bcb2-613e4bc945ac" providerId="ADAL" clId="{16736750-74B4-184C-AACF-97E7E4B9FAA6}" dt="2024-08-11T08:04:21.761" v="1114" actId="478"/>
          <ac:picMkLst>
            <pc:docMk/>
            <pc:sldMk cId="1107698705" sldId="270"/>
            <ac:picMk id="10" creationId="{FB900905-76C3-10D6-5718-53388A3313CC}"/>
          </ac:picMkLst>
        </pc:picChg>
        <pc:picChg chg="del">
          <ac:chgData name="Ronnel D. Palenzuela" userId="27216d6f-a712-48da-bcb2-613e4bc945ac" providerId="ADAL" clId="{16736750-74B4-184C-AACF-97E7E4B9FAA6}" dt="2024-08-11T07:46:31.747" v="989" actId="478"/>
          <ac:picMkLst>
            <pc:docMk/>
            <pc:sldMk cId="1107698705" sldId="270"/>
            <ac:picMk id="11" creationId="{366A9246-6DE2-2DC2-8255-E647DD2BB3B9}"/>
          </ac:picMkLst>
        </pc:picChg>
        <pc:picChg chg="del">
          <ac:chgData name="Ronnel D. Palenzuela" userId="27216d6f-a712-48da-bcb2-613e4bc945ac" providerId="ADAL" clId="{16736750-74B4-184C-AACF-97E7E4B9FAA6}" dt="2024-08-11T07:46:31.281" v="988" actId="478"/>
          <ac:picMkLst>
            <pc:docMk/>
            <pc:sldMk cId="1107698705" sldId="270"/>
            <ac:picMk id="12" creationId="{26BABAC0-44F4-586F-DED0-718E3F89CC72}"/>
          </ac:picMkLst>
        </pc:picChg>
        <pc:picChg chg="add del mod">
          <ac:chgData name="Ronnel D. Palenzuela" userId="27216d6f-a712-48da-bcb2-613e4bc945ac" providerId="ADAL" clId="{16736750-74B4-184C-AACF-97E7E4B9FAA6}" dt="2024-08-11T08:04:34.244" v="1123" actId="478"/>
          <ac:picMkLst>
            <pc:docMk/>
            <pc:sldMk cId="1107698705" sldId="270"/>
            <ac:picMk id="13" creationId="{40D2E8AD-13B2-4451-835B-FE5BF5DE9D4C}"/>
          </ac:picMkLst>
        </pc:picChg>
        <pc:picChg chg="add mod">
          <ac:chgData name="Ronnel D. Palenzuela" userId="27216d6f-a712-48da-bcb2-613e4bc945ac" providerId="ADAL" clId="{16736750-74B4-184C-AACF-97E7E4B9FAA6}" dt="2024-08-11T08:04:58.108" v="1137" actId="1076"/>
          <ac:picMkLst>
            <pc:docMk/>
            <pc:sldMk cId="1107698705" sldId="270"/>
            <ac:picMk id="14" creationId="{DEEFCEAC-1237-459D-26DA-27A3A5A33B86}"/>
          </ac:picMkLst>
        </pc:picChg>
        <pc:picChg chg="add mod">
          <ac:chgData name="Ronnel D. Palenzuela" userId="27216d6f-a712-48da-bcb2-613e4bc945ac" providerId="ADAL" clId="{16736750-74B4-184C-AACF-97E7E4B9FAA6}" dt="2024-08-11T08:04:59.410" v="1138" actId="1076"/>
          <ac:picMkLst>
            <pc:docMk/>
            <pc:sldMk cId="1107698705" sldId="270"/>
            <ac:picMk id="15" creationId="{A5B516AB-1652-AF5A-4C75-50F95BAF6284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30:17.053" v="1250" actId="20577"/>
        <pc:sldMkLst>
          <pc:docMk/>
          <pc:sldMk cId="4120804606" sldId="271"/>
        </pc:sldMkLst>
        <pc:spChg chg="mod">
          <ac:chgData name="Ronnel D. Palenzuela" userId="27216d6f-a712-48da-bcb2-613e4bc945ac" providerId="ADAL" clId="{16736750-74B4-184C-AACF-97E7E4B9FAA6}" dt="2024-08-11T08:08:21.681" v="1145"/>
          <ac:spMkLst>
            <pc:docMk/>
            <pc:sldMk cId="4120804606" sldId="27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30:17.053" v="1250" actId="20577"/>
          <ac:spMkLst>
            <pc:docMk/>
            <pc:sldMk cId="4120804606" sldId="271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736750-74B4-184C-AACF-97E7E4B9FAA6}" dt="2024-08-11T08:09:48.461" v="1154" actId="478"/>
          <ac:picMkLst>
            <pc:docMk/>
            <pc:sldMk cId="4120804606" sldId="271"/>
            <ac:picMk id="4" creationId="{05CF3097-3CF3-75ED-05FC-9536932B2EE9}"/>
          </ac:picMkLst>
        </pc:picChg>
        <pc:picChg chg="add del mod">
          <ac:chgData name="Ronnel D. Palenzuela" userId="27216d6f-a712-48da-bcb2-613e4bc945ac" providerId="ADAL" clId="{16736750-74B4-184C-AACF-97E7E4B9FAA6}" dt="2024-08-11T08:18:17.760" v="1203" actId="478"/>
          <ac:picMkLst>
            <pc:docMk/>
            <pc:sldMk cId="4120804606" sldId="271"/>
            <ac:picMk id="5" creationId="{665C9A19-3821-78C6-FC0A-487058CA88E4}"/>
          </ac:picMkLst>
        </pc:picChg>
        <pc:picChg chg="add del mod">
          <ac:chgData name="Ronnel D. Palenzuela" userId="27216d6f-a712-48da-bcb2-613e4bc945ac" providerId="ADAL" clId="{16736750-74B4-184C-AACF-97E7E4B9FAA6}" dt="2024-08-11T08:18:10.881" v="1199" actId="478"/>
          <ac:picMkLst>
            <pc:docMk/>
            <pc:sldMk cId="4120804606" sldId="271"/>
            <ac:picMk id="6" creationId="{571E8300-9783-5EBD-3CC8-5324DBDFD52C}"/>
          </ac:picMkLst>
        </pc:picChg>
        <pc:picChg chg="add del mod">
          <ac:chgData name="Ronnel D. Palenzuela" userId="27216d6f-a712-48da-bcb2-613e4bc945ac" providerId="ADAL" clId="{16736750-74B4-184C-AACF-97E7E4B9FAA6}" dt="2024-08-11T08:19:22.200" v="1207" actId="478"/>
          <ac:picMkLst>
            <pc:docMk/>
            <pc:sldMk cId="4120804606" sldId="271"/>
            <ac:picMk id="7" creationId="{28745F73-0D36-24F7-98C0-E083AC4F1A88}"/>
          </ac:picMkLst>
        </pc:picChg>
        <pc:picChg chg="add mod">
          <ac:chgData name="Ronnel D. Palenzuela" userId="27216d6f-a712-48da-bcb2-613e4bc945ac" providerId="ADAL" clId="{16736750-74B4-184C-AACF-97E7E4B9FAA6}" dt="2024-08-11T08:28:37.501" v="1248" actId="1076"/>
          <ac:picMkLst>
            <pc:docMk/>
            <pc:sldMk cId="4120804606" sldId="271"/>
            <ac:picMk id="8" creationId="{762CEDE9-A9D3-C688-E605-DC73BE380267}"/>
          </ac:picMkLst>
        </pc:picChg>
        <pc:picChg chg="add del mod">
          <ac:chgData name="Ronnel D. Palenzuela" userId="27216d6f-a712-48da-bcb2-613e4bc945ac" providerId="ADAL" clId="{16736750-74B4-184C-AACF-97E7E4B9FAA6}" dt="2024-08-11T08:21:51.715" v="1233" actId="478"/>
          <ac:picMkLst>
            <pc:docMk/>
            <pc:sldMk cId="4120804606" sldId="271"/>
            <ac:picMk id="9" creationId="{B6DAC2B0-EC1A-2208-6BFC-EAB9EA85DF1C}"/>
          </ac:picMkLst>
        </pc:picChg>
        <pc:picChg chg="add mod">
          <ac:chgData name="Ronnel D. Palenzuela" userId="27216d6f-a712-48da-bcb2-613e4bc945ac" providerId="ADAL" clId="{16736750-74B4-184C-AACF-97E7E4B9FAA6}" dt="2024-08-11T08:28:33.027" v="1244" actId="1076"/>
          <ac:picMkLst>
            <pc:docMk/>
            <pc:sldMk cId="4120804606" sldId="271"/>
            <ac:picMk id="11" creationId="{14161C46-4147-A2BC-6E6B-03C93F3A5393}"/>
          </ac:picMkLst>
        </pc:picChg>
        <pc:picChg chg="del">
          <ac:chgData name="Ronnel D. Palenzuela" userId="27216d6f-a712-48da-bcb2-613e4bc945ac" providerId="ADAL" clId="{16736750-74B4-184C-AACF-97E7E4B9FAA6}" dt="2024-08-11T08:08:26.254" v="1146" actId="478"/>
          <ac:picMkLst>
            <pc:docMk/>
            <pc:sldMk cId="4120804606" sldId="271"/>
            <ac:picMk id="14" creationId="{DEEFCEAC-1237-459D-26DA-27A3A5A33B86}"/>
          </ac:picMkLst>
        </pc:picChg>
        <pc:picChg chg="del">
          <ac:chgData name="Ronnel D. Palenzuela" userId="27216d6f-a712-48da-bcb2-613e4bc945ac" providerId="ADAL" clId="{16736750-74B4-184C-AACF-97E7E4B9FAA6}" dt="2024-08-11T08:08:26.809" v="1147" actId="478"/>
          <ac:picMkLst>
            <pc:docMk/>
            <pc:sldMk cId="4120804606" sldId="271"/>
            <ac:picMk id="15" creationId="{A5B516AB-1652-AF5A-4C75-50F95BAF6284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38:43.052" v="1339" actId="20577"/>
        <pc:sldMkLst>
          <pc:docMk/>
          <pc:sldMk cId="2005021045" sldId="272"/>
        </pc:sldMkLst>
        <pc:spChg chg="mod">
          <ac:chgData name="Ronnel D. Palenzuela" userId="27216d6f-a712-48da-bcb2-613e4bc945ac" providerId="ADAL" clId="{16736750-74B4-184C-AACF-97E7E4B9FAA6}" dt="2024-08-11T08:33:35.166" v="1280" actId="20577"/>
          <ac:spMkLst>
            <pc:docMk/>
            <pc:sldMk cId="2005021045" sldId="27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38:43.052" v="1339" actId="20577"/>
          <ac:spMkLst>
            <pc:docMk/>
            <pc:sldMk cId="2005021045" sldId="272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8:38:33.161" v="1335" actId="1076"/>
          <ac:picMkLst>
            <pc:docMk/>
            <pc:sldMk cId="2005021045" sldId="272"/>
            <ac:picMk id="4" creationId="{C58E0955-A6E5-3DF9-60B5-434CA13B5223}"/>
          </ac:picMkLst>
        </pc:picChg>
        <pc:picChg chg="add mod">
          <ac:chgData name="Ronnel D. Palenzuela" userId="27216d6f-a712-48da-bcb2-613e4bc945ac" providerId="ADAL" clId="{16736750-74B4-184C-AACF-97E7E4B9FAA6}" dt="2024-08-11T08:38:22.972" v="1329" actId="1076"/>
          <ac:picMkLst>
            <pc:docMk/>
            <pc:sldMk cId="2005021045" sldId="272"/>
            <ac:picMk id="5" creationId="{011B8271-BC30-5D9C-4A14-C6A2BD722232}"/>
          </ac:picMkLst>
        </pc:picChg>
        <pc:picChg chg="add mod">
          <ac:chgData name="Ronnel D. Palenzuela" userId="27216d6f-a712-48da-bcb2-613e4bc945ac" providerId="ADAL" clId="{16736750-74B4-184C-AACF-97E7E4B9FAA6}" dt="2024-08-11T08:38:30.888" v="1333" actId="1076"/>
          <ac:picMkLst>
            <pc:docMk/>
            <pc:sldMk cId="2005021045" sldId="272"/>
            <ac:picMk id="6" creationId="{7318861F-9B77-C07E-C1CE-32F286B82B60}"/>
          </ac:picMkLst>
        </pc:picChg>
        <pc:picChg chg="add mod">
          <ac:chgData name="Ronnel D. Palenzuela" userId="27216d6f-a712-48da-bcb2-613e4bc945ac" providerId="ADAL" clId="{16736750-74B4-184C-AACF-97E7E4B9FAA6}" dt="2024-08-11T08:38:32.013" v="1334" actId="1076"/>
          <ac:picMkLst>
            <pc:docMk/>
            <pc:sldMk cId="2005021045" sldId="272"/>
            <ac:picMk id="7" creationId="{C8697425-57CC-FF65-50F6-27D241D928DA}"/>
          </ac:picMkLst>
        </pc:picChg>
        <pc:picChg chg="del">
          <ac:chgData name="Ronnel D. Palenzuela" userId="27216d6f-a712-48da-bcb2-613e4bc945ac" providerId="ADAL" clId="{16736750-74B4-184C-AACF-97E7E4B9FAA6}" dt="2024-08-11T08:30:57.107" v="1253" actId="478"/>
          <ac:picMkLst>
            <pc:docMk/>
            <pc:sldMk cId="2005021045" sldId="272"/>
            <ac:picMk id="8" creationId="{762CEDE9-A9D3-C688-E605-DC73BE380267}"/>
          </ac:picMkLst>
        </pc:picChg>
        <pc:picChg chg="del">
          <ac:chgData name="Ronnel D. Palenzuela" userId="27216d6f-a712-48da-bcb2-613e4bc945ac" providerId="ADAL" clId="{16736750-74B4-184C-AACF-97E7E4B9FAA6}" dt="2024-08-11T08:30:57.503" v="1254" actId="478"/>
          <ac:picMkLst>
            <pc:docMk/>
            <pc:sldMk cId="2005021045" sldId="272"/>
            <ac:picMk id="11" creationId="{14161C46-4147-A2BC-6E6B-03C93F3A5393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9:34:36.582" v="1494" actId="207"/>
        <pc:sldMkLst>
          <pc:docMk/>
          <pc:sldMk cId="716507679" sldId="273"/>
        </pc:sldMkLst>
        <pc:spChg chg="mod">
          <ac:chgData name="Ronnel D. Palenzuela" userId="27216d6f-a712-48da-bcb2-613e4bc945ac" providerId="ADAL" clId="{16736750-74B4-184C-AACF-97E7E4B9FAA6}" dt="2024-08-11T09:27:17.626" v="1447"/>
          <ac:spMkLst>
            <pc:docMk/>
            <pc:sldMk cId="716507679" sldId="27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9:34:36.582" v="1494" actId="207"/>
          <ac:spMkLst>
            <pc:docMk/>
            <pc:sldMk cId="716507679" sldId="273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08:41:45.309" v="1346" actId="478"/>
          <ac:picMkLst>
            <pc:docMk/>
            <pc:sldMk cId="716507679" sldId="273"/>
            <ac:picMk id="4" creationId="{C58E0955-A6E5-3DF9-60B5-434CA13B5223}"/>
          </ac:picMkLst>
        </pc:picChg>
        <pc:picChg chg="del">
          <ac:chgData name="Ronnel D. Palenzuela" userId="27216d6f-a712-48da-bcb2-613e4bc945ac" providerId="ADAL" clId="{16736750-74B4-184C-AACF-97E7E4B9FAA6}" dt="2024-08-11T08:41:44.959" v="1345" actId="478"/>
          <ac:picMkLst>
            <pc:docMk/>
            <pc:sldMk cId="716507679" sldId="273"/>
            <ac:picMk id="5" creationId="{011B8271-BC30-5D9C-4A14-C6A2BD722232}"/>
          </ac:picMkLst>
        </pc:picChg>
        <pc:picChg chg="del">
          <ac:chgData name="Ronnel D. Palenzuela" userId="27216d6f-a712-48da-bcb2-613e4bc945ac" providerId="ADAL" clId="{16736750-74B4-184C-AACF-97E7E4B9FAA6}" dt="2024-08-11T08:41:44.691" v="1344" actId="478"/>
          <ac:picMkLst>
            <pc:docMk/>
            <pc:sldMk cId="716507679" sldId="273"/>
            <ac:picMk id="6" creationId="{7318861F-9B77-C07E-C1CE-32F286B82B60}"/>
          </ac:picMkLst>
        </pc:picChg>
        <pc:picChg chg="del">
          <ac:chgData name="Ronnel D. Palenzuela" userId="27216d6f-a712-48da-bcb2-613e4bc945ac" providerId="ADAL" clId="{16736750-74B4-184C-AACF-97E7E4B9FAA6}" dt="2024-08-11T08:41:44.331" v="1343" actId="478"/>
          <ac:picMkLst>
            <pc:docMk/>
            <pc:sldMk cId="716507679" sldId="273"/>
            <ac:picMk id="7" creationId="{C8697425-57CC-FF65-50F6-27D241D928DA}"/>
          </ac:picMkLst>
        </pc:picChg>
        <pc:picChg chg="add mod">
          <ac:chgData name="Ronnel D. Palenzuela" userId="27216d6f-a712-48da-bcb2-613e4bc945ac" providerId="ADAL" clId="{16736750-74B4-184C-AACF-97E7E4B9FAA6}" dt="2024-08-11T09:33:19.257" v="1478" actId="1076"/>
          <ac:picMkLst>
            <pc:docMk/>
            <pc:sldMk cId="716507679" sldId="273"/>
            <ac:picMk id="8" creationId="{6A41232A-1391-85E0-E984-111E1B99BCB9}"/>
          </ac:picMkLst>
        </pc:picChg>
        <pc:picChg chg="add mod">
          <ac:chgData name="Ronnel D. Palenzuela" userId="27216d6f-a712-48da-bcb2-613e4bc945ac" providerId="ADAL" clId="{16736750-74B4-184C-AACF-97E7E4B9FAA6}" dt="2024-08-11T09:33:17.730" v="1477" actId="1076"/>
          <ac:picMkLst>
            <pc:docMk/>
            <pc:sldMk cId="716507679" sldId="273"/>
            <ac:picMk id="9" creationId="{EC279DBC-B987-F36B-2CF3-861842904062}"/>
          </ac:picMkLst>
        </pc:picChg>
      </pc:sldChg>
      <pc:sldChg chg="modSp add del mod">
        <pc:chgData name="Ronnel D. Palenzuela" userId="27216d6f-a712-48da-bcb2-613e4bc945ac" providerId="ADAL" clId="{16736750-74B4-184C-AACF-97E7E4B9FAA6}" dt="2024-08-11T09:23:48.477" v="1385" actId="2696"/>
        <pc:sldMkLst>
          <pc:docMk/>
          <pc:sldMk cId="1830806133" sldId="274"/>
        </pc:sldMkLst>
        <pc:spChg chg="mod">
          <ac:chgData name="Ronnel D. Palenzuela" userId="27216d6f-a712-48da-bcb2-613e4bc945ac" providerId="ADAL" clId="{16736750-74B4-184C-AACF-97E7E4B9FAA6}" dt="2024-08-11T09:23:37.355" v="1382" actId="1076"/>
          <ac:spMkLst>
            <pc:docMk/>
            <pc:sldMk cId="1830806133" sldId="274"/>
            <ac:spMk id="2" creationId="{1FD87645-D8E6-23DE-A822-448BF1054783}"/>
          </ac:spMkLst>
        </pc:spChg>
      </pc:sldChg>
      <pc:sldChg chg="addSp delSp modSp new add del mod modShow">
        <pc:chgData name="Ronnel D. Palenzuela" userId="27216d6f-a712-48da-bcb2-613e4bc945ac" providerId="ADAL" clId="{16736750-74B4-184C-AACF-97E7E4B9FAA6}" dt="2024-08-12T01:08:08.349" v="2627" actId="478"/>
        <pc:sldMkLst>
          <pc:docMk/>
          <pc:sldMk cId="4070147815" sldId="275"/>
        </pc:sldMkLst>
        <pc:spChg chg="mod">
          <ac:chgData name="Ronnel D. Palenzuela" userId="27216d6f-a712-48da-bcb2-613e4bc945ac" providerId="ADAL" clId="{16736750-74B4-184C-AACF-97E7E4B9FAA6}" dt="2024-08-11T09:23:54.422" v="1398" actId="207"/>
          <ac:spMkLst>
            <pc:docMk/>
            <pc:sldMk cId="4070147815" sldId="275"/>
            <ac:spMk id="2" creationId="{72D16057-EC3B-FB8F-5DA4-3B5CAD5F2095}"/>
          </ac:spMkLst>
        </pc:spChg>
        <pc:spChg chg="del">
          <ac:chgData name="Ronnel D. Palenzuela" userId="27216d6f-a712-48da-bcb2-613e4bc945ac" providerId="ADAL" clId="{16736750-74B4-184C-AACF-97E7E4B9FAA6}" dt="2024-08-11T09:25:00.857" v="1434" actId="478"/>
          <ac:spMkLst>
            <pc:docMk/>
            <pc:sldMk cId="4070147815" sldId="275"/>
            <ac:spMk id="3" creationId="{61C2E07B-D7DC-27D2-F796-78B79090AD46}"/>
          </ac:spMkLst>
        </pc:spChg>
        <pc:spChg chg="del mod">
          <ac:chgData name="Ronnel D. Palenzuela" userId="27216d6f-a712-48da-bcb2-613e4bc945ac" providerId="ADAL" clId="{16736750-74B4-184C-AACF-97E7E4B9FAA6}" dt="2024-08-11T09:25:04.168" v="1436" actId="478"/>
          <ac:spMkLst>
            <pc:docMk/>
            <pc:sldMk cId="4070147815" sldId="275"/>
            <ac:spMk id="4" creationId="{BFAA05E5-3AFA-16A4-35BE-E3698034E94A}"/>
          </ac:spMkLst>
        </pc:spChg>
        <pc:spChg chg="del">
          <ac:chgData name="Ronnel D. Palenzuela" userId="27216d6f-a712-48da-bcb2-613e4bc945ac" providerId="ADAL" clId="{16736750-74B4-184C-AACF-97E7E4B9FAA6}" dt="2024-08-11T09:25:02.528" v="1435" actId="478"/>
          <ac:spMkLst>
            <pc:docMk/>
            <pc:sldMk cId="4070147815" sldId="275"/>
            <ac:spMk id="5" creationId="{9090BE7E-E541-40F4-CAB7-4ED9ED41B3E7}"/>
          </ac:spMkLst>
        </pc:spChg>
        <pc:spChg chg="del">
          <ac:chgData name="Ronnel D. Palenzuela" userId="27216d6f-a712-48da-bcb2-613e4bc945ac" providerId="ADAL" clId="{16736750-74B4-184C-AACF-97E7E4B9FAA6}" dt="2024-08-11T09:25:06.438" v="1437" actId="478"/>
          <ac:spMkLst>
            <pc:docMk/>
            <pc:sldMk cId="4070147815" sldId="275"/>
            <ac:spMk id="6" creationId="{AAD5694D-5962-5E7B-910A-644A4450844C}"/>
          </ac:spMkLst>
        </pc:spChg>
        <pc:picChg chg="add mod">
          <ac:chgData name="Ronnel D. Palenzuela" userId="27216d6f-a712-48da-bcb2-613e4bc945ac" providerId="ADAL" clId="{16736750-74B4-184C-AACF-97E7E4B9FAA6}" dt="2024-08-11T09:25:08.382" v="1439" actId="1076"/>
          <ac:picMkLst>
            <pc:docMk/>
            <pc:sldMk cId="4070147815" sldId="275"/>
            <ac:picMk id="7" creationId="{99864649-FA50-6FFA-B187-2476F03C0B8A}"/>
          </ac:picMkLst>
        </pc:picChg>
        <pc:picChg chg="add mod">
          <ac:chgData name="Ronnel D. Palenzuela" userId="27216d6f-a712-48da-bcb2-613e4bc945ac" providerId="ADAL" clId="{16736750-74B4-184C-AACF-97E7E4B9FAA6}" dt="2024-08-11T09:25:23.798" v="1441" actId="1076"/>
          <ac:picMkLst>
            <pc:docMk/>
            <pc:sldMk cId="4070147815" sldId="275"/>
            <ac:picMk id="8" creationId="{D3D96A7B-3E18-8096-4822-82F2190AA200}"/>
          </ac:picMkLst>
        </pc:picChg>
        <pc:picChg chg="add mod">
          <ac:chgData name="Ronnel D. Palenzuela" userId="27216d6f-a712-48da-bcb2-613e4bc945ac" providerId="ADAL" clId="{16736750-74B4-184C-AACF-97E7E4B9FAA6}" dt="2024-08-11T09:26:15.599" v="1444" actId="1076"/>
          <ac:picMkLst>
            <pc:docMk/>
            <pc:sldMk cId="4070147815" sldId="275"/>
            <ac:picMk id="9" creationId="{DC8ADF69-4686-1FA6-97CE-7E914C4105AC}"/>
          </ac:picMkLst>
        </pc:picChg>
        <pc:picChg chg="add del mod">
          <ac:chgData name="Ronnel D. Palenzuela" userId="27216d6f-a712-48da-bcb2-613e4bc945ac" providerId="ADAL" clId="{16736750-74B4-184C-AACF-97E7E4B9FAA6}" dt="2024-08-12T01:08:08.349" v="2627" actId="478"/>
          <ac:picMkLst>
            <pc:docMk/>
            <pc:sldMk cId="4070147815" sldId="275"/>
            <ac:picMk id="10" creationId="{D6F205F6-07AF-131A-C9BC-55B5083256ED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9:37:58.074" v="1526" actId="20577"/>
        <pc:sldMkLst>
          <pc:docMk/>
          <pc:sldMk cId="3621742425" sldId="276"/>
        </pc:sldMkLst>
        <pc:spChg chg="mod">
          <ac:chgData name="Ronnel D. Palenzuela" userId="27216d6f-a712-48da-bcb2-613e4bc945ac" providerId="ADAL" clId="{16736750-74B4-184C-AACF-97E7E4B9FAA6}" dt="2024-08-11T09:36:08.788" v="1507"/>
          <ac:spMkLst>
            <pc:docMk/>
            <pc:sldMk cId="3621742425" sldId="27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9:37:58.074" v="1526" actId="20577"/>
          <ac:spMkLst>
            <pc:docMk/>
            <pc:sldMk cId="3621742425" sldId="276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9:36:18.848" v="1513" actId="1076"/>
          <ac:picMkLst>
            <pc:docMk/>
            <pc:sldMk cId="3621742425" sldId="276"/>
            <ac:picMk id="4" creationId="{7D236930-8DEA-71E6-6EFE-32878ED88FCB}"/>
          </ac:picMkLst>
        </pc:picChg>
        <pc:picChg chg="add mod">
          <ac:chgData name="Ronnel D. Palenzuela" userId="27216d6f-a712-48da-bcb2-613e4bc945ac" providerId="ADAL" clId="{16736750-74B4-184C-AACF-97E7E4B9FAA6}" dt="2024-08-11T09:36:21.005" v="1514" actId="1076"/>
          <ac:picMkLst>
            <pc:docMk/>
            <pc:sldMk cId="3621742425" sldId="276"/>
            <ac:picMk id="5" creationId="{48A92B06-E8F1-465B-BA38-C701071C2CB0}"/>
          </ac:picMkLst>
        </pc:picChg>
        <pc:picChg chg="del">
          <ac:chgData name="Ronnel D. Palenzuela" userId="27216d6f-a712-48da-bcb2-613e4bc945ac" providerId="ADAL" clId="{16736750-74B4-184C-AACF-97E7E4B9FAA6}" dt="2024-08-11T09:35:36.078" v="1496" actId="478"/>
          <ac:picMkLst>
            <pc:docMk/>
            <pc:sldMk cId="3621742425" sldId="276"/>
            <ac:picMk id="8" creationId="{6A41232A-1391-85E0-E984-111E1B99BCB9}"/>
          </ac:picMkLst>
        </pc:picChg>
        <pc:picChg chg="del">
          <ac:chgData name="Ronnel D. Palenzuela" userId="27216d6f-a712-48da-bcb2-613e4bc945ac" providerId="ADAL" clId="{16736750-74B4-184C-AACF-97E7E4B9FAA6}" dt="2024-08-11T09:35:36.389" v="1497" actId="478"/>
          <ac:picMkLst>
            <pc:docMk/>
            <pc:sldMk cId="3621742425" sldId="276"/>
            <ac:picMk id="9" creationId="{EC279DBC-B987-F36B-2CF3-861842904062}"/>
          </ac:picMkLst>
        </pc:picChg>
      </pc:sldChg>
      <pc:sldChg chg="addSp delSp modSp add del mod modNotesTx">
        <pc:chgData name="Ronnel D. Palenzuela" userId="27216d6f-a712-48da-bcb2-613e4bc945ac" providerId="ADAL" clId="{16736750-74B4-184C-AACF-97E7E4B9FAA6}" dt="2024-08-11T10:21:41.293" v="1630"/>
        <pc:sldMkLst>
          <pc:docMk/>
          <pc:sldMk cId="908275361" sldId="277"/>
        </pc:sldMkLst>
        <pc:spChg chg="mod">
          <ac:chgData name="Ronnel D. Palenzuela" userId="27216d6f-a712-48da-bcb2-613e4bc945ac" providerId="ADAL" clId="{16736750-74B4-184C-AACF-97E7E4B9FAA6}" dt="2024-08-11T10:17:35.535" v="1565" actId="20577"/>
          <ac:spMkLst>
            <pc:docMk/>
            <pc:sldMk cId="908275361" sldId="27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19:03.303" v="1605" actId="207"/>
          <ac:spMkLst>
            <pc:docMk/>
            <pc:sldMk cId="908275361" sldId="277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12:20.490" v="1529" actId="478"/>
          <ac:picMkLst>
            <pc:docMk/>
            <pc:sldMk cId="908275361" sldId="277"/>
            <ac:picMk id="4" creationId="{7D236930-8DEA-71E6-6EFE-32878ED88FCB}"/>
          </ac:picMkLst>
        </pc:picChg>
        <pc:picChg chg="del">
          <ac:chgData name="Ronnel D. Palenzuela" userId="27216d6f-a712-48da-bcb2-613e4bc945ac" providerId="ADAL" clId="{16736750-74B4-184C-AACF-97E7E4B9FAA6}" dt="2024-08-11T10:12:20.868" v="1530" actId="478"/>
          <ac:picMkLst>
            <pc:docMk/>
            <pc:sldMk cId="908275361" sldId="277"/>
            <ac:picMk id="5" creationId="{48A92B06-E8F1-465B-BA38-C701071C2CB0}"/>
          </ac:picMkLst>
        </pc:picChg>
        <pc:picChg chg="add del mod">
          <ac:chgData name="Ronnel D. Palenzuela" userId="27216d6f-a712-48da-bcb2-613e4bc945ac" providerId="ADAL" clId="{16736750-74B4-184C-AACF-97E7E4B9FAA6}" dt="2024-08-11T10:17:55.266" v="1566" actId="478"/>
          <ac:picMkLst>
            <pc:docMk/>
            <pc:sldMk cId="908275361" sldId="277"/>
            <ac:picMk id="6" creationId="{95424F7C-61E3-7971-3ED3-0E45DFC06ACC}"/>
          </ac:picMkLst>
        </pc:picChg>
        <pc:picChg chg="add mod">
          <ac:chgData name="Ronnel D. Palenzuela" userId="27216d6f-a712-48da-bcb2-613e4bc945ac" providerId="ADAL" clId="{16736750-74B4-184C-AACF-97E7E4B9FAA6}" dt="2024-08-11T10:18:17.368" v="1576" actId="1076"/>
          <ac:picMkLst>
            <pc:docMk/>
            <pc:sldMk cId="908275361" sldId="277"/>
            <ac:picMk id="7" creationId="{9516A05D-894B-7EC0-51E9-33F7A244CA5D}"/>
          </ac:picMkLst>
        </pc:picChg>
        <pc:picChg chg="add mod">
          <ac:chgData name="Ronnel D. Palenzuela" userId="27216d6f-a712-48da-bcb2-613e4bc945ac" providerId="ADAL" clId="{16736750-74B4-184C-AACF-97E7E4B9FAA6}" dt="2024-08-11T10:18:22.970" v="1580" actId="14100"/>
          <ac:picMkLst>
            <pc:docMk/>
            <pc:sldMk cId="908275361" sldId="277"/>
            <ac:picMk id="8" creationId="{597AEF6E-CBAA-343D-A111-EC13F3B7896F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0:29:24.402" v="1741" actId="1076"/>
        <pc:sldMkLst>
          <pc:docMk/>
          <pc:sldMk cId="928633288" sldId="278"/>
        </pc:sldMkLst>
        <pc:spChg chg="mod">
          <ac:chgData name="Ronnel D. Palenzuela" userId="27216d6f-a712-48da-bcb2-613e4bc945ac" providerId="ADAL" clId="{16736750-74B4-184C-AACF-97E7E4B9FAA6}" dt="2024-08-11T10:22:14.060" v="1661" actId="20577"/>
          <ac:spMkLst>
            <pc:docMk/>
            <pc:sldMk cId="928633288" sldId="27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28:32.158" v="1730" actId="207"/>
          <ac:spMkLst>
            <pc:docMk/>
            <pc:sldMk cId="928633288" sldId="27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0:29:23.562" v="1740" actId="1076"/>
          <ac:picMkLst>
            <pc:docMk/>
            <pc:sldMk cId="928633288" sldId="278"/>
            <ac:picMk id="4" creationId="{52F48CE9-2A4C-9BB0-0621-C561F6B91A33}"/>
          </ac:picMkLst>
        </pc:picChg>
        <pc:picChg chg="add mod">
          <ac:chgData name="Ronnel D. Palenzuela" userId="27216d6f-a712-48da-bcb2-613e4bc945ac" providerId="ADAL" clId="{16736750-74B4-184C-AACF-97E7E4B9FAA6}" dt="2024-08-11T10:29:24.402" v="1741" actId="1076"/>
          <ac:picMkLst>
            <pc:docMk/>
            <pc:sldMk cId="928633288" sldId="278"/>
            <ac:picMk id="5" creationId="{59B35BCD-7340-3A02-2CB8-2FBE0A617B62}"/>
          </ac:picMkLst>
        </pc:picChg>
        <pc:picChg chg="del">
          <ac:chgData name="Ronnel D. Palenzuela" userId="27216d6f-a712-48da-bcb2-613e4bc945ac" providerId="ADAL" clId="{16736750-74B4-184C-AACF-97E7E4B9FAA6}" dt="2024-08-11T10:22:22.851" v="1662" actId="478"/>
          <ac:picMkLst>
            <pc:docMk/>
            <pc:sldMk cId="928633288" sldId="278"/>
            <ac:picMk id="7" creationId="{9516A05D-894B-7EC0-51E9-33F7A244CA5D}"/>
          </ac:picMkLst>
        </pc:picChg>
        <pc:picChg chg="del">
          <ac:chgData name="Ronnel D. Palenzuela" userId="27216d6f-a712-48da-bcb2-613e4bc945ac" providerId="ADAL" clId="{16736750-74B4-184C-AACF-97E7E4B9FAA6}" dt="2024-08-11T10:22:24.031" v="1663" actId="478"/>
          <ac:picMkLst>
            <pc:docMk/>
            <pc:sldMk cId="928633288" sldId="278"/>
            <ac:picMk id="8" creationId="{597AEF6E-CBAA-343D-A111-EC13F3B7896F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0:50:20.515" v="1826" actId="1076"/>
        <pc:sldMkLst>
          <pc:docMk/>
          <pc:sldMk cId="2220697961" sldId="279"/>
        </pc:sldMkLst>
        <pc:spChg chg="mod">
          <ac:chgData name="Ronnel D. Palenzuela" userId="27216d6f-a712-48da-bcb2-613e4bc945ac" providerId="ADAL" clId="{16736750-74B4-184C-AACF-97E7E4B9FAA6}" dt="2024-08-11T10:33:50.865" v="1743"/>
          <ac:spMkLst>
            <pc:docMk/>
            <pc:sldMk cId="2220697961" sldId="27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36:20.786" v="1790"/>
          <ac:spMkLst>
            <pc:docMk/>
            <pc:sldMk cId="2220697961" sldId="279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33:52.820" v="1744" actId="478"/>
          <ac:picMkLst>
            <pc:docMk/>
            <pc:sldMk cId="2220697961" sldId="279"/>
            <ac:picMk id="4" creationId="{52F48CE9-2A4C-9BB0-0621-C561F6B91A33}"/>
          </ac:picMkLst>
        </pc:picChg>
        <pc:picChg chg="del">
          <ac:chgData name="Ronnel D. Palenzuela" userId="27216d6f-a712-48da-bcb2-613e4bc945ac" providerId="ADAL" clId="{16736750-74B4-184C-AACF-97E7E4B9FAA6}" dt="2024-08-11T10:33:53.161" v="1745" actId="478"/>
          <ac:picMkLst>
            <pc:docMk/>
            <pc:sldMk cId="2220697961" sldId="279"/>
            <ac:picMk id="5" creationId="{59B35BCD-7340-3A02-2CB8-2FBE0A617B62}"/>
          </ac:picMkLst>
        </pc:picChg>
        <pc:picChg chg="add del mod">
          <ac:chgData name="Ronnel D. Palenzuela" userId="27216d6f-a712-48da-bcb2-613e4bc945ac" providerId="ADAL" clId="{16736750-74B4-184C-AACF-97E7E4B9FAA6}" dt="2024-08-11T10:35:17.454" v="1755" actId="478"/>
          <ac:picMkLst>
            <pc:docMk/>
            <pc:sldMk cId="2220697961" sldId="279"/>
            <ac:picMk id="6" creationId="{444F1BE0-3550-1DD3-6280-D3193130D524}"/>
          </ac:picMkLst>
        </pc:picChg>
        <pc:picChg chg="add mod">
          <ac:chgData name="Ronnel D. Palenzuela" userId="27216d6f-a712-48da-bcb2-613e4bc945ac" providerId="ADAL" clId="{16736750-74B4-184C-AACF-97E7E4B9FAA6}" dt="2024-08-11T10:50:20.515" v="1826" actId="1076"/>
          <ac:picMkLst>
            <pc:docMk/>
            <pc:sldMk cId="2220697961" sldId="279"/>
            <ac:picMk id="7" creationId="{BFD45AA0-5DC9-0774-19EF-195C6A1F5405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02:07.030" v="1881"/>
        <pc:sldMkLst>
          <pc:docMk/>
          <pc:sldMk cId="2456681114" sldId="280"/>
        </pc:sldMkLst>
        <pc:spChg chg="mod">
          <ac:chgData name="Ronnel D. Palenzuela" userId="27216d6f-a712-48da-bcb2-613e4bc945ac" providerId="ADAL" clId="{16736750-74B4-184C-AACF-97E7E4B9FAA6}" dt="2024-08-11T10:50:13.888" v="1824" actId="20577"/>
          <ac:spMkLst>
            <pc:docMk/>
            <pc:sldMk cId="2456681114" sldId="28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01:42.294" v="1880" actId="27636"/>
          <ac:spMkLst>
            <pc:docMk/>
            <pc:sldMk cId="2456681114" sldId="280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0:52:05.480" v="1866" actId="1076"/>
          <ac:picMkLst>
            <pc:docMk/>
            <pc:sldMk cId="2456681114" sldId="280"/>
            <ac:picMk id="4" creationId="{73833336-6A94-55AD-10D0-0089D9921599}"/>
          </ac:picMkLst>
        </pc:picChg>
        <pc:picChg chg="add mod">
          <ac:chgData name="Ronnel D. Palenzuela" userId="27216d6f-a712-48da-bcb2-613e4bc945ac" providerId="ADAL" clId="{16736750-74B4-184C-AACF-97E7E4B9FAA6}" dt="2024-08-11T10:52:07.011" v="1867" actId="1076"/>
          <ac:picMkLst>
            <pc:docMk/>
            <pc:sldMk cId="2456681114" sldId="280"/>
            <ac:picMk id="5" creationId="{A413D30E-4FEC-659F-7A93-6D8C19127C82}"/>
          </ac:picMkLst>
        </pc:picChg>
        <pc:picChg chg="del">
          <ac:chgData name="Ronnel D. Palenzuela" userId="27216d6f-a712-48da-bcb2-613e4bc945ac" providerId="ADAL" clId="{16736750-74B4-184C-AACF-97E7E4B9FAA6}" dt="2024-08-11T10:50:15.693" v="1825" actId="478"/>
          <ac:picMkLst>
            <pc:docMk/>
            <pc:sldMk cId="2456681114" sldId="280"/>
            <ac:picMk id="7" creationId="{BFD45AA0-5DC9-0774-19EF-195C6A1F5405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25:32.352" v="2048" actId="1076"/>
        <pc:sldMkLst>
          <pc:docMk/>
          <pc:sldMk cId="1557213172" sldId="281"/>
        </pc:sldMkLst>
        <pc:spChg chg="mod">
          <ac:chgData name="Ronnel D. Palenzuela" userId="27216d6f-a712-48da-bcb2-613e4bc945ac" providerId="ADAL" clId="{16736750-74B4-184C-AACF-97E7E4B9FAA6}" dt="2024-08-11T11:15:51.541" v="1975" actId="20577"/>
          <ac:spMkLst>
            <pc:docMk/>
            <pc:sldMk cId="1557213172" sldId="28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16:45.122" v="2003" actId="207"/>
          <ac:spMkLst>
            <pc:docMk/>
            <pc:sldMk cId="1557213172" sldId="281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58:22.444" v="1871" actId="478"/>
          <ac:picMkLst>
            <pc:docMk/>
            <pc:sldMk cId="1557213172" sldId="281"/>
            <ac:picMk id="4" creationId="{73833336-6A94-55AD-10D0-0089D9921599}"/>
          </ac:picMkLst>
        </pc:picChg>
        <pc:picChg chg="del">
          <ac:chgData name="Ronnel D. Palenzuela" userId="27216d6f-a712-48da-bcb2-613e4bc945ac" providerId="ADAL" clId="{16736750-74B4-184C-AACF-97E7E4B9FAA6}" dt="2024-08-11T10:58:21.160" v="1870" actId="478"/>
          <ac:picMkLst>
            <pc:docMk/>
            <pc:sldMk cId="1557213172" sldId="281"/>
            <ac:picMk id="5" creationId="{A413D30E-4FEC-659F-7A93-6D8C19127C82}"/>
          </ac:picMkLst>
        </pc:picChg>
        <pc:picChg chg="add del mod">
          <ac:chgData name="Ronnel D. Palenzuela" userId="27216d6f-a712-48da-bcb2-613e4bc945ac" providerId="ADAL" clId="{16736750-74B4-184C-AACF-97E7E4B9FAA6}" dt="2024-08-11T11:23:21.071" v="2009" actId="478"/>
          <ac:picMkLst>
            <pc:docMk/>
            <pc:sldMk cId="1557213172" sldId="281"/>
            <ac:picMk id="6" creationId="{852FA35F-6B76-3ACC-4F39-F65EF2740076}"/>
          </ac:picMkLst>
        </pc:picChg>
        <pc:picChg chg="add mod">
          <ac:chgData name="Ronnel D. Palenzuela" userId="27216d6f-a712-48da-bcb2-613e4bc945ac" providerId="ADAL" clId="{16736750-74B4-184C-AACF-97E7E4B9FAA6}" dt="2024-08-11T11:25:32.352" v="2048" actId="1076"/>
          <ac:picMkLst>
            <pc:docMk/>
            <pc:sldMk cId="1557213172" sldId="281"/>
            <ac:picMk id="7" creationId="{C0442B70-B5E1-0D06-9A6B-2C529318C43C}"/>
          </ac:picMkLst>
        </pc:picChg>
        <pc:picChg chg="add mod">
          <ac:chgData name="Ronnel D. Palenzuela" userId="27216d6f-a712-48da-bcb2-613e4bc945ac" providerId="ADAL" clId="{16736750-74B4-184C-AACF-97E7E4B9FAA6}" dt="2024-08-11T11:25:25.205" v="2043" actId="1076"/>
          <ac:picMkLst>
            <pc:docMk/>
            <pc:sldMk cId="1557213172" sldId="281"/>
            <ac:picMk id="8" creationId="{2E2C6D27-AF3A-A4C2-F435-87D1586FAACA}"/>
          </ac:picMkLst>
        </pc:picChg>
        <pc:picChg chg="add mod">
          <ac:chgData name="Ronnel D. Palenzuela" userId="27216d6f-a712-48da-bcb2-613e4bc945ac" providerId="ADAL" clId="{16736750-74B4-184C-AACF-97E7E4B9FAA6}" dt="2024-08-11T11:25:26.120" v="2044" actId="1076"/>
          <ac:picMkLst>
            <pc:docMk/>
            <pc:sldMk cId="1557213172" sldId="281"/>
            <ac:picMk id="9" creationId="{18FD6C3D-98D6-CC9C-69FF-706FEBC56D5E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38:34.643" v="2166" actId="1076"/>
        <pc:sldMkLst>
          <pc:docMk/>
          <pc:sldMk cId="296683317" sldId="282"/>
        </pc:sldMkLst>
        <pc:spChg chg="mod">
          <ac:chgData name="Ronnel D. Palenzuela" userId="27216d6f-a712-48da-bcb2-613e4bc945ac" providerId="ADAL" clId="{16736750-74B4-184C-AACF-97E7E4B9FAA6}" dt="2024-08-11T11:36:00.243" v="2116"/>
          <ac:spMkLst>
            <pc:docMk/>
            <pc:sldMk cId="296683317" sldId="28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36:43.156" v="2154" actId="33524"/>
          <ac:spMkLst>
            <pc:docMk/>
            <pc:sldMk cId="296683317" sldId="282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11:37:17.460" v="2156" actId="22"/>
          <ac:spMkLst>
            <pc:docMk/>
            <pc:sldMk cId="296683317" sldId="282"/>
            <ac:spMk id="5" creationId="{01186E94-225A-646B-6BE7-DE3170C2B523}"/>
          </ac:spMkLst>
        </pc:spChg>
        <pc:picChg chg="add mod">
          <ac:chgData name="Ronnel D. Palenzuela" userId="27216d6f-a712-48da-bcb2-613e4bc945ac" providerId="ADAL" clId="{16736750-74B4-184C-AACF-97E7E4B9FAA6}" dt="2024-08-11T11:38:34.643" v="2166" actId="1076"/>
          <ac:picMkLst>
            <pc:docMk/>
            <pc:sldMk cId="296683317" sldId="282"/>
            <ac:picMk id="6" creationId="{C94A0A88-9294-A7B5-558E-0329F8DF2C01}"/>
          </ac:picMkLst>
        </pc:picChg>
        <pc:picChg chg="del">
          <ac:chgData name="Ronnel D. Palenzuela" userId="27216d6f-a712-48da-bcb2-613e4bc945ac" providerId="ADAL" clId="{16736750-74B4-184C-AACF-97E7E4B9FAA6}" dt="2024-08-11T11:35:26.093" v="2099" actId="478"/>
          <ac:picMkLst>
            <pc:docMk/>
            <pc:sldMk cId="296683317" sldId="282"/>
            <ac:picMk id="7" creationId="{C0442B70-B5E1-0D06-9A6B-2C529318C43C}"/>
          </ac:picMkLst>
        </pc:picChg>
        <pc:picChg chg="del">
          <ac:chgData name="Ronnel D. Palenzuela" userId="27216d6f-a712-48da-bcb2-613e4bc945ac" providerId="ADAL" clId="{16736750-74B4-184C-AACF-97E7E4B9FAA6}" dt="2024-08-11T11:35:26.422" v="2100" actId="478"/>
          <ac:picMkLst>
            <pc:docMk/>
            <pc:sldMk cId="296683317" sldId="282"/>
            <ac:picMk id="8" creationId="{2E2C6D27-AF3A-A4C2-F435-87D1586FAACA}"/>
          </ac:picMkLst>
        </pc:picChg>
        <pc:picChg chg="del">
          <ac:chgData name="Ronnel D. Palenzuela" userId="27216d6f-a712-48da-bcb2-613e4bc945ac" providerId="ADAL" clId="{16736750-74B4-184C-AACF-97E7E4B9FAA6}" dt="2024-08-11T11:35:26.655" v="2101" actId="478"/>
          <ac:picMkLst>
            <pc:docMk/>
            <pc:sldMk cId="296683317" sldId="282"/>
            <ac:picMk id="9" creationId="{18FD6C3D-98D6-CC9C-69FF-706FEBC56D5E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44:29.650" v="2204" actId="20577"/>
        <pc:sldMkLst>
          <pc:docMk/>
          <pc:sldMk cId="993575964" sldId="283"/>
        </pc:sldMkLst>
        <pc:spChg chg="mod">
          <ac:chgData name="Ronnel D. Palenzuela" userId="27216d6f-a712-48da-bcb2-613e4bc945ac" providerId="ADAL" clId="{16736750-74B4-184C-AACF-97E7E4B9FAA6}" dt="2024-08-11T11:39:12.084" v="2168"/>
          <ac:spMkLst>
            <pc:docMk/>
            <pc:sldMk cId="993575964" sldId="28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40:34.052" v="2197" actId="207"/>
          <ac:spMkLst>
            <pc:docMk/>
            <pc:sldMk cId="993575964" sldId="283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1:43:38.835" v="2202" actId="1076"/>
          <ac:picMkLst>
            <pc:docMk/>
            <pc:sldMk cId="993575964" sldId="283"/>
            <ac:picMk id="4" creationId="{B7960360-83A2-6270-EECE-30A36048B200}"/>
          </ac:picMkLst>
        </pc:picChg>
        <pc:picChg chg="del">
          <ac:chgData name="Ronnel D. Palenzuela" userId="27216d6f-a712-48da-bcb2-613e4bc945ac" providerId="ADAL" clId="{16736750-74B4-184C-AACF-97E7E4B9FAA6}" dt="2024-08-11T11:39:13.621" v="2169" actId="478"/>
          <ac:picMkLst>
            <pc:docMk/>
            <pc:sldMk cId="993575964" sldId="283"/>
            <ac:picMk id="6" creationId="{C94A0A88-9294-A7B5-558E-0329F8DF2C01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50:32.912" v="2231" actId="1076"/>
        <pc:sldMkLst>
          <pc:docMk/>
          <pc:sldMk cId="1253337562" sldId="284"/>
        </pc:sldMkLst>
        <pc:spChg chg="mod">
          <ac:chgData name="Ronnel D. Palenzuela" userId="27216d6f-a712-48da-bcb2-613e4bc945ac" providerId="ADAL" clId="{16736750-74B4-184C-AACF-97E7E4B9FAA6}" dt="2024-08-11T11:45:06.797" v="2206"/>
          <ac:spMkLst>
            <pc:docMk/>
            <pc:sldMk cId="1253337562" sldId="284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48:12.471" v="2222"/>
          <ac:spMkLst>
            <pc:docMk/>
            <pc:sldMk cId="1253337562" sldId="284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1:48:48.651" v="2224" actId="478"/>
          <ac:picMkLst>
            <pc:docMk/>
            <pc:sldMk cId="1253337562" sldId="284"/>
            <ac:picMk id="4" creationId="{B7960360-83A2-6270-EECE-30A36048B200}"/>
          </ac:picMkLst>
        </pc:picChg>
        <pc:picChg chg="add mod">
          <ac:chgData name="Ronnel D. Palenzuela" userId="27216d6f-a712-48da-bcb2-613e4bc945ac" providerId="ADAL" clId="{16736750-74B4-184C-AACF-97E7E4B9FAA6}" dt="2024-08-11T11:50:17.104" v="2227" actId="1076"/>
          <ac:picMkLst>
            <pc:docMk/>
            <pc:sldMk cId="1253337562" sldId="284"/>
            <ac:picMk id="5" creationId="{9D0F0297-4AB5-4797-A885-928619C7A572}"/>
          </ac:picMkLst>
        </pc:picChg>
        <pc:picChg chg="add mod">
          <ac:chgData name="Ronnel D. Palenzuela" userId="27216d6f-a712-48da-bcb2-613e4bc945ac" providerId="ADAL" clId="{16736750-74B4-184C-AACF-97E7E4B9FAA6}" dt="2024-08-11T11:50:32.912" v="2231" actId="1076"/>
          <ac:picMkLst>
            <pc:docMk/>
            <pc:sldMk cId="1253337562" sldId="284"/>
            <ac:picMk id="6" creationId="{F1C8719A-AF10-CA25-32B8-5B12B63B6F48}"/>
          </ac:picMkLst>
        </pc:picChg>
      </pc:sldChg>
      <pc:sldChg chg="addSp delSp modSp add mod">
        <pc:chgData name="Ronnel D. Palenzuela" userId="27216d6f-a712-48da-bcb2-613e4bc945ac" providerId="ADAL" clId="{16736750-74B4-184C-AACF-97E7E4B9FAA6}" dt="2024-08-11T12:26:02.933" v="2546" actId="20577"/>
        <pc:sldMkLst>
          <pc:docMk/>
          <pc:sldMk cId="2980579114" sldId="285"/>
        </pc:sldMkLst>
        <pc:spChg chg="mod">
          <ac:chgData name="Ronnel D. Palenzuela" userId="27216d6f-a712-48da-bcb2-613e4bc945ac" providerId="ADAL" clId="{16736750-74B4-184C-AACF-97E7E4B9FAA6}" dt="2024-08-11T12:25:58.060" v="2543" actId="20577"/>
          <ac:spMkLst>
            <pc:docMk/>
            <pc:sldMk cId="2980579114" sldId="28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26:02.933" v="2546" actId="20577"/>
          <ac:spMkLst>
            <pc:docMk/>
            <pc:sldMk cId="2980579114" sldId="285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2:11:35.139" v="2251" actId="1076"/>
          <ac:picMkLst>
            <pc:docMk/>
            <pc:sldMk cId="2980579114" sldId="285"/>
            <ac:picMk id="4" creationId="{74248AEE-FABF-0F2A-B1B2-1777799F48BD}"/>
          </ac:picMkLst>
        </pc:picChg>
        <pc:picChg chg="del">
          <ac:chgData name="Ronnel D. Palenzuela" userId="27216d6f-a712-48da-bcb2-613e4bc945ac" providerId="ADAL" clId="{16736750-74B4-184C-AACF-97E7E4B9FAA6}" dt="2024-08-11T12:09:33.931" v="2234" actId="478"/>
          <ac:picMkLst>
            <pc:docMk/>
            <pc:sldMk cId="2980579114" sldId="285"/>
            <ac:picMk id="5" creationId="{9D0F0297-4AB5-4797-A885-928619C7A572}"/>
          </ac:picMkLst>
        </pc:picChg>
        <pc:picChg chg="del">
          <ac:chgData name="Ronnel D. Palenzuela" userId="27216d6f-a712-48da-bcb2-613e4bc945ac" providerId="ADAL" clId="{16736750-74B4-184C-AACF-97E7E4B9FAA6}" dt="2024-08-11T12:09:35.158" v="2235" actId="478"/>
          <ac:picMkLst>
            <pc:docMk/>
            <pc:sldMk cId="2980579114" sldId="285"/>
            <ac:picMk id="6" creationId="{F1C8719A-AF10-CA25-32B8-5B12B63B6F48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2:25:18.008" v="2520" actId="1076"/>
        <pc:sldMkLst>
          <pc:docMk/>
          <pc:sldMk cId="1581186720" sldId="286"/>
        </pc:sldMkLst>
        <pc:spChg chg="mod">
          <ac:chgData name="Ronnel D. Palenzuela" userId="27216d6f-a712-48da-bcb2-613e4bc945ac" providerId="ADAL" clId="{16736750-74B4-184C-AACF-97E7E4B9FAA6}" dt="2024-08-11T12:25:16.630" v="2519" actId="1076"/>
          <ac:spMkLst>
            <pc:docMk/>
            <pc:sldMk cId="1581186720" sldId="286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736750-74B4-184C-AACF-97E7E4B9FAA6}" dt="2024-08-11T12:25:18.008" v="2520" actId="1076"/>
          <ac:spMkLst>
            <pc:docMk/>
            <pc:sldMk cId="1581186720" sldId="286"/>
            <ac:spMk id="5" creationId="{63E79591-2F27-370E-329D-A0B622A8CFA5}"/>
          </ac:spMkLst>
        </pc:spChg>
        <pc:spChg chg="add mod">
          <ac:chgData name="Ronnel D. Palenzuela" userId="27216d6f-a712-48da-bcb2-613e4bc945ac" providerId="ADAL" clId="{16736750-74B4-184C-AACF-97E7E4B9FAA6}" dt="2024-08-11T12:22:19.024" v="2454"/>
          <ac:spMkLst>
            <pc:docMk/>
            <pc:sldMk cId="1581186720" sldId="286"/>
            <ac:spMk id="6" creationId="{8E044E04-0B5A-32C0-8EEE-D905F6C6381E}"/>
          </ac:spMkLst>
        </pc:spChg>
        <pc:spChg chg="add mod">
          <ac:chgData name="Ronnel D. Palenzuela" userId="27216d6f-a712-48da-bcb2-613e4bc945ac" providerId="ADAL" clId="{16736750-74B4-184C-AACF-97E7E4B9FAA6}" dt="2024-08-11T12:22:33.783" v="2457" actId="767"/>
          <ac:spMkLst>
            <pc:docMk/>
            <pc:sldMk cId="1581186720" sldId="286"/>
            <ac:spMk id="7" creationId="{75AD83E7-4E98-C144-0CA8-1D34A9078DFC}"/>
          </ac:spMkLst>
        </pc:spChg>
        <pc:spChg chg="add del">
          <ac:chgData name="Ronnel D. Palenzuela" userId="27216d6f-a712-48da-bcb2-613e4bc945ac" providerId="ADAL" clId="{16736750-74B4-184C-AACF-97E7E4B9FAA6}" dt="2024-08-11T12:24:47.787" v="2511" actId="22"/>
          <ac:spMkLst>
            <pc:docMk/>
            <pc:sldMk cId="1581186720" sldId="286"/>
            <ac:spMk id="9" creationId="{5AFEA3DF-0E3B-7218-22F8-B412FEC8C03F}"/>
          </ac:spMkLst>
        </pc:spChg>
        <pc:picChg chg="del">
          <ac:chgData name="Ronnel D. Palenzuela" userId="27216d6f-a712-48da-bcb2-613e4bc945ac" providerId="ADAL" clId="{16736750-74B4-184C-AACF-97E7E4B9FAA6}" dt="2024-08-11T12:15:21.761" v="2282" actId="478"/>
          <ac:picMkLst>
            <pc:docMk/>
            <pc:sldMk cId="1581186720" sldId="286"/>
            <ac:picMk id="4" creationId="{74248AEE-FABF-0F2A-B1B2-1777799F48BD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2:32:58.139" v="2586"/>
        <pc:sldMkLst>
          <pc:docMk/>
          <pc:sldMk cId="4278137860" sldId="287"/>
        </pc:sldMkLst>
        <pc:spChg chg="mod">
          <ac:chgData name="Ronnel D. Palenzuela" userId="27216d6f-a712-48da-bcb2-613e4bc945ac" providerId="ADAL" clId="{16736750-74B4-184C-AACF-97E7E4B9FAA6}" dt="2024-08-11T12:26:17.544" v="2548"/>
          <ac:spMkLst>
            <pc:docMk/>
            <pc:sldMk cId="4278137860" sldId="28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27:02.548" v="2568"/>
          <ac:spMkLst>
            <pc:docMk/>
            <pc:sldMk cId="4278137860" sldId="287"/>
            <ac:spMk id="3" creationId="{F9E9654B-D8E5-22CA-371A-57FADD13842B}"/>
          </ac:spMkLst>
        </pc:spChg>
        <pc:spChg chg="del">
          <ac:chgData name="Ronnel D. Palenzuela" userId="27216d6f-a712-48da-bcb2-613e4bc945ac" providerId="ADAL" clId="{16736750-74B4-184C-AACF-97E7E4B9FAA6}" dt="2024-08-11T12:26:19.941" v="2549" actId="478"/>
          <ac:spMkLst>
            <pc:docMk/>
            <pc:sldMk cId="4278137860" sldId="287"/>
            <ac:spMk id="5" creationId="{63E79591-2F27-370E-329D-A0B622A8CFA5}"/>
          </ac:spMkLst>
        </pc:spChg>
        <pc:picChg chg="add mod">
          <ac:chgData name="Ronnel D. Palenzuela" userId="27216d6f-a712-48da-bcb2-613e4bc945ac" providerId="ADAL" clId="{16736750-74B4-184C-AACF-97E7E4B9FAA6}" dt="2024-08-11T12:30:03.374" v="2578" actId="1076"/>
          <ac:picMkLst>
            <pc:docMk/>
            <pc:sldMk cId="4278137860" sldId="287"/>
            <ac:picMk id="4" creationId="{C94F73C7-EE3C-5039-6716-AA5F092B56AC}"/>
          </ac:picMkLst>
        </pc:picChg>
        <pc:picChg chg="add mod">
          <ac:chgData name="Ronnel D. Palenzuela" userId="27216d6f-a712-48da-bcb2-613e4bc945ac" providerId="ADAL" clId="{16736750-74B4-184C-AACF-97E7E4B9FAA6}" dt="2024-08-11T12:30:04.674" v="2579" actId="1076"/>
          <ac:picMkLst>
            <pc:docMk/>
            <pc:sldMk cId="4278137860" sldId="287"/>
            <ac:picMk id="6" creationId="{7982849D-C7FF-134E-B589-F96BF9176D03}"/>
          </ac:picMkLst>
        </pc:picChg>
      </pc:sldChg>
      <pc:sldChg chg="delSp modSp add mod">
        <pc:chgData name="Ronnel D. Palenzuela" userId="27216d6f-a712-48da-bcb2-613e4bc945ac" providerId="ADAL" clId="{16736750-74B4-184C-AACF-97E7E4B9FAA6}" dt="2024-08-12T02:16:02.449" v="3153" actId="20577"/>
        <pc:sldMkLst>
          <pc:docMk/>
          <pc:sldMk cId="3972629357" sldId="288"/>
        </pc:sldMkLst>
        <pc:spChg chg="mod">
          <ac:chgData name="Ronnel D. Palenzuela" userId="27216d6f-a712-48da-bcb2-613e4bc945ac" providerId="ADAL" clId="{16736750-74B4-184C-AACF-97E7E4B9FAA6}" dt="2024-08-12T02:16:02.449" v="3153" actId="20577"/>
          <ac:spMkLst>
            <pc:docMk/>
            <pc:sldMk cId="3972629357" sldId="28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11:51.983" v="3029" actId="207"/>
          <ac:spMkLst>
            <pc:docMk/>
            <pc:sldMk cId="3972629357" sldId="288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2T01:08:18.288" v="2654" actId="478"/>
          <ac:picMkLst>
            <pc:docMk/>
            <pc:sldMk cId="3972629357" sldId="288"/>
            <ac:picMk id="4" creationId="{C94F73C7-EE3C-5039-6716-AA5F092B56AC}"/>
          </ac:picMkLst>
        </pc:picChg>
        <pc:picChg chg="del">
          <ac:chgData name="Ronnel D. Palenzuela" userId="27216d6f-a712-48da-bcb2-613e4bc945ac" providerId="ADAL" clId="{16736750-74B4-184C-AACF-97E7E4B9FAA6}" dt="2024-08-12T01:08:18.480" v="2655" actId="478"/>
          <ac:picMkLst>
            <pc:docMk/>
            <pc:sldMk cId="3972629357" sldId="288"/>
            <ac:picMk id="6" creationId="{7982849D-C7FF-134E-B589-F96BF9176D03}"/>
          </ac:picMkLst>
        </pc:picChg>
      </pc:sldChg>
      <pc:sldChg chg="modSp add mod">
        <pc:chgData name="Ronnel D. Palenzuela" userId="27216d6f-a712-48da-bcb2-613e4bc945ac" providerId="ADAL" clId="{16736750-74B4-184C-AACF-97E7E4B9FAA6}" dt="2024-08-12T02:22:03.220" v="3182" actId="11"/>
        <pc:sldMkLst>
          <pc:docMk/>
          <pc:sldMk cId="2990164252" sldId="289"/>
        </pc:sldMkLst>
        <pc:spChg chg="mod">
          <ac:chgData name="Ronnel D. Palenzuela" userId="27216d6f-a712-48da-bcb2-613e4bc945ac" providerId="ADAL" clId="{16736750-74B4-184C-AACF-97E7E4B9FAA6}" dt="2024-08-12T02:16:06.498" v="3154" actId="20577"/>
          <ac:spMkLst>
            <pc:docMk/>
            <pc:sldMk cId="2990164252" sldId="28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22:03.220" v="3182" actId="11"/>
          <ac:spMkLst>
            <pc:docMk/>
            <pc:sldMk cId="2990164252" sldId="289"/>
            <ac:spMk id="3" creationId="{F9E9654B-D8E5-22CA-371A-57FADD13842B}"/>
          </ac:spMkLst>
        </pc:spChg>
      </pc:sldChg>
      <pc:sldChg chg="modSp add mod">
        <pc:chgData name="Ronnel D. Palenzuela" userId="27216d6f-a712-48da-bcb2-613e4bc945ac" providerId="ADAL" clId="{16736750-74B4-184C-AACF-97E7E4B9FAA6}" dt="2024-08-13T03:37:12.131" v="3508" actId="207"/>
        <pc:sldMkLst>
          <pc:docMk/>
          <pc:sldMk cId="1111498698" sldId="290"/>
        </pc:sldMkLst>
        <pc:spChg chg="mod">
          <ac:chgData name="Ronnel D. Palenzuela" userId="27216d6f-a712-48da-bcb2-613e4bc945ac" providerId="ADAL" clId="{16736750-74B4-184C-AACF-97E7E4B9FAA6}" dt="2024-08-13T03:27:17.210" v="3359" actId="20577"/>
          <ac:spMkLst>
            <pc:docMk/>
            <pc:sldMk cId="1111498698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3T03:37:12.131" v="3508" actId="207"/>
          <ac:spMkLst>
            <pc:docMk/>
            <pc:sldMk cId="1111498698" sldId="290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927110459" sldId="290"/>
        </pc:sldMkLst>
        <pc:spChg chg="mod">
          <ac:chgData name="Ronnel D. Palenzuela" userId="27216d6f-a712-48da-bcb2-613e4bc945ac" providerId="ADAL" clId="{16736750-74B4-184C-AACF-97E7E4B9FAA6}" dt="2024-08-12T02:17:40.195" v="3179" actId="20577"/>
          <ac:spMkLst>
            <pc:docMk/>
            <pc:sldMk cId="1927110459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25:46.161" v="3276" actId="20577"/>
          <ac:spMkLst>
            <pc:docMk/>
            <pc:sldMk cId="1927110459" sldId="290"/>
            <ac:spMk id="3" creationId="{F9E9654B-D8E5-22CA-371A-57FADD13842B}"/>
          </ac:spMkLst>
        </pc:spChg>
      </pc:sldChg>
      <pc:sldChg chg="modSp add mod ord">
        <pc:chgData name="Ronnel D. Palenzuela" userId="27216d6f-a712-48da-bcb2-613e4bc945ac" providerId="ADAL" clId="{16736750-74B4-184C-AACF-97E7E4B9FAA6}" dt="2024-08-13T03:34:24.591" v="3466" actId="207"/>
        <pc:sldMkLst>
          <pc:docMk/>
          <pc:sldMk cId="815011119" sldId="291"/>
        </pc:sldMkLst>
        <pc:spChg chg="mod">
          <ac:chgData name="Ronnel D. Palenzuela" userId="27216d6f-a712-48da-bcb2-613e4bc945ac" providerId="ADAL" clId="{16736750-74B4-184C-AACF-97E7E4B9FAA6}" dt="2024-08-13T03:34:24.591" v="3466" actId="207"/>
          <ac:spMkLst>
            <pc:docMk/>
            <pc:sldMk cId="815011119" sldId="291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781441069" sldId="291"/>
        </pc:sldMkLst>
        <pc:spChg chg="mod">
          <ac:chgData name="Ronnel D. Palenzuela" userId="27216d6f-a712-48da-bcb2-613e4bc945ac" providerId="ADAL" clId="{16736750-74B4-184C-AACF-97E7E4B9FAA6}" dt="2024-08-12T02:28:06.903" v="3321" actId="11"/>
          <ac:spMkLst>
            <pc:docMk/>
            <pc:sldMk cId="1781441069" sldId="291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765234647" sldId="292"/>
        </pc:sldMkLst>
        <pc:spChg chg="mod">
          <ac:chgData name="Ronnel D. Palenzuela" userId="27216d6f-a712-48da-bcb2-613e4bc945ac" providerId="ADAL" clId="{16736750-74B4-184C-AACF-97E7E4B9FAA6}" dt="2024-08-12T02:28:26.710" v="3324" actId="403"/>
          <ac:spMkLst>
            <pc:docMk/>
            <pc:sldMk cId="1765234647" sldId="292"/>
            <ac:spMk id="3" creationId="{F9E9654B-D8E5-22CA-371A-57FADD13842B}"/>
          </ac:spMkLst>
        </pc:spChg>
      </pc:sldChg>
      <pc:sldMasterChg chg="modSldLayout">
        <pc:chgData name="Ronnel D. Palenzuela" userId="27216d6f-a712-48da-bcb2-613e4bc945ac" providerId="ADAL" clId="{16736750-74B4-184C-AACF-97E7E4B9FAA6}" dt="2024-08-11T07:03:06.010" v="731" actId="20577"/>
        <pc:sldMasterMkLst>
          <pc:docMk/>
          <pc:sldMasterMk cId="651270159" sldId="2147483648"/>
        </pc:sldMasterMkLst>
        <pc:sldLayoutChg chg="modSp mod">
          <pc:chgData name="Ronnel D. Palenzuela" userId="27216d6f-a712-48da-bcb2-613e4bc945ac" providerId="ADAL" clId="{16736750-74B4-184C-AACF-97E7E4B9FAA6}" dt="2024-08-11T07:03:06.010" v="731" actId="20577"/>
          <pc:sldLayoutMkLst>
            <pc:docMk/>
            <pc:sldMasterMk cId="651270159" sldId="2147483648"/>
            <pc:sldLayoutMk cId="2921653432" sldId="2147483649"/>
          </pc:sldLayoutMkLst>
          <pc:spChg chg="mod">
            <ac:chgData name="Ronnel D. Palenzuela" userId="27216d6f-a712-48da-bcb2-613e4bc945ac" providerId="ADAL" clId="{16736750-74B4-184C-AACF-97E7E4B9FAA6}" dt="2024-08-11T07:03:06.010" v="731" actId="20577"/>
            <ac:spMkLst>
              <pc:docMk/>
              <pc:sldMasterMk cId="651270159" sldId="2147483648"/>
              <pc:sldLayoutMk cId="2921653432" sldId="2147483649"/>
              <ac:spMk id="5" creationId="{3794B7A0-4232-A0AC-7E3A-3BF632F0C83D}"/>
            </ac:spMkLst>
          </pc:spChg>
        </pc:sldLayoutChg>
      </pc:sldMasterChg>
    </pc:docChg>
  </pc:docChgLst>
  <pc:docChgLst>
    <pc:chgData name="Ronnel D. Palenzuela" userId="27216d6f-a712-48da-bcb2-613e4bc945ac" providerId="ADAL" clId="{16FF8E01-DE24-0F4F-A559-943D670B7764}"/>
    <pc:docChg chg="undo custSel addSld delSld modSld sldOrd modMainMaster">
      <pc:chgData name="Ronnel D. Palenzuela" userId="27216d6f-a712-48da-bcb2-613e4bc945ac" providerId="ADAL" clId="{16FF8E01-DE24-0F4F-A559-943D670B7764}" dt="2024-08-15T06:12:31.924" v="2533" actId="729"/>
      <pc:docMkLst>
        <pc:docMk/>
      </pc:docMkLst>
      <pc:sldChg chg="modSp mod">
        <pc:chgData name="Ronnel D. Palenzuela" userId="27216d6f-a712-48da-bcb2-613e4bc945ac" providerId="ADAL" clId="{16FF8E01-DE24-0F4F-A559-943D670B7764}" dt="2024-08-14T16:09:01.930" v="1419" actId="20577"/>
        <pc:sldMkLst>
          <pc:docMk/>
          <pc:sldMk cId="3455369248" sldId="257"/>
        </pc:sldMkLst>
        <pc:spChg chg="mod">
          <ac:chgData name="Ronnel D. Palenzuela" userId="27216d6f-a712-48da-bcb2-613e4bc945ac" providerId="ADAL" clId="{16FF8E01-DE24-0F4F-A559-943D670B7764}" dt="2024-08-14T16:08:42.416" v="1364" actId="14100"/>
          <ac:spMkLst>
            <pc:docMk/>
            <pc:sldMk cId="3455369248" sldId="257"/>
            <ac:spMk id="2" creationId="{4B9DC0FD-E73C-26A6-891F-61B461076958}"/>
          </ac:spMkLst>
        </pc:spChg>
        <pc:spChg chg="mod">
          <ac:chgData name="Ronnel D. Palenzuela" userId="27216d6f-a712-48da-bcb2-613e4bc945ac" providerId="ADAL" clId="{16FF8E01-DE24-0F4F-A559-943D670B7764}" dt="2024-08-14T16:09:01.930" v="1419" actId="20577"/>
          <ac:spMkLst>
            <pc:docMk/>
            <pc:sldMk cId="3455369248" sldId="257"/>
            <ac:spMk id="3" creationId="{55CA8846-F5F9-9E2F-7E86-4EDFA1AEFED2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256538018" sldId="259"/>
        </pc:sldMkLst>
      </pc:sldChg>
      <pc:sldChg chg="modSp mod modNotesTx">
        <pc:chgData name="Ronnel D. Palenzuela" userId="27216d6f-a712-48da-bcb2-613e4bc945ac" providerId="ADAL" clId="{16FF8E01-DE24-0F4F-A559-943D670B7764}" dt="2024-08-14T16:25:10.072" v="1665" actId="20577"/>
        <pc:sldMkLst>
          <pc:docMk/>
          <pc:sldMk cId="3611571112" sldId="263"/>
        </pc:sldMkLst>
        <pc:spChg chg="mod">
          <ac:chgData name="Ronnel D. Palenzuela" userId="27216d6f-a712-48da-bcb2-613e4bc945ac" providerId="ADAL" clId="{16FF8E01-DE24-0F4F-A559-943D670B7764}" dt="2024-08-14T16:09:37.186" v="1435" actId="1076"/>
          <ac:spMkLst>
            <pc:docMk/>
            <pc:sldMk cId="3611571112" sldId="263"/>
            <ac:spMk id="2" creationId="{4B9DC0FD-E73C-26A6-891F-61B461076958}"/>
          </ac:spMkLst>
        </pc:spChg>
      </pc:sldChg>
      <pc:sldChg chg="modSp mod">
        <pc:chgData name="Ronnel D. Palenzuela" userId="27216d6f-a712-48da-bcb2-613e4bc945ac" providerId="ADAL" clId="{16FF8E01-DE24-0F4F-A559-943D670B7764}" dt="2024-08-14T15:58:28.162" v="1311" actId="207"/>
        <pc:sldMkLst>
          <pc:docMk/>
          <pc:sldMk cId="261940385" sldId="264"/>
        </pc:sldMkLst>
        <pc:spChg chg="mod">
          <ac:chgData name="Ronnel D. Palenzuela" userId="27216d6f-a712-48da-bcb2-613e4bc945ac" providerId="ADAL" clId="{16FF8E01-DE24-0F4F-A559-943D670B7764}" dt="2024-08-14T15:58:28.162" v="1311" actId="207"/>
          <ac:spMkLst>
            <pc:docMk/>
            <pc:sldMk cId="261940385" sldId="264"/>
            <ac:spMk id="3" creationId="{A8B75234-3FB1-B597-DF46-CD5827D3C5AF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1.309" v="136" actId="2890"/>
        <pc:sldMkLst>
          <pc:docMk/>
          <pc:sldMk cId="393610469" sldId="265"/>
        </pc:sldMkLst>
      </pc:sldChg>
      <pc:sldChg chg="addSp delSp modSp add del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538568147" sldId="265"/>
        </pc:sldMkLst>
        <pc:spChg chg="mod">
          <ac:chgData name="Ronnel D. Palenzuela" userId="27216d6f-a712-48da-bcb2-613e4bc945ac" providerId="ADAL" clId="{16FF8E01-DE24-0F4F-A559-943D670B7764}" dt="2024-08-14T14:55:35.293" v="832" actId="20577"/>
          <ac:spMkLst>
            <pc:docMk/>
            <pc:sldMk cId="538568147" sldId="26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3:46:58.170" v="402" actId="113"/>
          <ac:spMkLst>
            <pc:docMk/>
            <pc:sldMk cId="538568147" sldId="265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4:08:52.904" v="652" actId="1076"/>
          <ac:picMkLst>
            <pc:docMk/>
            <pc:sldMk cId="538568147" sldId="265"/>
            <ac:picMk id="5" creationId="{70008023-F501-145C-0B44-5194C048510F}"/>
          </ac:picMkLst>
        </pc:picChg>
        <pc:picChg chg="add mod">
          <ac:chgData name="Ronnel D. Palenzuela" userId="27216d6f-a712-48da-bcb2-613e4bc945ac" providerId="ADAL" clId="{16FF8E01-DE24-0F4F-A559-943D670B7764}" dt="2024-08-14T14:08:59.711" v="656" actId="1076"/>
          <ac:picMkLst>
            <pc:docMk/>
            <pc:sldMk cId="538568147" sldId="265"/>
            <ac:picMk id="6" creationId="{24353777-D960-C968-46B2-C9D39EBD397E}"/>
          </ac:picMkLst>
        </pc:picChg>
        <pc:picChg chg="del">
          <ac:chgData name="Ronnel D. Palenzuela" userId="27216d6f-a712-48da-bcb2-613e4bc945ac" providerId="ADAL" clId="{16FF8E01-DE24-0F4F-A559-943D670B7764}" dt="2024-08-14T13:36:35.785" v="186" actId="478"/>
          <ac:picMkLst>
            <pc:docMk/>
            <pc:sldMk cId="538568147" sldId="265"/>
            <ac:picMk id="6" creationId="{E6F66661-8045-D9A5-7A22-9C32CFDC9130}"/>
          </ac:picMkLst>
        </pc:picChg>
        <pc:picChg chg="del">
          <ac:chgData name="Ronnel D. Palenzuela" userId="27216d6f-a712-48da-bcb2-613e4bc945ac" providerId="ADAL" clId="{16FF8E01-DE24-0F4F-A559-943D670B7764}" dt="2024-08-14T13:36:36.302" v="188" actId="478"/>
          <ac:picMkLst>
            <pc:docMk/>
            <pc:sldMk cId="538568147" sldId="265"/>
            <ac:picMk id="7" creationId="{034B6557-36A5-121F-76C7-3EA4B37D7CFA}"/>
          </ac:picMkLst>
        </pc:picChg>
        <pc:picChg chg="del">
          <ac:chgData name="Ronnel D. Palenzuela" userId="27216d6f-a712-48da-bcb2-613e4bc945ac" providerId="ADAL" clId="{16FF8E01-DE24-0F4F-A559-943D670B7764}" dt="2024-08-14T13:36:36.076" v="187" actId="478"/>
          <ac:picMkLst>
            <pc:docMk/>
            <pc:sldMk cId="538568147" sldId="265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FF8E01-DE24-0F4F-A559-943D670B7764}" dt="2024-08-14T13:36:36.597" v="189" actId="478"/>
          <ac:picMkLst>
            <pc:docMk/>
            <pc:sldMk cId="538568147" sldId="265"/>
            <ac:picMk id="10" creationId="{DA4EB7EF-513D-C40D-5DC5-6B39809CDC00}"/>
          </ac:picMkLst>
        </pc:picChg>
      </pc:sldChg>
      <pc:sldChg chg="addSp delSp 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782960047" sldId="266"/>
        </pc:sldMkLst>
        <pc:spChg chg="mod">
          <ac:chgData name="Ronnel D. Palenzuela" userId="27216d6f-a712-48da-bcb2-613e4bc945ac" providerId="ADAL" clId="{16FF8E01-DE24-0F4F-A559-943D670B7764}" dt="2024-08-14T13:45:50.997" v="383" actId="20577"/>
          <ac:spMkLst>
            <pc:docMk/>
            <pc:sldMk cId="1782960047" sldId="26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3:52:01.538" v="473" actId="207"/>
          <ac:spMkLst>
            <pc:docMk/>
            <pc:sldMk cId="1782960047" sldId="266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3:54:36.838" v="483" actId="1076"/>
          <ac:spMkLst>
            <pc:docMk/>
            <pc:sldMk cId="1782960047" sldId="266"/>
            <ac:spMk id="6" creationId="{D96DF1EF-8473-896F-2BBC-6D1558971D10}"/>
          </ac:spMkLst>
        </pc:spChg>
        <pc:picChg chg="del">
          <ac:chgData name="Ronnel D. Palenzuela" userId="27216d6f-a712-48da-bcb2-613e4bc945ac" providerId="ADAL" clId="{16FF8E01-DE24-0F4F-A559-943D670B7764}" dt="2024-08-14T13:45:55.174" v="384" actId="478"/>
          <ac:picMkLst>
            <pc:docMk/>
            <pc:sldMk cId="1782960047" sldId="266"/>
            <ac:picMk id="5" creationId="{70008023-F501-145C-0B44-5194C048510F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029220167" sldId="266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149631211" sldId="267"/>
        </pc:sldMkLst>
        <pc:spChg chg="mod">
          <ac:chgData name="Ronnel D. Palenzuela" userId="27216d6f-a712-48da-bcb2-613e4bc945ac" providerId="ADAL" clId="{16FF8E01-DE24-0F4F-A559-943D670B7764}" dt="2024-08-14T15:58:59.103" v="1314" actId="11"/>
          <ac:spMkLst>
            <pc:docMk/>
            <pc:sldMk cId="2149631211" sldId="267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13:54:04.562" v="479" actId="2696"/>
        <pc:sldMkLst>
          <pc:docMk/>
          <pc:sldMk cId="2717857131" sldId="267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285671655" sldId="267"/>
        </pc:sldMkLst>
      </pc:sldChg>
      <pc:sldChg chg="add del">
        <pc:chgData name="Ronnel D. Palenzuela" userId="27216d6f-a712-48da-bcb2-613e4bc945ac" providerId="ADAL" clId="{16FF8E01-DE24-0F4F-A559-943D670B7764}" dt="2024-08-14T13:54:30.391" v="482" actId="2696"/>
        <pc:sldMkLst>
          <pc:docMk/>
          <pc:sldMk cId="3367849497" sldId="267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55138258" sldId="268"/>
        </pc:sldMkLst>
        <pc:spChg chg="mod">
          <ac:chgData name="Ronnel D. Palenzuela" userId="27216d6f-a712-48da-bcb2-613e4bc945ac" providerId="ADAL" clId="{16FF8E01-DE24-0F4F-A559-943D670B7764}" dt="2024-08-14T15:59:15.816" v="1315" actId="11"/>
          <ac:spMkLst>
            <pc:docMk/>
            <pc:sldMk cId="155138258" sldId="268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637530094" sldId="268"/>
        </pc:sldMkLst>
      </pc:sldChg>
      <pc:sldChg chg="addSp 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831007090" sldId="269"/>
        </pc:sldMkLst>
        <pc:spChg chg="mod">
          <ac:chgData name="Ronnel D. Palenzuela" userId="27216d6f-a712-48da-bcb2-613e4bc945ac" providerId="ADAL" clId="{16FF8E01-DE24-0F4F-A559-943D670B7764}" dt="2024-08-14T14:10:47.606" v="696" actId="20577"/>
          <ac:spMkLst>
            <pc:docMk/>
            <pc:sldMk cId="2831007090" sldId="26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4:16:06.339" v="778" actId="1076"/>
          <ac:spMkLst>
            <pc:docMk/>
            <pc:sldMk cId="2831007090" sldId="269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4:15:42.779" v="771" actId="113"/>
          <ac:spMkLst>
            <pc:docMk/>
            <pc:sldMk cId="2831007090" sldId="269"/>
            <ac:spMk id="4" creationId="{CB6DD4F9-08BE-3AF6-FDDC-AB693A0D38F1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018365145" sldId="269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107698705" sldId="270"/>
        </pc:sldMkLst>
      </pc:sldChg>
      <pc:sldChg chg="addSp delSp 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073403413" sldId="270"/>
        </pc:sldMkLst>
        <pc:spChg chg="mod">
          <ac:chgData name="Ronnel D. Palenzuela" userId="27216d6f-a712-48da-bcb2-613e4bc945ac" providerId="ADAL" clId="{16FF8E01-DE24-0F4F-A559-943D670B7764}" dt="2024-08-14T14:55:39.952" v="834" actId="20577"/>
          <ac:spMkLst>
            <pc:docMk/>
            <pc:sldMk cId="2073403413" sldId="27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5:31:54.057" v="880" actId="207"/>
          <ac:spMkLst>
            <pc:docMk/>
            <pc:sldMk cId="2073403413" sldId="270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5:09:23.422" v="836" actId="478"/>
          <ac:picMkLst>
            <pc:docMk/>
            <pc:sldMk cId="2073403413" sldId="270"/>
            <ac:picMk id="4" creationId="{369191B6-2A1C-3113-9BFD-747A4657F8D7}"/>
          </ac:picMkLst>
        </pc:picChg>
        <pc:picChg chg="del">
          <ac:chgData name="Ronnel D. Palenzuela" userId="27216d6f-a712-48da-bcb2-613e4bc945ac" providerId="ADAL" clId="{16FF8E01-DE24-0F4F-A559-943D670B7764}" dt="2024-08-14T14:53:40.293" v="791" actId="478"/>
          <ac:picMkLst>
            <pc:docMk/>
            <pc:sldMk cId="2073403413" sldId="270"/>
            <ac:picMk id="5" creationId="{70008023-F501-145C-0B44-5194C048510F}"/>
          </ac:picMkLst>
        </pc:picChg>
        <pc:picChg chg="del">
          <ac:chgData name="Ronnel D. Palenzuela" userId="27216d6f-a712-48da-bcb2-613e4bc945ac" providerId="ADAL" clId="{16FF8E01-DE24-0F4F-A559-943D670B7764}" dt="2024-08-14T14:53:41.454" v="792" actId="478"/>
          <ac:picMkLst>
            <pc:docMk/>
            <pc:sldMk cId="2073403413" sldId="270"/>
            <ac:picMk id="6" creationId="{24353777-D960-C968-46B2-C9D39EBD397E}"/>
          </ac:picMkLst>
        </pc:picChg>
        <pc:picChg chg="add del mod">
          <ac:chgData name="Ronnel D. Palenzuela" userId="27216d6f-a712-48da-bcb2-613e4bc945ac" providerId="ADAL" clId="{16FF8E01-DE24-0F4F-A559-943D670B7764}" dt="2024-08-14T15:09:24.556" v="837" actId="478"/>
          <ac:picMkLst>
            <pc:docMk/>
            <pc:sldMk cId="2073403413" sldId="270"/>
            <ac:picMk id="7" creationId="{CFF5A6F2-A391-E973-A9F9-EEAEDEBC41C8}"/>
          </ac:picMkLst>
        </pc:picChg>
        <pc:picChg chg="add del mod">
          <ac:chgData name="Ronnel D. Palenzuela" userId="27216d6f-a712-48da-bcb2-613e4bc945ac" providerId="ADAL" clId="{16FF8E01-DE24-0F4F-A559-943D670B7764}" dt="2024-08-14T15:38:21.939" v="921"/>
          <ac:picMkLst>
            <pc:docMk/>
            <pc:sldMk cId="2073403413" sldId="270"/>
            <ac:picMk id="8" creationId="{7628CA4E-3E92-F09C-D2FD-C46202C5E649}"/>
          </ac:picMkLst>
        </pc:picChg>
        <pc:picChg chg="add mod">
          <ac:chgData name="Ronnel D. Palenzuela" userId="27216d6f-a712-48da-bcb2-613e4bc945ac" providerId="ADAL" clId="{16FF8E01-DE24-0F4F-A559-943D670B7764}" dt="2024-08-14T15:34:34.583" v="908" actId="1076"/>
          <ac:picMkLst>
            <pc:docMk/>
            <pc:sldMk cId="2073403413" sldId="270"/>
            <ac:picMk id="9" creationId="{FFA2BE38-0E04-5FB6-310F-C9B71C57486B}"/>
          </ac:picMkLst>
        </pc:picChg>
        <pc:picChg chg="add mod">
          <ac:chgData name="Ronnel D. Palenzuela" userId="27216d6f-a712-48da-bcb2-613e4bc945ac" providerId="ADAL" clId="{16FF8E01-DE24-0F4F-A559-943D670B7764}" dt="2024-08-14T15:34:23.881" v="905" actId="1076"/>
          <ac:picMkLst>
            <pc:docMk/>
            <pc:sldMk cId="2073403413" sldId="270"/>
            <ac:picMk id="10" creationId="{667804E6-901E-3F8A-8E71-F3840CE73713}"/>
          </ac:picMkLst>
        </pc:picChg>
      </pc:sldChg>
      <pc:sldChg chg="addSp delSp 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406508294" sldId="271"/>
        </pc:sldMkLst>
        <pc:spChg chg="mod">
          <ac:chgData name="Ronnel D. Palenzuela" userId="27216d6f-a712-48da-bcb2-613e4bc945ac" providerId="ADAL" clId="{16FF8E01-DE24-0F4F-A559-943D670B7764}" dt="2024-08-14T15:45:04.117" v="1046" actId="20577"/>
          <ac:spMkLst>
            <pc:docMk/>
            <pc:sldMk cId="2406508294" sldId="271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FF8E01-DE24-0F4F-A559-943D670B7764}" dt="2024-08-14T15:35:02.613" v="915" actId="22"/>
          <ac:spMkLst>
            <pc:docMk/>
            <pc:sldMk cId="2406508294" sldId="271"/>
            <ac:spMk id="5" creationId="{4142F3C9-0F99-D487-F109-5D1080BCD242}"/>
          </ac:spMkLst>
        </pc:spChg>
        <pc:spChg chg="add mod">
          <ac:chgData name="Ronnel D. Palenzuela" userId="27216d6f-a712-48da-bcb2-613e4bc945ac" providerId="ADAL" clId="{16FF8E01-DE24-0F4F-A559-943D670B7764}" dt="2024-08-14T15:35:21.596" v="919" actId="1076"/>
          <ac:spMkLst>
            <pc:docMk/>
            <pc:sldMk cId="2406508294" sldId="271"/>
            <ac:spMk id="7" creationId="{59101826-B0CF-114B-0320-F5905D2B047C}"/>
          </ac:spMkLst>
        </pc:spChg>
        <pc:picChg chg="del">
          <ac:chgData name="Ronnel D. Palenzuela" userId="27216d6f-a712-48da-bcb2-613e4bc945ac" providerId="ADAL" clId="{16FF8E01-DE24-0F4F-A559-943D670B7764}" dt="2024-08-14T15:34:53.519" v="911" actId="478"/>
          <ac:picMkLst>
            <pc:docMk/>
            <pc:sldMk cId="2406508294" sldId="271"/>
            <ac:picMk id="8" creationId="{7628CA4E-3E92-F09C-D2FD-C46202C5E649}"/>
          </ac:picMkLst>
        </pc:picChg>
        <pc:picChg chg="del">
          <ac:chgData name="Ronnel D. Palenzuela" userId="27216d6f-a712-48da-bcb2-613e4bc945ac" providerId="ADAL" clId="{16FF8E01-DE24-0F4F-A559-943D670B7764}" dt="2024-08-14T15:34:52.857" v="910" actId="478"/>
          <ac:picMkLst>
            <pc:docMk/>
            <pc:sldMk cId="2406508294" sldId="271"/>
            <ac:picMk id="9" creationId="{FFA2BE38-0E04-5FB6-310F-C9B71C57486B}"/>
          </ac:picMkLst>
        </pc:picChg>
        <pc:picChg chg="del">
          <ac:chgData name="Ronnel D. Palenzuela" userId="27216d6f-a712-48da-bcb2-613e4bc945ac" providerId="ADAL" clId="{16FF8E01-DE24-0F4F-A559-943D670B7764}" dt="2024-08-14T15:34:53.775" v="912" actId="478"/>
          <ac:picMkLst>
            <pc:docMk/>
            <pc:sldMk cId="2406508294" sldId="271"/>
            <ac:picMk id="10" creationId="{667804E6-901E-3F8A-8E71-F3840CE73713}"/>
          </ac:picMkLst>
        </pc:picChg>
        <pc:picChg chg="add del mod">
          <ac:chgData name="Ronnel D. Palenzuela" userId="27216d6f-a712-48da-bcb2-613e4bc945ac" providerId="ADAL" clId="{16FF8E01-DE24-0F4F-A559-943D670B7764}" dt="2024-08-14T15:40:56.703" v="965" actId="478"/>
          <ac:picMkLst>
            <pc:docMk/>
            <pc:sldMk cId="2406508294" sldId="271"/>
            <ac:picMk id="11" creationId="{7451C57A-98EA-DF71-2373-89D7F90904CF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120804606" sldId="271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005021045" sldId="272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217730064" sldId="272"/>
        </pc:sldMkLst>
        <pc:spChg chg="mod">
          <ac:chgData name="Ronnel D. Palenzuela" userId="27216d6f-a712-48da-bcb2-613e4bc945ac" providerId="ADAL" clId="{16FF8E01-DE24-0F4F-A559-943D670B7764}" dt="2024-08-14T15:59:35.416" v="1316" actId="11"/>
          <ac:spMkLst>
            <pc:docMk/>
            <pc:sldMk cId="2217730064" sldId="272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716507679" sldId="273"/>
        </pc:sldMkLst>
      </pc:sldChg>
      <pc:sldChg chg="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773650369" sldId="273"/>
        </pc:sldMkLst>
        <pc:spChg chg="mod">
          <ac:chgData name="Ronnel D. Palenzuela" userId="27216d6f-a712-48da-bcb2-613e4bc945ac" providerId="ADAL" clId="{16FF8E01-DE24-0F4F-A559-943D670B7764}" dt="2024-08-14T15:59:48.974" v="1318" actId="11"/>
          <ac:spMkLst>
            <pc:docMk/>
            <pc:sldMk cId="1773650369" sldId="273"/>
            <ac:spMk id="3" creationId="{F9E9654B-D8E5-22CA-371A-57FADD13842B}"/>
          </ac:spMkLst>
        </pc:spChg>
      </pc:sldChg>
      <pc:sldChg chg="add del ord">
        <pc:chgData name="Ronnel D. Palenzuela" userId="27216d6f-a712-48da-bcb2-613e4bc945ac" providerId="ADAL" clId="{16FF8E01-DE24-0F4F-A559-943D670B7764}" dt="2024-08-14T16:09:44.931" v="1436" actId="2696"/>
        <pc:sldMkLst>
          <pc:docMk/>
          <pc:sldMk cId="415108391" sldId="274"/>
        </pc:sldMkLst>
      </pc:sldChg>
      <pc:sldChg chg="addSp modSp add mod modNotesTx">
        <pc:chgData name="Ronnel D. Palenzuela" userId="27216d6f-a712-48da-bcb2-613e4bc945ac" providerId="ADAL" clId="{16FF8E01-DE24-0F4F-A559-943D670B7764}" dt="2024-08-14T17:35:56.996" v="2348" actId="207"/>
        <pc:sldMkLst>
          <pc:docMk/>
          <pc:sldMk cId="3520817057" sldId="274"/>
        </pc:sldMkLst>
        <pc:spChg chg="mod">
          <ac:chgData name="Ronnel D. Palenzuela" userId="27216d6f-a712-48da-bcb2-613e4bc945ac" providerId="ADAL" clId="{16FF8E01-DE24-0F4F-A559-943D670B7764}" dt="2024-08-14T16:34:48.838" v="1740" actId="1076"/>
          <ac:spMkLst>
            <pc:docMk/>
            <pc:sldMk cId="3520817057" sldId="274"/>
            <ac:spMk id="2" creationId="{4B9DC0FD-E73C-26A6-891F-61B461076958}"/>
          </ac:spMkLst>
        </pc:spChg>
        <pc:spChg chg="add mod">
          <ac:chgData name="Ronnel D. Palenzuela" userId="27216d6f-a712-48da-bcb2-613e4bc945ac" providerId="ADAL" clId="{16FF8E01-DE24-0F4F-A559-943D670B7764}" dt="2024-08-14T17:35:56.996" v="2348" actId="207"/>
          <ac:spMkLst>
            <pc:docMk/>
            <pc:sldMk cId="3520817057" sldId="274"/>
            <ac:spMk id="4" creationId="{02334A40-A4A9-25FE-DC7A-9B1C1C6A0886}"/>
          </ac:spMkLst>
        </pc:spChg>
      </pc:sldChg>
      <pc:sldChg chg="addSp delSp modSp add del mod">
        <pc:chgData name="Ronnel D. Palenzuela" userId="27216d6f-a712-48da-bcb2-613e4bc945ac" providerId="ADAL" clId="{16FF8E01-DE24-0F4F-A559-943D670B7764}" dt="2024-08-14T16:15:45.956" v="1532" actId="2696"/>
        <pc:sldMkLst>
          <pc:docMk/>
          <pc:sldMk cId="2172138736" sldId="275"/>
        </pc:sldMkLst>
        <pc:spChg chg="mod">
          <ac:chgData name="Ronnel D. Palenzuela" userId="27216d6f-a712-48da-bcb2-613e4bc945ac" providerId="ADAL" clId="{16FF8E01-DE24-0F4F-A559-943D670B7764}" dt="2024-08-14T16:15:14.648" v="1524" actId="20577"/>
          <ac:spMkLst>
            <pc:docMk/>
            <pc:sldMk cId="2172138736" sldId="27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5:40.915" v="1531"/>
          <ac:spMkLst>
            <pc:docMk/>
            <pc:sldMk cId="2172138736" sldId="275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6:15:16.283" v="1525" actId="478"/>
          <ac:picMkLst>
            <pc:docMk/>
            <pc:sldMk cId="2172138736" sldId="275"/>
            <ac:picMk id="4" creationId="{3DD2775A-1217-7607-D818-9986C2B95701}"/>
          </ac:picMkLst>
        </pc:picChg>
        <pc:picChg chg="del">
          <ac:chgData name="Ronnel D. Palenzuela" userId="27216d6f-a712-48da-bcb2-613e4bc945ac" providerId="ADAL" clId="{16FF8E01-DE24-0F4F-A559-943D670B7764}" dt="2024-08-14T16:10:15.858" v="1472" actId="478"/>
          <ac:picMkLst>
            <pc:docMk/>
            <pc:sldMk cId="2172138736" sldId="275"/>
            <ac:picMk id="8" creationId="{7628CA4E-3E92-F09C-D2FD-C46202C5E649}"/>
          </ac:picMkLst>
        </pc:picChg>
        <pc:picChg chg="del">
          <ac:chgData name="Ronnel D. Palenzuela" userId="27216d6f-a712-48da-bcb2-613e4bc945ac" providerId="ADAL" clId="{16FF8E01-DE24-0F4F-A559-943D670B7764}" dt="2024-08-14T16:10:15.605" v="1471" actId="478"/>
          <ac:picMkLst>
            <pc:docMk/>
            <pc:sldMk cId="2172138736" sldId="275"/>
            <ac:picMk id="9" creationId="{FFA2BE38-0E04-5FB6-310F-C9B71C57486B}"/>
          </ac:picMkLst>
        </pc:picChg>
        <pc:picChg chg="del">
          <ac:chgData name="Ronnel D. Palenzuela" userId="27216d6f-a712-48da-bcb2-613e4bc945ac" providerId="ADAL" clId="{16FF8E01-DE24-0F4F-A559-943D670B7764}" dt="2024-08-14T16:10:16.066" v="1473" actId="478"/>
          <ac:picMkLst>
            <pc:docMk/>
            <pc:sldMk cId="2172138736" sldId="275"/>
            <ac:picMk id="10" creationId="{667804E6-901E-3F8A-8E71-F3840CE73713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070147815" sldId="275"/>
        </pc:sldMkLst>
      </pc:sldChg>
      <pc:sldChg chg="modSp add mod ord modNotesTx">
        <pc:chgData name="Ronnel D. Palenzuela" userId="27216d6f-a712-48da-bcb2-613e4bc945ac" providerId="ADAL" clId="{16FF8E01-DE24-0F4F-A559-943D670B7764}" dt="2024-08-14T16:34:54.089" v="1743" actId="20577"/>
        <pc:sldMkLst>
          <pc:docMk/>
          <pc:sldMk cId="2154677164" sldId="276"/>
        </pc:sldMkLst>
        <pc:spChg chg="mod">
          <ac:chgData name="Ronnel D. Palenzuela" userId="27216d6f-a712-48da-bcb2-613e4bc945ac" providerId="ADAL" clId="{16FF8E01-DE24-0F4F-A559-943D670B7764}" dt="2024-08-14T16:34:54.089" v="1743" actId="20577"/>
          <ac:spMkLst>
            <pc:docMk/>
            <pc:sldMk cId="2154677164" sldId="27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5:04.817" v="1513" actId="207"/>
          <ac:spMkLst>
            <pc:docMk/>
            <pc:sldMk cId="2154677164" sldId="276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621742425" sldId="276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08275361" sldId="277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6:24:40.231" v="1652"/>
        <pc:sldMkLst>
          <pc:docMk/>
          <pc:sldMk cId="1655093992" sldId="277"/>
        </pc:sldMkLst>
        <pc:spChg chg="mod">
          <ac:chgData name="Ronnel D. Palenzuela" userId="27216d6f-a712-48da-bcb2-613e4bc945ac" providerId="ADAL" clId="{16FF8E01-DE24-0F4F-A559-943D670B7764}" dt="2024-08-14T16:15:53.933" v="1548" actId="20577"/>
          <ac:spMkLst>
            <pc:docMk/>
            <pc:sldMk cId="1655093992" sldId="27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6:03.761" v="1554" actId="207"/>
          <ac:spMkLst>
            <pc:docMk/>
            <pc:sldMk cId="1655093992" sldId="277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FF8E01-DE24-0F4F-A559-943D670B7764}" dt="2024-08-14T16:15:49.738" v="1534" actId="478"/>
          <ac:picMkLst>
            <pc:docMk/>
            <pc:sldMk cId="1655093992" sldId="277"/>
            <ac:picMk id="4" creationId="{3DD2775A-1217-7607-D818-9986C2B95701}"/>
          </ac:picMkLst>
        </pc:picChg>
        <pc:picChg chg="add mod">
          <ac:chgData name="Ronnel D. Palenzuela" userId="27216d6f-a712-48da-bcb2-613e4bc945ac" providerId="ADAL" clId="{16FF8E01-DE24-0F4F-A559-943D670B7764}" dt="2024-08-14T16:22:20.410" v="1645" actId="1076"/>
          <ac:picMkLst>
            <pc:docMk/>
            <pc:sldMk cId="1655093992" sldId="277"/>
            <ac:picMk id="5" creationId="{21F98874-7EDA-6F8F-7A52-E913F2501EF4}"/>
          </ac:picMkLst>
        </pc:picChg>
        <pc:picChg chg="add mod">
          <ac:chgData name="Ronnel D. Palenzuela" userId="27216d6f-a712-48da-bcb2-613e4bc945ac" providerId="ADAL" clId="{16FF8E01-DE24-0F4F-A559-943D670B7764}" dt="2024-08-14T16:22:19.327" v="1644" actId="1076"/>
          <ac:picMkLst>
            <pc:docMk/>
            <pc:sldMk cId="1655093992" sldId="277"/>
            <ac:picMk id="6" creationId="{AB87846A-7FEB-769F-7BA7-C9DDDB12476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28633288" sldId="278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6:25:33.500" v="1670"/>
        <pc:sldMkLst>
          <pc:docMk/>
          <pc:sldMk cId="1084106175" sldId="278"/>
        </pc:sldMkLst>
        <pc:spChg chg="mod">
          <ac:chgData name="Ronnel D. Palenzuela" userId="27216d6f-a712-48da-bcb2-613e4bc945ac" providerId="ADAL" clId="{16FF8E01-DE24-0F4F-A559-943D670B7764}" dt="2024-08-14T16:16:15.683" v="1568" actId="20577"/>
          <ac:spMkLst>
            <pc:docMk/>
            <pc:sldMk cId="1084106175" sldId="27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13.356" v="1628" actId="207"/>
          <ac:spMkLst>
            <pc:docMk/>
            <pc:sldMk cId="1084106175" sldId="278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FF8E01-DE24-0F4F-A559-943D670B7764}" dt="2024-08-14T16:17:30.269" v="1608" actId="22"/>
          <ac:spMkLst>
            <pc:docMk/>
            <pc:sldMk cId="1084106175" sldId="278"/>
            <ac:spMk id="5" creationId="{161974CA-D17A-C7C9-D387-4B786DACE39F}"/>
          </ac:spMkLst>
        </pc:spChg>
        <pc:picChg chg="add mod">
          <ac:chgData name="Ronnel D. Palenzuela" userId="27216d6f-a712-48da-bcb2-613e4bc945ac" providerId="ADAL" clId="{16FF8E01-DE24-0F4F-A559-943D670B7764}" dt="2024-08-14T16:24:18.313" v="1650" actId="1076"/>
          <ac:picMkLst>
            <pc:docMk/>
            <pc:sldMk cId="1084106175" sldId="278"/>
            <ac:picMk id="6" creationId="{1DBAEE34-611C-C72E-D674-1D598742FCFC}"/>
          </ac:picMkLst>
        </pc:picChg>
      </pc:sldChg>
      <pc:sldChg chg="addSp delSp modSp add mod modNotesTx">
        <pc:chgData name="Ronnel D. Palenzuela" userId="27216d6f-a712-48da-bcb2-613e4bc945ac" providerId="ADAL" clId="{16FF8E01-DE24-0F4F-A559-943D670B7764}" dt="2024-08-14T16:28:49.228" v="1688" actId="1076"/>
        <pc:sldMkLst>
          <pc:docMk/>
          <pc:sldMk cId="562485659" sldId="279"/>
        </pc:sldMkLst>
        <pc:spChg chg="mod">
          <ac:chgData name="Ronnel D. Palenzuela" userId="27216d6f-a712-48da-bcb2-613e4bc945ac" providerId="ADAL" clId="{16FF8E01-DE24-0F4F-A559-943D670B7764}" dt="2024-08-14T16:16:20.804" v="1575" actId="20577"/>
          <ac:spMkLst>
            <pc:docMk/>
            <pc:sldMk cId="562485659" sldId="279"/>
            <ac:spMk id="2" creationId="{1FD87645-D8E6-23DE-A822-448BF1054783}"/>
          </ac:spMkLst>
        </pc:spChg>
        <pc:spChg chg="add del mod">
          <ac:chgData name="Ronnel D. Palenzuela" userId="27216d6f-a712-48da-bcb2-613e4bc945ac" providerId="ADAL" clId="{16FF8E01-DE24-0F4F-A559-943D670B7764}" dt="2024-08-14T16:18:17.416" v="1630" actId="207"/>
          <ac:spMkLst>
            <pc:docMk/>
            <pc:sldMk cId="562485659" sldId="279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FF8E01-DE24-0F4F-A559-943D670B7764}" dt="2024-08-14T16:17:08.500" v="1600" actId="478"/>
          <ac:spMkLst>
            <pc:docMk/>
            <pc:sldMk cId="562485659" sldId="279"/>
            <ac:spMk id="5" creationId="{C512883A-C3F1-9C1D-1BC0-B118C33FB485}"/>
          </ac:spMkLst>
        </pc:spChg>
        <pc:picChg chg="add mod">
          <ac:chgData name="Ronnel D. Palenzuela" userId="27216d6f-a712-48da-bcb2-613e4bc945ac" providerId="ADAL" clId="{16FF8E01-DE24-0F4F-A559-943D670B7764}" dt="2024-08-14T16:28:47.407" v="1687" actId="1076"/>
          <ac:picMkLst>
            <pc:docMk/>
            <pc:sldMk cId="562485659" sldId="279"/>
            <ac:picMk id="6" creationId="{25F73CC1-53BA-4567-E3BA-1C63F2D9CE93}"/>
          </ac:picMkLst>
        </pc:picChg>
        <pc:picChg chg="add mod">
          <ac:chgData name="Ronnel D. Palenzuela" userId="27216d6f-a712-48da-bcb2-613e4bc945ac" providerId="ADAL" clId="{16FF8E01-DE24-0F4F-A559-943D670B7764}" dt="2024-08-14T16:28:49.228" v="1688" actId="1076"/>
          <ac:picMkLst>
            <pc:docMk/>
            <pc:sldMk cId="562485659" sldId="279"/>
            <ac:picMk id="7" creationId="{3FAF6F31-D00C-5848-28EC-E4192A65B293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220697961" sldId="279"/>
        </pc:sldMkLst>
      </pc:sldChg>
      <pc:sldChg chg="addSp modSp add mod modNotesTx">
        <pc:chgData name="Ronnel D. Palenzuela" userId="27216d6f-a712-48da-bcb2-613e4bc945ac" providerId="ADAL" clId="{16FF8E01-DE24-0F4F-A559-943D670B7764}" dt="2024-08-14T17:09:09.590" v="2182"/>
        <pc:sldMkLst>
          <pc:docMk/>
          <pc:sldMk cId="2101055377" sldId="280"/>
        </pc:sldMkLst>
        <pc:spChg chg="mod">
          <ac:chgData name="Ronnel D. Palenzuela" userId="27216d6f-a712-48da-bcb2-613e4bc945ac" providerId="ADAL" clId="{16FF8E01-DE24-0F4F-A559-943D670B7764}" dt="2024-08-14T16:16:29.753" v="1592" actId="20577"/>
          <ac:spMkLst>
            <pc:docMk/>
            <pc:sldMk cId="2101055377" sldId="28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21.161" v="1632" actId="207"/>
          <ac:spMkLst>
            <pc:docMk/>
            <pc:sldMk cId="2101055377" sldId="280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6:30:09.396" v="1697" actId="1076"/>
          <ac:picMkLst>
            <pc:docMk/>
            <pc:sldMk cId="2101055377" sldId="280"/>
            <ac:picMk id="4" creationId="{B5ABF6ED-2604-A356-F8D2-8A031F072FC1}"/>
          </ac:picMkLst>
        </pc:picChg>
        <pc:picChg chg="add mod">
          <ac:chgData name="Ronnel D. Palenzuela" userId="27216d6f-a712-48da-bcb2-613e4bc945ac" providerId="ADAL" clId="{16FF8E01-DE24-0F4F-A559-943D670B7764}" dt="2024-08-14T16:30:09.396" v="1697" actId="1076"/>
          <ac:picMkLst>
            <pc:docMk/>
            <pc:sldMk cId="2101055377" sldId="280"/>
            <ac:picMk id="5" creationId="{EE318E40-1124-8135-1738-B9359FE81254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456681114" sldId="280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557213172" sldId="281"/>
        </pc:sldMkLst>
      </pc:sldChg>
      <pc:sldChg chg="addSp modSp add mod ord modNotesTx">
        <pc:chgData name="Ronnel D. Palenzuela" userId="27216d6f-a712-48da-bcb2-613e4bc945ac" providerId="ADAL" clId="{16FF8E01-DE24-0F4F-A559-943D670B7764}" dt="2024-08-14T17:09:31.130" v="2186"/>
        <pc:sldMkLst>
          <pc:docMk/>
          <pc:sldMk cId="4052999246" sldId="281"/>
        </pc:sldMkLst>
        <pc:spChg chg="mod">
          <ac:chgData name="Ronnel D. Palenzuela" userId="27216d6f-a712-48da-bcb2-613e4bc945ac" providerId="ADAL" clId="{16FF8E01-DE24-0F4F-A559-943D670B7764}" dt="2024-08-14T16:16:42.177" v="1594"/>
          <ac:spMkLst>
            <pc:docMk/>
            <pc:sldMk cId="4052999246" sldId="28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25.511" v="1634" actId="207"/>
          <ac:spMkLst>
            <pc:docMk/>
            <pc:sldMk cId="4052999246" sldId="281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6:31:29.020" v="1716" actId="1076"/>
          <ac:picMkLst>
            <pc:docMk/>
            <pc:sldMk cId="4052999246" sldId="281"/>
            <ac:picMk id="4" creationId="{5548C54F-301E-DCA9-21D7-E0AD96A9FA43}"/>
          </ac:picMkLst>
        </pc:picChg>
        <pc:picChg chg="add mod">
          <ac:chgData name="Ronnel D. Palenzuela" userId="27216d6f-a712-48da-bcb2-613e4bc945ac" providerId="ADAL" clId="{16FF8E01-DE24-0F4F-A559-943D670B7764}" dt="2024-08-14T16:31:30.328" v="1717" actId="1076"/>
          <ac:picMkLst>
            <pc:docMk/>
            <pc:sldMk cId="4052999246" sldId="281"/>
            <ac:picMk id="5" creationId="{89C006CD-3837-CB39-23CD-A101C01CDA9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6683317" sldId="282"/>
        </pc:sldMkLst>
      </pc:sldChg>
      <pc:sldChg chg="addSp delSp modSp add mod ord">
        <pc:chgData name="Ronnel D. Palenzuela" userId="27216d6f-a712-48da-bcb2-613e4bc945ac" providerId="ADAL" clId="{16FF8E01-DE24-0F4F-A559-943D670B7764}" dt="2024-08-14T16:58:26.475" v="2121" actId="20577"/>
        <pc:sldMkLst>
          <pc:docMk/>
          <pc:sldMk cId="3651396270" sldId="282"/>
        </pc:sldMkLst>
        <pc:spChg chg="mod">
          <ac:chgData name="Ronnel D. Palenzuela" userId="27216d6f-a712-48da-bcb2-613e4bc945ac" providerId="ADAL" clId="{16FF8E01-DE24-0F4F-A559-943D670B7764}" dt="2024-08-14T16:38:16.616" v="1763" actId="20577"/>
          <ac:spMkLst>
            <pc:docMk/>
            <pc:sldMk cId="3651396270" sldId="28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8:26.475" v="2121" actId="20577"/>
          <ac:spMkLst>
            <pc:docMk/>
            <pc:sldMk cId="3651396270" sldId="282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FF8E01-DE24-0F4F-A559-943D670B7764}" dt="2024-08-14T16:33:50.779" v="1722" actId="478"/>
          <ac:picMkLst>
            <pc:docMk/>
            <pc:sldMk cId="3651396270" sldId="282"/>
            <ac:picMk id="4" creationId="{3DD2775A-1217-7607-D818-9986C2B95701}"/>
          </ac:picMkLst>
        </pc:picChg>
        <pc:picChg chg="add del mod">
          <ac:chgData name="Ronnel D. Palenzuela" userId="27216d6f-a712-48da-bcb2-613e4bc945ac" providerId="ADAL" clId="{16FF8E01-DE24-0F4F-A559-943D670B7764}" dt="2024-08-14T16:33:57.413" v="1726" actId="478"/>
          <ac:picMkLst>
            <pc:docMk/>
            <pc:sldMk cId="3651396270" sldId="282"/>
            <ac:picMk id="5" creationId="{5C4865FA-8A85-CD96-7E00-91EA3C1322EA}"/>
          </ac:picMkLst>
        </pc:picChg>
        <pc:picChg chg="add mod">
          <ac:chgData name="Ronnel D. Palenzuela" userId="27216d6f-a712-48da-bcb2-613e4bc945ac" providerId="ADAL" clId="{16FF8E01-DE24-0F4F-A559-943D670B7764}" dt="2024-08-14T16:37:32.689" v="1754" actId="1076"/>
          <ac:picMkLst>
            <pc:docMk/>
            <pc:sldMk cId="3651396270" sldId="282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93575964" sldId="283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02:26.342" v="2138"/>
        <pc:sldMkLst>
          <pc:docMk/>
          <pc:sldMk cId="3162599194" sldId="283"/>
        </pc:sldMkLst>
        <pc:spChg chg="mod">
          <ac:chgData name="Ronnel D. Palenzuela" userId="27216d6f-a712-48da-bcb2-613e4bc945ac" providerId="ADAL" clId="{16FF8E01-DE24-0F4F-A559-943D670B7764}" dt="2024-08-14T16:47:28.766" v="1822"/>
          <ac:spMkLst>
            <pc:docMk/>
            <pc:sldMk cId="3162599194" sldId="28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2:16.070" v="1994" actId="207"/>
          <ac:spMkLst>
            <pc:docMk/>
            <pc:sldMk cId="3162599194" sldId="283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6:57:40.683" v="2117" actId="1076"/>
          <ac:spMkLst>
            <pc:docMk/>
            <pc:sldMk cId="3162599194" sldId="283"/>
            <ac:spMk id="4" creationId="{B086C906-76C1-C80B-2402-3CD150AED030}"/>
          </ac:spMkLst>
        </pc:spChg>
        <pc:spChg chg="add mod">
          <ac:chgData name="Ronnel D. Palenzuela" userId="27216d6f-a712-48da-bcb2-613e4bc945ac" providerId="ADAL" clId="{16FF8E01-DE24-0F4F-A559-943D670B7764}" dt="2024-08-14T16:52:23.273" v="2000" actId="113"/>
          <ac:spMkLst>
            <pc:docMk/>
            <pc:sldMk cId="3162599194" sldId="283"/>
            <ac:spMk id="5" creationId="{374C59D7-230E-26A4-3307-5D188332993A}"/>
          </ac:spMkLst>
        </pc:spChg>
        <pc:picChg chg="del">
          <ac:chgData name="Ronnel D. Palenzuela" userId="27216d6f-a712-48da-bcb2-613e4bc945ac" providerId="ADAL" clId="{16FF8E01-DE24-0F4F-A559-943D670B7764}" dt="2024-08-14T16:39:23.886" v="1788" actId="478"/>
          <ac:picMkLst>
            <pc:docMk/>
            <pc:sldMk cId="3162599194" sldId="283"/>
            <ac:picMk id="6" creationId="{FB4307CA-B2C0-91D7-AC3C-D22C8F2AE28E}"/>
          </ac:picMkLst>
        </pc:picChg>
      </pc:sldChg>
      <pc:sldChg chg="delSp modSp add del mod">
        <pc:chgData name="Ronnel D. Palenzuela" userId="27216d6f-a712-48da-bcb2-613e4bc945ac" providerId="ADAL" clId="{16FF8E01-DE24-0F4F-A559-943D670B7764}" dt="2024-08-14T16:52:56.130" v="2002" actId="2696"/>
        <pc:sldMkLst>
          <pc:docMk/>
          <pc:sldMk cId="476145324" sldId="284"/>
        </pc:sldMkLst>
        <pc:spChg chg="mod">
          <ac:chgData name="Ronnel D. Palenzuela" userId="27216d6f-a712-48da-bcb2-613e4bc945ac" providerId="ADAL" clId="{16FF8E01-DE24-0F4F-A559-943D670B7764}" dt="2024-08-14T16:39:28.295" v="1798" actId="20577"/>
          <ac:spMkLst>
            <pc:docMk/>
            <pc:sldMk cId="476145324" sldId="284"/>
            <ac:spMk id="2" creationId="{1FD87645-D8E6-23DE-A822-448BF1054783}"/>
          </ac:spMkLst>
        </pc:spChg>
        <pc:picChg chg="del">
          <ac:chgData name="Ronnel D. Palenzuela" userId="27216d6f-a712-48da-bcb2-613e4bc945ac" providerId="ADAL" clId="{16FF8E01-DE24-0F4F-A559-943D670B7764}" dt="2024-08-14T16:39:22.241" v="1787" actId="478"/>
          <ac:picMkLst>
            <pc:docMk/>
            <pc:sldMk cId="476145324" sldId="284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253337562" sldId="284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80579114" sldId="285"/>
        </pc:sldMkLst>
      </pc:sldChg>
      <pc:sldChg chg="modSp add del mod">
        <pc:chgData name="Ronnel D. Palenzuela" userId="27216d6f-a712-48da-bcb2-613e4bc945ac" providerId="ADAL" clId="{16FF8E01-DE24-0F4F-A559-943D670B7764}" dt="2024-08-14T16:55:44.538" v="2067" actId="2696"/>
        <pc:sldMkLst>
          <pc:docMk/>
          <pc:sldMk cId="3500652590" sldId="285"/>
        </pc:sldMkLst>
        <pc:spChg chg="mod">
          <ac:chgData name="Ronnel D. Palenzuela" userId="27216d6f-a712-48da-bcb2-613e4bc945ac" providerId="ADAL" clId="{16FF8E01-DE24-0F4F-A559-943D670B7764}" dt="2024-08-14T16:39:32.355" v="1805" actId="20577"/>
          <ac:spMkLst>
            <pc:docMk/>
            <pc:sldMk cId="3500652590" sldId="285"/>
            <ac:spMk id="2" creationId="{1FD87645-D8E6-23DE-A822-448BF1054783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581186720" sldId="286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04:33.737" v="2156" actId="1076"/>
        <pc:sldMkLst>
          <pc:docMk/>
          <pc:sldMk cId="1740139509" sldId="286"/>
        </pc:sldMkLst>
        <pc:spChg chg="mod">
          <ac:chgData name="Ronnel D. Palenzuela" userId="27216d6f-a712-48da-bcb2-613e4bc945ac" providerId="ADAL" clId="{16FF8E01-DE24-0F4F-A559-943D670B7764}" dt="2024-08-14T16:53:39.266" v="2019" actId="20577"/>
          <ac:spMkLst>
            <pc:docMk/>
            <pc:sldMk cId="1740139509" sldId="28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4:54.289" v="2059" actId="27636"/>
          <ac:spMkLst>
            <pc:docMk/>
            <pc:sldMk cId="1740139509" sldId="286"/>
            <ac:spMk id="3" creationId="{F9E9654B-D8E5-22CA-371A-57FADD13842B}"/>
          </ac:spMkLst>
        </pc:spChg>
        <pc:spChg chg="mod">
          <ac:chgData name="Ronnel D. Palenzuela" userId="27216d6f-a712-48da-bcb2-613e4bc945ac" providerId="ADAL" clId="{16FF8E01-DE24-0F4F-A559-943D670B7764}" dt="2024-08-14T16:57:02.572" v="2104" actId="1076"/>
          <ac:spMkLst>
            <pc:docMk/>
            <pc:sldMk cId="1740139509" sldId="286"/>
            <ac:spMk id="4" creationId="{B086C906-76C1-C80B-2402-3CD150AED030}"/>
          </ac:spMkLst>
        </pc:spChg>
        <pc:spChg chg="del mod">
          <ac:chgData name="Ronnel D. Palenzuela" userId="27216d6f-a712-48da-bcb2-613e4bc945ac" providerId="ADAL" clId="{16FF8E01-DE24-0F4F-A559-943D670B7764}" dt="2024-08-14T16:54:29.712" v="2047" actId="478"/>
          <ac:spMkLst>
            <pc:docMk/>
            <pc:sldMk cId="1740139509" sldId="286"/>
            <ac:spMk id="5" creationId="{374C59D7-230E-26A4-3307-5D188332993A}"/>
          </ac:spMkLst>
        </pc:spChg>
        <pc:picChg chg="add mod">
          <ac:chgData name="Ronnel D. Palenzuela" userId="27216d6f-a712-48da-bcb2-613e4bc945ac" providerId="ADAL" clId="{16FF8E01-DE24-0F4F-A559-943D670B7764}" dt="2024-08-14T17:04:33.737" v="2156" actId="1076"/>
          <ac:picMkLst>
            <pc:docMk/>
            <pc:sldMk cId="1740139509" sldId="286"/>
            <ac:picMk id="6" creationId="{7355D678-29E7-A4B1-013E-B622157A0CE9}"/>
          </ac:picMkLst>
        </pc:picChg>
      </pc:sldChg>
      <pc:sldChg chg="addSp delSp modSp add mod ord modNotesTx">
        <pc:chgData name="Ronnel D. Palenzuela" userId="27216d6f-a712-48da-bcb2-613e4bc945ac" providerId="ADAL" clId="{16FF8E01-DE24-0F4F-A559-943D670B7764}" dt="2024-08-14T17:09:41.649" v="2189" actId="20578"/>
        <pc:sldMkLst>
          <pc:docMk/>
          <pc:sldMk cId="2244338286" sldId="287"/>
        </pc:sldMkLst>
        <pc:spChg chg="mod">
          <ac:chgData name="Ronnel D. Palenzuela" userId="27216d6f-a712-48da-bcb2-613e4bc945ac" providerId="ADAL" clId="{16FF8E01-DE24-0F4F-A559-943D670B7764}" dt="2024-08-14T16:55:51.174" v="2074" actId="20577"/>
          <ac:spMkLst>
            <pc:docMk/>
            <pc:sldMk cId="2244338286" sldId="28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6:49.755" v="2102" actId="27636"/>
          <ac:spMkLst>
            <pc:docMk/>
            <pc:sldMk cId="2244338286" sldId="287"/>
            <ac:spMk id="3" creationId="{F9E9654B-D8E5-22CA-371A-57FADD13842B}"/>
          </ac:spMkLst>
        </pc:spChg>
        <pc:spChg chg="mod">
          <ac:chgData name="Ronnel D. Palenzuela" userId="27216d6f-a712-48da-bcb2-613e4bc945ac" providerId="ADAL" clId="{16FF8E01-DE24-0F4F-A559-943D670B7764}" dt="2024-08-14T16:57:17.574" v="2108" actId="1076"/>
          <ac:spMkLst>
            <pc:docMk/>
            <pc:sldMk cId="2244338286" sldId="287"/>
            <ac:spMk id="4" creationId="{B086C906-76C1-C80B-2402-3CD150AED030}"/>
          </ac:spMkLst>
        </pc:spChg>
        <pc:picChg chg="add del mod">
          <ac:chgData name="Ronnel D. Palenzuela" userId="27216d6f-a712-48da-bcb2-613e4bc945ac" providerId="ADAL" clId="{16FF8E01-DE24-0F4F-A559-943D670B7764}" dt="2024-08-14T17:06:20.306" v="2162" actId="478"/>
          <ac:picMkLst>
            <pc:docMk/>
            <pc:sldMk cId="2244338286" sldId="287"/>
            <ac:picMk id="5" creationId="{C84F9925-8BF0-7942-2733-4A5D508AEA7C}"/>
          </ac:picMkLst>
        </pc:picChg>
        <pc:picChg chg="add mod">
          <ac:chgData name="Ronnel D. Palenzuela" userId="27216d6f-a712-48da-bcb2-613e4bc945ac" providerId="ADAL" clId="{16FF8E01-DE24-0F4F-A559-943D670B7764}" dt="2024-08-14T17:07:53.726" v="2172" actId="1076"/>
          <ac:picMkLst>
            <pc:docMk/>
            <pc:sldMk cId="2244338286" sldId="287"/>
            <ac:picMk id="6" creationId="{FABA4C1D-2D18-55BC-C0A4-FFF3AFC35C03}"/>
          </ac:picMkLst>
        </pc:picChg>
        <pc:picChg chg="add mod">
          <ac:chgData name="Ronnel D. Palenzuela" userId="27216d6f-a712-48da-bcb2-613e4bc945ac" providerId="ADAL" clId="{16FF8E01-DE24-0F4F-A559-943D670B7764}" dt="2024-08-14T17:07:55.489" v="2173" actId="1076"/>
          <ac:picMkLst>
            <pc:docMk/>
            <pc:sldMk cId="2244338286" sldId="287"/>
            <ac:picMk id="7" creationId="{C43B6C84-21DD-D63D-908A-759A84CA71F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278137860" sldId="287"/>
        </pc:sldMkLst>
      </pc:sldChg>
      <pc:sldChg chg="addSp delSp modSp add mod ord modNotesTx">
        <pc:chgData name="Ronnel D. Palenzuela" userId="27216d6f-a712-48da-bcb2-613e4bc945ac" providerId="ADAL" clId="{16FF8E01-DE24-0F4F-A559-943D670B7764}" dt="2024-08-15T02:15:44.096" v="2527" actId="20577"/>
        <pc:sldMkLst>
          <pc:docMk/>
          <pc:sldMk cId="2479479881" sldId="288"/>
        </pc:sldMkLst>
        <pc:spChg chg="mod">
          <ac:chgData name="Ronnel D. Palenzuela" userId="27216d6f-a712-48da-bcb2-613e4bc945ac" providerId="ADAL" clId="{16FF8E01-DE24-0F4F-A559-943D670B7764}" dt="2024-08-14T17:10:09.427" v="2193"/>
          <ac:spMkLst>
            <pc:docMk/>
            <pc:sldMk cId="2479479881" sldId="28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5T02:15:44.096" v="2527" actId="20577"/>
          <ac:spMkLst>
            <pc:docMk/>
            <pc:sldMk cId="2479479881" sldId="28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24:50.208" v="2303" actId="1076"/>
          <ac:picMkLst>
            <pc:docMk/>
            <pc:sldMk cId="2479479881" sldId="288"/>
            <ac:picMk id="4" creationId="{AF7B02EF-789B-13F1-37A8-FD2A27B92C39}"/>
          </ac:picMkLst>
        </pc:picChg>
        <pc:picChg chg="add mod">
          <ac:chgData name="Ronnel D. Palenzuela" userId="27216d6f-a712-48da-bcb2-613e4bc945ac" providerId="ADAL" clId="{16FF8E01-DE24-0F4F-A559-943D670B7764}" dt="2024-08-14T17:24:49.104" v="2302" actId="1076"/>
          <ac:picMkLst>
            <pc:docMk/>
            <pc:sldMk cId="2479479881" sldId="288"/>
            <ac:picMk id="5" creationId="{D6307E59-5ABC-0E69-DD46-32B7DC644359}"/>
          </ac:picMkLst>
        </pc:picChg>
        <pc:picChg chg="del">
          <ac:chgData name="Ronnel D. Palenzuela" userId="27216d6f-a712-48da-bcb2-613e4bc945ac" providerId="ADAL" clId="{16FF8E01-DE24-0F4F-A559-943D670B7764}" dt="2024-08-14T17:10:50.216" v="2201" actId="478"/>
          <ac:picMkLst>
            <pc:docMk/>
            <pc:sldMk cId="2479479881" sldId="288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972629357" sldId="288"/>
        </pc:sldMkLst>
      </pc:sldChg>
      <pc:sldChg chg="addSp delSp modSp add mod modNotesTx">
        <pc:chgData name="Ronnel D. Palenzuela" userId="27216d6f-a712-48da-bcb2-613e4bc945ac" providerId="ADAL" clId="{16FF8E01-DE24-0F4F-A559-943D670B7764}" dt="2024-08-15T03:52:08.349" v="2531" actId="20577"/>
        <pc:sldMkLst>
          <pc:docMk/>
          <pc:sldMk cId="1306085031" sldId="289"/>
        </pc:sldMkLst>
        <pc:spChg chg="mod">
          <ac:chgData name="Ronnel D. Palenzuela" userId="27216d6f-a712-48da-bcb2-613e4bc945ac" providerId="ADAL" clId="{16FF8E01-DE24-0F4F-A559-943D670B7764}" dt="2024-08-14T17:10:29.110" v="2196" actId="20577"/>
          <ac:spMkLst>
            <pc:docMk/>
            <pc:sldMk cId="1306085031" sldId="28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5T03:52:08.349" v="2531" actId="20577"/>
          <ac:spMkLst>
            <pc:docMk/>
            <pc:sldMk cId="1306085031" sldId="289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28:52.052" v="2320" actId="1076"/>
          <ac:picMkLst>
            <pc:docMk/>
            <pc:sldMk cId="1306085031" sldId="289"/>
            <ac:picMk id="4" creationId="{348B68C4-CC0D-0D98-D64F-7F073EC0550F}"/>
          </ac:picMkLst>
        </pc:picChg>
        <pc:picChg chg="add del mod">
          <ac:chgData name="Ronnel D. Palenzuela" userId="27216d6f-a712-48da-bcb2-613e4bc945ac" providerId="ADAL" clId="{16FF8E01-DE24-0F4F-A559-943D670B7764}" dt="2024-08-14T17:34:52.342" v="2323" actId="478"/>
          <ac:picMkLst>
            <pc:docMk/>
            <pc:sldMk cId="1306085031" sldId="289"/>
            <ac:picMk id="5" creationId="{514E46FE-484E-F430-4A44-43DE9197FE51}"/>
          </ac:picMkLst>
        </pc:picChg>
        <pc:picChg chg="del">
          <ac:chgData name="Ronnel D. Palenzuela" userId="27216d6f-a712-48da-bcb2-613e4bc945ac" providerId="ADAL" clId="{16FF8E01-DE24-0F4F-A559-943D670B7764}" dt="2024-08-14T17:10:48.048" v="2199" actId="478"/>
          <ac:picMkLst>
            <pc:docMk/>
            <pc:sldMk cId="1306085031" sldId="289"/>
            <ac:picMk id="6" creationId="{FB4307CA-B2C0-91D7-AC3C-D22C8F2AE28E}"/>
          </ac:picMkLst>
        </pc:picChg>
        <pc:picChg chg="add mod">
          <ac:chgData name="Ronnel D. Palenzuela" userId="27216d6f-a712-48da-bcb2-613e4bc945ac" providerId="ADAL" clId="{16FF8E01-DE24-0F4F-A559-943D670B7764}" dt="2024-08-14T17:34:57.159" v="2326" actId="1076"/>
          <ac:picMkLst>
            <pc:docMk/>
            <pc:sldMk cId="1306085031" sldId="289"/>
            <ac:picMk id="7" creationId="{EA60A796-7362-0FE0-7118-D1172B57B748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90164252" sldId="289"/>
        </pc:sldMkLst>
      </pc:sldChg>
      <pc:sldChg chg="addSp delSp modSp add mod">
        <pc:chgData name="Ronnel D. Palenzuela" userId="27216d6f-a712-48da-bcb2-613e4bc945ac" providerId="ADAL" clId="{16FF8E01-DE24-0F4F-A559-943D670B7764}" dt="2024-08-14T17:50:12.782" v="2526" actId="207"/>
        <pc:sldMkLst>
          <pc:docMk/>
          <pc:sldMk cId="926710605" sldId="290"/>
        </pc:sldMkLst>
        <pc:spChg chg="mod">
          <ac:chgData name="Ronnel D. Palenzuela" userId="27216d6f-a712-48da-bcb2-613e4bc945ac" providerId="ADAL" clId="{16FF8E01-DE24-0F4F-A559-943D670B7764}" dt="2024-08-14T17:13:25.130" v="2214" actId="20577"/>
          <ac:spMkLst>
            <pc:docMk/>
            <pc:sldMk cId="926710605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7:50:12.782" v="2526" actId="207"/>
          <ac:spMkLst>
            <pc:docMk/>
            <pc:sldMk cId="926710605" sldId="290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7:16:19.870" v="2228" actId="478"/>
          <ac:picMkLst>
            <pc:docMk/>
            <pc:sldMk cId="926710605" sldId="290"/>
            <ac:picMk id="4" creationId="{EDC21406-25B3-5E1C-5A7A-A71E21C74D60}"/>
          </ac:picMkLst>
        </pc:picChg>
        <pc:picChg chg="add del mod">
          <ac:chgData name="Ronnel D. Palenzuela" userId="27216d6f-a712-48da-bcb2-613e4bc945ac" providerId="ADAL" clId="{16FF8E01-DE24-0F4F-A559-943D670B7764}" dt="2024-08-14T17:41:36.468" v="2400" actId="1076"/>
          <ac:picMkLst>
            <pc:docMk/>
            <pc:sldMk cId="926710605" sldId="290"/>
            <ac:picMk id="5" creationId="{6F24035F-763D-2A44-9E4D-3B3AB777BA78}"/>
          </ac:picMkLst>
        </pc:picChg>
        <pc:picChg chg="del">
          <ac:chgData name="Ronnel D. Palenzuela" userId="27216d6f-a712-48da-bcb2-613e4bc945ac" providerId="ADAL" clId="{16FF8E01-DE24-0F4F-A559-943D670B7764}" dt="2024-08-14T17:10:49.106" v="2200" actId="478"/>
          <ac:picMkLst>
            <pc:docMk/>
            <pc:sldMk cId="926710605" sldId="290"/>
            <ac:picMk id="6" creationId="{FB4307CA-B2C0-91D7-AC3C-D22C8F2AE28E}"/>
          </ac:picMkLst>
        </pc:picChg>
        <pc:picChg chg="add mod">
          <ac:chgData name="Ronnel D. Palenzuela" userId="27216d6f-a712-48da-bcb2-613e4bc945ac" providerId="ADAL" clId="{16FF8E01-DE24-0F4F-A559-943D670B7764}" dt="2024-08-14T17:41:43.973" v="2401" actId="1076"/>
          <ac:picMkLst>
            <pc:docMk/>
            <pc:sldMk cId="926710605" sldId="290"/>
            <ac:picMk id="7" creationId="{5A1661AD-4B34-6DA1-9F77-CE678239C894}"/>
          </ac:picMkLst>
        </pc:picChg>
        <pc:picChg chg="add mod">
          <ac:chgData name="Ronnel D. Palenzuela" userId="27216d6f-a712-48da-bcb2-613e4bc945ac" providerId="ADAL" clId="{16FF8E01-DE24-0F4F-A559-943D670B7764}" dt="2024-08-14T17:41:32.404" v="2398" actId="1076"/>
          <ac:picMkLst>
            <pc:docMk/>
            <pc:sldMk cId="926710605" sldId="290"/>
            <ac:picMk id="8" creationId="{E4E637F6-DB44-DC58-477A-29220CC8DA04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111498698" sldId="290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48:56.991" v="2524" actId="1076"/>
        <pc:sldMkLst>
          <pc:docMk/>
          <pc:sldMk cId="234676306" sldId="291"/>
        </pc:sldMkLst>
        <pc:spChg chg="mod">
          <ac:chgData name="Ronnel D. Palenzuela" userId="27216d6f-a712-48da-bcb2-613e4bc945ac" providerId="ADAL" clId="{16FF8E01-DE24-0F4F-A559-943D670B7764}" dt="2024-08-14T17:18:52.390" v="2243" actId="20577"/>
          <ac:spMkLst>
            <pc:docMk/>
            <pc:sldMk cId="234676306" sldId="29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7:44:12.036" v="2474" actId="20577"/>
          <ac:spMkLst>
            <pc:docMk/>
            <pc:sldMk cId="234676306" sldId="291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48:56.991" v="2524" actId="1076"/>
          <ac:picMkLst>
            <pc:docMk/>
            <pc:sldMk cId="234676306" sldId="291"/>
            <ac:picMk id="4" creationId="{77B54F2E-F3FD-7965-C9AC-7AD3C16CC21A}"/>
          </ac:picMkLst>
        </pc:picChg>
        <pc:picChg chg="del">
          <ac:chgData name="Ronnel D. Palenzuela" userId="27216d6f-a712-48da-bcb2-613e4bc945ac" providerId="ADAL" clId="{16FF8E01-DE24-0F4F-A559-943D670B7764}" dt="2024-08-14T17:43:01.527" v="2455" actId="478"/>
          <ac:picMkLst>
            <pc:docMk/>
            <pc:sldMk cId="234676306" sldId="291"/>
            <ac:picMk id="5" creationId="{6F24035F-763D-2A44-9E4D-3B3AB777BA78}"/>
          </ac:picMkLst>
        </pc:picChg>
        <pc:picChg chg="add del mod">
          <ac:chgData name="Ronnel D. Palenzuela" userId="27216d6f-a712-48da-bcb2-613e4bc945ac" providerId="ADAL" clId="{16FF8E01-DE24-0F4F-A559-943D670B7764}" dt="2024-08-14T17:47:51.981" v="2508" actId="478"/>
          <ac:picMkLst>
            <pc:docMk/>
            <pc:sldMk cId="234676306" sldId="291"/>
            <ac:picMk id="6" creationId="{50F79B71-AA73-A4EC-42FF-95E9F8E1747A}"/>
          </ac:picMkLst>
        </pc:picChg>
        <pc:picChg chg="add mod">
          <ac:chgData name="Ronnel D. Palenzuela" userId="27216d6f-a712-48da-bcb2-613e4bc945ac" providerId="ADAL" clId="{16FF8E01-DE24-0F4F-A559-943D670B7764}" dt="2024-08-14T17:48:51.118" v="2520" actId="1076"/>
          <ac:picMkLst>
            <pc:docMk/>
            <pc:sldMk cId="234676306" sldId="291"/>
            <ac:picMk id="7" creationId="{BFFCD08C-39CF-85D4-AFAB-20D06151775B}"/>
          </ac:picMkLst>
        </pc:picChg>
        <pc:picChg chg="add mod">
          <ac:chgData name="Ronnel D. Palenzuela" userId="27216d6f-a712-48da-bcb2-613e4bc945ac" providerId="ADAL" clId="{16FF8E01-DE24-0F4F-A559-943D670B7764}" dt="2024-08-14T17:48:55.627" v="2522" actId="1076"/>
          <ac:picMkLst>
            <pc:docMk/>
            <pc:sldMk cId="234676306" sldId="291"/>
            <ac:picMk id="8" creationId="{94650D83-6F61-D6E5-506A-5BEBD5E1B8C5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815011119" sldId="291"/>
        </pc:sldMkLst>
      </pc:sldChg>
      <pc:sldMasterChg chg="modSldLayout">
        <pc:chgData name="Ronnel D. Palenzuela" userId="27216d6f-a712-48da-bcb2-613e4bc945ac" providerId="ADAL" clId="{16FF8E01-DE24-0F4F-A559-943D670B7764}" dt="2024-08-14T16:14:03.102" v="1502" actId="20577"/>
        <pc:sldMasterMkLst>
          <pc:docMk/>
          <pc:sldMasterMk cId="651270159" sldId="2147483648"/>
        </pc:sldMasterMkLst>
        <pc:sldLayoutChg chg="modSp mod">
          <pc:chgData name="Ronnel D. Palenzuela" userId="27216d6f-a712-48da-bcb2-613e4bc945ac" providerId="ADAL" clId="{16FF8E01-DE24-0F4F-A559-943D670B7764}" dt="2024-08-14T16:13:56.324" v="1498" actId="20577"/>
          <pc:sldLayoutMkLst>
            <pc:docMk/>
            <pc:sldMasterMk cId="651270159" sldId="2147483648"/>
            <pc:sldLayoutMk cId="2921653432" sldId="2147483649"/>
          </pc:sldLayoutMkLst>
          <pc:spChg chg="mod">
            <ac:chgData name="Ronnel D. Palenzuela" userId="27216d6f-a712-48da-bcb2-613e4bc945ac" providerId="ADAL" clId="{16FF8E01-DE24-0F4F-A559-943D670B7764}" dt="2024-08-14T16:13:56.324" v="1498" actId="20577"/>
            <ac:spMkLst>
              <pc:docMk/>
              <pc:sldMasterMk cId="651270159" sldId="2147483648"/>
              <pc:sldLayoutMk cId="2921653432" sldId="2147483649"/>
              <ac:spMk id="14" creationId="{D0B6F2F1-CE07-6C53-35DD-423B006969A2}"/>
            </ac:spMkLst>
          </pc:spChg>
        </pc:sldLayoutChg>
        <pc:sldLayoutChg chg="modSp mod">
          <pc:chgData name="Ronnel D. Palenzuela" userId="27216d6f-a712-48da-bcb2-613e4bc945ac" providerId="ADAL" clId="{16FF8E01-DE24-0F4F-A559-943D670B7764}" dt="2024-08-14T16:13:59.827" v="1500" actId="20577"/>
          <pc:sldLayoutMkLst>
            <pc:docMk/>
            <pc:sldMasterMk cId="651270159" sldId="2147483648"/>
            <pc:sldLayoutMk cId="414239045" sldId="2147483650"/>
          </pc:sldLayoutMkLst>
          <pc:spChg chg="mod">
            <ac:chgData name="Ronnel D. Palenzuela" userId="27216d6f-a712-48da-bcb2-613e4bc945ac" providerId="ADAL" clId="{16FF8E01-DE24-0F4F-A559-943D670B7764}" dt="2024-08-14T16:13:59.827" v="1500" actId="20577"/>
            <ac:spMkLst>
              <pc:docMk/>
              <pc:sldMasterMk cId="651270159" sldId="2147483648"/>
              <pc:sldLayoutMk cId="414239045" sldId="2147483650"/>
              <ac:spMk id="8" creationId="{A20CEFFD-1670-10A5-7ED4-7F9703262EA1}"/>
            </ac:spMkLst>
          </pc:spChg>
        </pc:sldLayoutChg>
        <pc:sldLayoutChg chg="modSp mod">
          <pc:chgData name="Ronnel D. Palenzuela" userId="27216d6f-a712-48da-bcb2-613e4bc945ac" providerId="ADAL" clId="{16FF8E01-DE24-0F4F-A559-943D670B7764}" dt="2024-08-14T16:14:03.102" v="1502" actId="20577"/>
          <pc:sldLayoutMkLst>
            <pc:docMk/>
            <pc:sldMasterMk cId="651270159" sldId="2147483648"/>
            <pc:sldLayoutMk cId="2618641526" sldId="2147483653"/>
          </pc:sldLayoutMkLst>
          <pc:spChg chg="mod">
            <ac:chgData name="Ronnel D. Palenzuela" userId="27216d6f-a712-48da-bcb2-613e4bc945ac" providerId="ADAL" clId="{16FF8E01-DE24-0F4F-A559-943D670B7764}" dt="2024-08-14T16:14:03.102" v="1502" actId="20577"/>
            <ac:spMkLst>
              <pc:docMk/>
              <pc:sldMasterMk cId="651270159" sldId="2147483648"/>
              <pc:sldLayoutMk cId="2618641526" sldId="2147483653"/>
              <ac:spMk id="11" creationId="{3E084DDE-82D5-F74F-6486-DED2612274CD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A99358-0554-3345-871D-48A6BABEE3E1}" type="datetimeFigureOut">
              <a:rPr lang="en-US" smtClean="0"/>
              <a:t>1/8/26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76209C-F82F-8948-8964-C389942C0F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01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752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0ABA2-F050-76BB-E4A9-9A1817A308D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Lesson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88B8A1-4019-4D0D-69E4-51C58926FF2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Lesson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826D9-D744-BD54-EF64-70E8CB5AE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BC266F-70C8-954B-9EC8-D842168CE9D2}" type="datetimeFigureOut">
              <a:rPr lang="en-US" smtClean="0"/>
              <a:pPr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4B7A0-4232-A0AC-7E3A-3BF632F0C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9B9C0-7AE6-2F09-7A4E-D58AB0F87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AEF18FD-875D-A541-8C07-F37C775C0F1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88EE941-D370-38CE-7C65-D512B4AC642D}"/>
              </a:ext>
            </a:extLst>
          </p:cNvPr>
          <p:cNvCxnSpPr>
            <a:cxnSpLocks/>
          </p:cNvCxnSpPr>
          <p:nvPr userDrawn="1"/>
        </p:nvCxnSpPr>
        <p:spPr>
          <a:xfrm>
            <a:off x="0" y="667031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44A6310C-9ACA-9E8A-E2CA-26F04E91C2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-26113"/>
            <a:ext cx="2051824" cy="650488"/>
          </a:xfrm>
          <a:prstGeom prst="rect">
            <a:avLst/>
          </a:prstGeom>
          <a:noFill/>
        </p:spPr>
      </p:pic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357B3786-D5B9-75A5-559A-E2EC02C265FA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CCADMACL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D6D1DBD1-5126-61E2-6E7E-D0E1598366F1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chemeClr val="bg1"/>
                </a:solidFill>
              </a:rPr>
              <a:t>CS Department</a:t>
            </a:r>
          </a:p>
        </p:txBody>
      </p:sp>
    </p:spTree>
    <p:extLst>
      <p:ext uri="{BB962C8B-B14F-4D97-AF65-F5344CB8AC3E}">
        <p14:creationId xmlns:p14="http://schemas.microsoft.com/office/powerpoint/2010/main" val="2921653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7934C-88AA-65C7-69FD-291768EA3B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26369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Topic 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40A79-3EDB-F8E7-BE0C-7ADA40378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10515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D4BC6280-14D1-A0F9-932F-6AE1D73C10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-26113"/>
            <a:ext cx="2051824" cy="650488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02E3C40-285E-F2DE-1274-14E9CBC5ACBD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CCADMACL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42B58354-33DE-CE59-747B-E022E0561795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CS Department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1A9AE51-EE04-4A01-C0E3-CCE3252EAD04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39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86428-0162-8984-D72C-F96220FAF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5D9C-50A3-FEC4-9D1D-487FA259D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59D22-453E-BFFB-3F8A-759A6391C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BC266F-70C8-954B-9EC8-D842168CE9D2}" type="datetimeFigureOut">
              <a:rPr lang="en-US" smtClean="0"/>
              <a:pPr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F2910-0DE9-B288-360A-0BEB46FC4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0602E-2E56-CB33-125B-47DD51E32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AEF18FD-875D-A541-8C07-F37C775C0F1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6568DCF-55BC-7236-BB25-0F637C24E4BB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CCADMACL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EDA2906-65FB-8320-13BA-B7C7D4EDC085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CS Department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751D332-4008-67FF-B5A9-C1F32F3AAE58}"/>
              </a:ext>
            </a:extLst>
          </p:cNvPr>
          <p:cNvCxnSpPr>
            <a:cxnSpLocks/>
          </p:cNvCxnSpPr>
          <p:nvPr userDrawn="1"/>
        </p:nvCxnSpPr>
        <p:spPr>
          <a:xfrm>
            <a:off x="0" y="667031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A30DD185-8D3F-19F9-5BF7-20D58C225E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-26113"/>
            <a:ext cx="2051824" cy="6504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83240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747A8-E096-D9F8-9F8D-29067968C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645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67934-A1CC-85B8-7BAE-95BB6C6E04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11145"/>
            <a:ext cx="5181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AB141E-535E-5ACA-4F43-5F265BED5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11145"/>
            <a:ext cx="5181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23129C-870A-3273-7913-92DDF9DA6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BC266F-70C8-954B-9EC8-D842168CE9D2}" type="datetimeFigureOut">
              <a:rPr lang="en-US" smtClean="0"/>
              <a:pPr/>
              <a:t>1/8/26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7E27BA4-8CD2-1C5E-0259-E54280CF1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E91CF3C-EC4A-0790-D00B-C4F00101E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AEF18FD-875D-A541-8C07-F37C775C0F1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9B0FBB04-5353-DB7B-01E2-71E3BDFD8F1C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CCADMACL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ABCAC3D7-4691-7163-DABA-4CBC4278EF13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CS Department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F70D1EF-004D-A2C9-0277-733EA226CE54}"/>
              </a:ext>
            </a:extLst>
          </p:cNvPr>
          <p:cNvCxnSpPr>
            <a:cxnSpLocks/>
          </p:cNvCxnSpPr>
          <p:nvPr userDrawn="1"/>
        </p:nvCxnSpPr>
        <p:spPr>
          <a:xfrm>
            <a:off x="0" y="667031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0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61C02FE8-AFB5-3D47-025B-21C8AA18A4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-26113"/>
            <a:ext cx="2051824" cy="6504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81433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6FD41-6019-CD6C-6665-80EA8D7A6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6369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9F666-6A8D-602E-BBFD-BDB638D94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142407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7DB928-AEB0-9052-5F03-5F10A5A6D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66319"/>
            <a:ext cx="5157787" cy="36845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987E17-25F6-814C-5955-581112A1DA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42407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E2F8CB-407F-E9C8-0B60-6661F8F09C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66319"/>
            <a:ext cx="5183188" cy="36845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7C37AB0D-1BBD-5A3A-3CA1-4ECA587EB783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CCADMACL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EB47D81-86A8-F8B6-1809-5D4AC4F9325E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CS Department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9323FC8-38FB-3638-BB9E-11EC063A241E}"/>
              </a:ext>
            </a:extLst>
          </p:cNvPr>
          <p:cNvCxnSpPr>
            <a:cxnSpLocks/>
          </p:cNvCxnSpPr>
          <p:nvPr userDrawn="1"/>
        </p:nvCxnSpPr>
        <p:spPr>
          <a:xfrm>
            <a:off x="0" y="667031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EF39F6B1-29F2-F346-FB52-9807643B7D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-26113"/>
            <a:ext cx="2051824" cy="6504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18641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0380C-E50D-70D7-4C76-E7BA7AFD9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5909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B6F113-2EC8-CE48-879A-6833BF620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BC266F-70C8-954B-9EC8-D842168CE9D2}" type="datetimeFigureOut">
              <a:rPr lang="en-US" smtClean="0"/>
              <a:pPr/>
              <a:t>1/8/26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D26BA-5C98-F77F-4E74-A5E405B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6EE29F-553C-C4CE-B95E-AA4C5D73A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AEF18FD-875D-A541-8C07-F37C775C0F1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DED0F5F3-8E82-F748-CBF2-B4AEAADB1E47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CCADMACL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D91D9827-4EC7-992B-9135-C3ADB344C896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CS Department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F987D41-B5EF-6BB9-E1EF-7BAA5FCEDD0A}"/>
              </a:ext>
            </a:extLst>
          </p:cNvPr>
          <p:cNvCxnSpPr>
            <a:cxnSpLocks/>
          </p:cNvCxnSpPr>
          <p:nvPr userDrawn="1"/>
        </p:nvCxnSpPr>
        <p:spPr>
          <a:xfrm>
            <a:off x="0" y="667031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2DC3653F-DBD7-E648-D2D8-3AC427A76D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-26113"/>
            <a:ext cx="2051824" cy="6504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70086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4E8268-BB09-9115-852C-9588795B4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BC266F-70C8-954B-9EC8-D842168CE9D2}" type="datetimeFigureOut">
              <a:rPr lang="en-US" smtClean="0"/>
              <a:pPr/>
              <a:t>1/8/26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F8A218-E351-876A-DAA5-28871E0DA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078DA-EA1A-D15A-DC5A-C7E4EB745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AEF18FD-875D-A541-8C07-F37C775C0F1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2B52BAD-D499-DAD0-D01D-C5AB26556031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CCADMACL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CDAD829-336E-D4A1-56B6-587A2B16791A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CS Department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35DFD7-1DE0-8284-3EF7-E4B126AC8A34}"/>
              </a:ext>
            </a:extLst>
          </p:cNvPr>
          <p:cNvCxnSpPr>
            <a:cxnSpLocks/>
          </p:cNvCxnSpPr>
          <p:nvPr userDrawn="1"/>
        </p:nvCxnSpPr>
        <p:spPr>
          <a:xfrm>
            <a:off x="0" y="667031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D14D6E90-0CBE-CE41-9669-8AF43373A3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-26113"/>
            <a:ext cx="2051824" cy="6504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88012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F9512-DB3C-27D6-94A1-4CE5658ED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318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B6E74-9F00-7DB0-255C-B77AD9A41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513405"/>
            <a:ext cx="6172200" cy="4873625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782F70-FC76-DA9D-9C9B-5C72237689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338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0295BC2-CEA6-F9B0-AB63-F0E86526668D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CCADMACL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D8FC1D1-AA02-E54D-173A-1393477A0A8A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CS Department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676B4E8-A3BB-3A7B-3276-51DB2F13D06A}"/>
              </a:ext>
            </a:extLst>
          </p:cNvPr>
          <p:cNvCxnSpPr>
            <a:cxnSpLocks/>
          </p:cNvCxnSpPr>
          <p:nvPr userDrawn="1"/>
        </p:nvCxnSpPr>
        <p:spPr>
          <a:xfrm>
            <a:off x="0" y="667031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E19F05C1-7917-3B62-4B9E-983F13CA46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-26113"/>
            <a:ext cx="2051824" cy="6504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65116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7646F-9BC1-59FE-5CD1-0334C0584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34628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7D81B3-860D-217A-1F5F-D7F60AB4D8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464853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FB98A-B430-C6D2-5211-28791F38A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34828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2460E22-CC6F-6348-5F9B-93073D760FDC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CCADMACL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A0DD3151-D25A-3F4B-82BE-EE23E62C47D2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CS Department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8B31877-D26C-E618-23A7-EE36E82F366D}"/>
              </a:ext>
            </a:extLst>
          </p:cNvPr>
          <p:cNvCxnSpPr>
            <a:cxnSpLocks/>
          </p:cNvCxnSpPr>
          <p:nvPr userDrawn="1"/>
        </p:nvCxnSpPr>
        <p:spPr>
          <a:xfrm>
            <a:off x="0" y="667031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1E4EE1A0-953E-8CBF-58A8-7B772D9022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-26113"/>
            <a:ext cx="2051824" cy="6504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78021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11D1C-0F2D-DA60-ACD5-56D862F86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6829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B6DBA-925F-FB98-9AA6-17E75C3A8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327329"/>
            <a:ext cx="10515600" cy="4351338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042FD25-B72A-6B9F-EDF4-F6F3D341A76F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CCADMACL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A21A32D9-EC08-CEA3-008B-9352FE38540F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CS Department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B177515-D01E-435D-8C24-1221917A2224}"/>
              </a:ext>
            </a:extLst>
          </p:cNvPr>
          <p:cNvCxnSpPr>
            <a:cxnSpLocks/>
          </p:cNvCxnSpPr>
          <p:nvPr userDrawn="1"/>
        </p:nvCxnSpPr>
        <p:spPr>
          <a:xfrm>
            <a:off x="0" y="667031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8CA3AF13-6858-5CC0-B6E3-60163F6175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-26113"/>
            <a:ext cx="2051824" cy="6504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0953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B05C3D-FB3F-3C25-7050-4E9FC83033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58737"/>
            <a:ext cx="2628900" cy="5811838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19D51CD6-6B48-B408-FB65-BEBD1C62DA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F8A6BD-D071-5134-8DAB-9685A5A426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58737"/>
            <a:ext cx="7734300" cy="5811838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9D8348D-1C95-7E0B-1725-AD73063169BA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CCADMACL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C05B5A8-0ED3-B01C-7645-7C6B12D8F1E3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3D5E4D1-6755-AA74-3EC7-549A709B197A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397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8C53B7-FED3-EFF9-26A5-392907AB9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Subject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91B9D-A735-901B-1C8F-AF7739954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CA33F-C01E-0A3B-9D81-9431474419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4BC266F-70C8-954B-9EC8-D842168CE9D2}" type="datetimeFigureOut">
              <a:rPr lang="en-US" smtClean="0"/>
              <a:pPr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4D509-240F-F8C7-25C0-84E3FCFA70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A56B6-26D6-957A-7566-E1928B4300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5AEF18FD-875D-A541-8C07-F37C775C0F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270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40.png"/><Relationship Id="rId7" Type="http://schemas.openxmlformats.org/officeDocument/2006/relationships/image" Target="../media/image35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sv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59.png"/><Relationship Id="rId7" Type="http://schemas.openxmlformats.org/officeDocument/2006/relationships/image" Target="../media/image65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0.png"/><Relationship Id="rId9" Type="http://schemas.openxmlformats.org/officeDocument/2006/relationships/image" Target="../media/image6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0.png"/><Relationship Id="rId13" Type="http://schemas.openxmlformats.org/officeDocument/2006/relationships/image" Target="../media/image610.png"/><Relationship Id="rId18" Type="http://schemas.openxmlformats.org/officeDocument/2006/relationships/image" Target="../media/image660.png"/><Relationship Id="rId3" Type="http://schemas.openxmlformats.org/officeDocument/2006/relationships/image" Target="../media/image510.png"/><Relationship Id="rId7" Type="http://schemas.openxmlformats.org/officeDocument/2006/relationships/image" Target="../media/image550.png"/><Relationship Id="rId12" Type="http://schemas.openxmlformats.org/officeDocument/2006/relationships/image" Target="../media/image600.png"/><Relationship Id="rId17" Type="http://schemas.openxmlformats.org/officeDocument/2006/relationships/image" Target="../media/image650.png"/><Relationship Id="rId2" Type="http://schemas.openxmlformats.org/officeDocument/2006/relationships/image" Target="../media/image500.png"/><Relationship Id="rId16" Type="http://schemas.openxmlformats.org/officeDocument/2006/relationships/image" Target="../media/image640.png"/><Relationship Id="rId20" Type="http://schemas.openxmlformats.org/officeDocument/2006/relationships/image" Target="../media/image5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0.png"/><Relationship Id="rId11" Type="http://schemas.openxmlformats.org/officeDocument/2006/relationships/image" Target="../media/image590.png"/><Relationship Id="rId5" Type="http://schemas.openxmlformats.org/officeDocument/2006/relationships/image" Target="../media/image53.png"/><Relationship Id="rId15" Type="http://schemas.openxmlformats.org/officeDocument/2006/relationships/image" Target="../media/image630.png"/><Relationship Id="rId10" Type="http://schemas.openxmlformats.org/officeDocument/2006/relationships/image" Target="../media/image580.png"/><Relationship Id="rId19" Type="http://schemas.openxmlformats.org/officeDocument/2006/relationships/image" Target="../media/image52.png"/><Relationship Id="rId4" Type="http://schemas.openxmlformats.org/officeDocument/2006/relationships/image" Target="../media/image520.png"/><Relationship Id="rId9" Type="http://schemas.openxmlformats.org/officeDocument/2006/relationships/image" Target="../media/image570.png"/><Relationship Id="rId14" Type="http://schemas.openxmlformats.org/officeDocument/2006/relationships/image" Target="../media/image62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3.png"/><Relationship Id="rId18" Type="http://schemas.openxmlformats.org/officeDocument/2006/relationships/image" Target="../media/image75.png"/><Relationship Id="rId3" Type="http://schemas.openxmlformats.org/officeDocument/2006/relationships/image" Target="../media/image510.png"/><Relationship Id="rId7" Type="http://schemas.openxmlformats.org/officeDocument/2006/relationships/image" Target="../media/image70.png"/><Relationship Id="rId12" Type="http://schemas.openxmlformats.org/officeDocument/2006/relationships/image" Target="../media/image600.png"/><Relationship Id="rId17" Type="http://schemas.openxmlformats.org/officeDocument/2006/relationships/image" Target="../media/image77.png"/><Relationship Id="rId2" Type="http://schemas.openxmlformats.org/officeDocument/2006/relationships/image" Target="../media/image500.png"/><Relationship Id="rId16" Type="http://schemas.openxmlformats.org/officeDocument/2006/relationships/image" Target="../media/image76.png"/><Relationship Id="rId20" Type="http://schemas.openxmlformats.org/officeDocument/2006/relationships/image" Target="../media/image5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0.png"/><Relationship Id="rId11" Type="http://schemas.openxmlformats.org/officeDocument/2006/relationships/image" Target="../media/image590.png"/><Relationship Id="rId5" Type="http://schemas.openxmlformats.org/officeDocument/2006/relationships/image" Target="../media/image69.png"/><Relationship Id="rId15" Type="http://schemas.openxmlformats.org/officeDocument/2006/relationships/image" Target="../media/image68.png"/><Relationship Id="rId10" Type="http://schemas.openxmlformats.org/officeDocument/2006/relationships/image" Target="../media/image580.png"/><Relationship Id="rId19" Type="http://schemas.openxmlformats.org/officeDocument/2006/relationships/image" Target="../media/image52.png"/><Relationship Id="rId4" Type="http://schemas.openxmlformats.org/officeDocument/2006/relationships/image" Target="../media/image520.png"/><Relationship Id="rId9" Type="http://schemas.openxmlformats.org/officeDocument/2006/relationships/image" Target="../media/image72.png"/><Relationship Id="rId14" Type="http://schemas.openxmlformats.org/officeDocument/2006/relationships/image" Target="../media/image7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53.svg"/><Relationship Id="rId7" Type="http://schemas.openxmlformats.org/officeDocument/2006/relationships/image" Target="../media/image78.png"/><Relationship Id="rId12" Type="http://schemas.openxmlformats.org/officeDocument/2006/relationships/image" Target="../media/image62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80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60.png"/><Relationship Id="rId7" Type="http://schemas.openxmlformats.org/officeDocument/2006/relationships/image" Target="../media/image8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Relationship Id="rId9" Type="http://schemas.openxmlformats.org/officeDocument/2006/relationships/image" Target="../media/image7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10" Type="http://schemas.openxmlformats.org/officeDocument/2006/relationships/image" Target="../media/image94.png"/><Relationship Id="rId4" Type="http://schemas.openxmlformats.org/officeDocument/2006/relationships/image" Target="../media/image88.png"/><Relationship Id="rId9" Type="http://schemas.openxmlformats.org/officeDocument/2006/relationships/image" Target="../media/image9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95.png"/><Relationship Id="rId7" Type="http://schemas.openxmlformats.org/officeDocument/2006/relationships/image" Target="../media/image9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5" Type="http://schemas.openxmlformats.org/officeDocument/2006/relationships/image" Target="../media/image89.png"/><Relationship Id="rId10" Type="http://schemas.openxmlformats.org/officeDocument/2006/relationships/image" Target="../media/image100.png"/><Relationship Id="rId4" Type="http://schemas.openxmlformats.org/officeDocument/2006/relationships/image" Target="../media/image88.png"/><Relationship Id="rId9" Type="http://schemas.openxmlformats.org/officeDocument/2006/relationships/image" Target="../media/image9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8.png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0.png"/><Relationship Id="rId3" Type="http://schemas.openxmlformats.org/officeDocument/2006/relationships/image" Target="../media/image880.png"/><Relationship Id="rId7" Type="http://schemas.openxmlformats.org/officeDocument/2006/relationships/image" Target="../media/image900.png"/><Relationship Id="rId2" Type="http://schemas.openxmlformats.org/officeDocument/2006/relationships/image" Target="../media/image7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0.png"/><Relationship Id="rId5" Type="http://schemas.openxmlformats.org/officeDocument/2006/relationships/image" Target="../media/image820.png"/><Relationship Id="rId10" Type="http://schemas.openxmlformats.org/officeDocument/2006/relationships/image" Target="../media/image930.png"/><Relationship Id="rId4" Type="http://schemas.openxmlformats.org/officeDocument/2006/relationships/image" Target="../media/image810.png"/><Relationship Id="rId9" Type="http://schemas.openxmlformats.org/officeDocument/2006/relationships/image" Target="../media/image92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0.png"/><Relationship Id="rId3" Type="http://schemas.openxmlformats.org/officeDocument/2006/relationships/image" Target="../media/image800.png"/><Relationship Id="rId7" Type="http://schemas.openxmlformats.org/officeDocument/2006/relationships/image" Target="../media/image840.png"/><Relationship Id="rId2" Type="http://schemas.openxmlformats.org/officeDocument/2006/relationships/image" Target="../media/image7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0.png"/><Relationship Id="rId5" Type="http://schemas.openxmlformats.org/officeDocument/2006/relationships/image" Target="../media/image820.png"/><Relationship Id="rId10" Type="http://schemas.openxmlformats.org/officeDocument/2006/relationships/image" Target="../media/image870.png"/><Relationship Id="rId4" Type="http://schemas.openxmlformats.org/officeDocument/2006/relationships/image" Target="../media/image810.png"/><Relationship Id="rId9" Type="http://schemas.openxmlformats.org/officeDocument/2006/relationships/image" Target="../media/image8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DC0FD-E73C-26A6-891F-61B461076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94475"/>
            <a:ext cx="9144000" cy="1184161"/>
          </a:xfrm>
        </p:spPr>
        <p:txBody>
          <a:bodyPr>
            <a:normAutofit/>
          </a:bodyPr>
          <a:lstStyle/>
          <a:p>
            <a:r>
              <a:rPr lang="en-US" sz="7000" dirty="0">
                <a:solidFill>
                  <a:srgbClr val="0070C0"/>
                </a:solidFill>
                <a:latin typeface="Aptos" panose="020B0004020202020204" pitchFamily="34" charset="0"/>
              </a:rPr>
              <a:t>PCA Example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A8846-F5F9-9E2F-7E86-4EDFA1AEFE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78636"/>
            <a:ext cx="9144000" cy="47119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369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AA4A9AF2-5E59-A576-F504-BD165F0A90E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68759035"/>
                  </p:ext>
                </p:extLst>
              </p:nvPr>
            </p:nvGraphicFramePr>
            <p:xfrm>
              <a:off x="2032000" y="2316480"/>
              <a:ext cx="8127999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2902782145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3240347224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11120821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Sample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Hours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Score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oMath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511192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12846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532910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5913203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AA4A9AF2-5E59-A576-F504-BD165F0A90E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68759035"/>
                  </p:ext>
                </p:extLst>
              </p:nvPr>
            </p:nvGraphicFramePr>
            <p:xfrm>
              <a:off x="2032000" y="2316480"/>
              <a:ext cx="8127999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2902782145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3240347224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11120821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Sample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6667" r="-100935" b="-3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939" t="-6667" r="-1408" b="-3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511192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12846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532910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5913203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014784-743F-D566-BF30-15BEAAD6BAA1}"/>
                  </a:ext>
                </a:extLst>
              </p:cNvPr>
              <p:cNvSpPr txBox="1"/>
              <p:nvPr/>
            </p:nvSpPr>
            <p:spPr>
              <a:xfrm>
                <a:off x="4418445" y="4189303"/>
                <a:ext cx="3355108" cy="191988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5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5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5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5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GB" sz="5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5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5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GB" sz="5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5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  <m:e>
                                    <m:r>
                                      <a:rPr lang="en-GB" sz="5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5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014784-743F-D566-BF30-15BEAAD6BA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445" y="4189303"/>
                <a:ext cx="3355108" cy="1919885"/>
              </a:xfrm>
              <a:prstGeom prst="rect">
                <a:avLst/>
              </a:prstGeom>
              <a:blipFill>
                <a:blip r:embed="rId3"/>
                <a:stretch>
                  <a:fillRect l="-7576" t="-658" b="-111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9551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9FFE4-DEE0-549D-8D58-8BCC70CDC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 the mean of each feature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0E6758-22EE-90DF-5ACC-9ED597DD9952}"/>
                  </a:ext>
                </a:extLst>
              </p:cNvPr>
              <p:cNvSpPr txBox="1"/>
              <p:nvPr/>
            </p:nvSpPr>
            <p:spPr>
              <a:xfrm>
                <a:off x="1007838" y="3945206"/>
                <a:ext cx="4426009" cy="10083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2+4+6</m:t>
                          </m:r>
                        </m:num>
                        <m:den>
                          <m: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sz="3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GB" sz="3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0E6758-22EE-90DF-5ACC-9ED597DD99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838" y="3945206"/>
                <a:ext cx="4426009" cy="1008353"/>
              </a:xfrm>
              <a:prstGeom prst="rect">
                <a:avLst/>
              </a:prstGeom>
              <a:blipFill>
                <a:blip r:embed="rId2"/>
                <a:stretch>
                  <a:fillRect b="-13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4BB7D4D-8D8E-3B17-6234-074878A88B37}"/>
                  </a:ext>
                </a:extLst>
              </p:cNvPr>
              <p:cNvSpPr txBox="1"/>
              <p:nvPr/>
            </p:nvSpPr>
            <p:spPr>
              <a:xfrm>
                <a:off x="6095999" y="3945205"/>
                <a:ext cx="4426009" cy="10083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3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4+6+8</m:t>
                          </m:r>
                        </m:num>
                        <m:den>
                          <m: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sz="3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GB" sz="3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4BB7D4D-8D8E-3B17-6234-074878A88B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3945205"/>
                <a:ext cx="4426009" cy="1008353"/>
              </a:xfrm>
              <a:prstGeom prst="rect">
                <a:avLst/>
              </a:prstGeom>
              <a:blipFill>
                <a:blip r:embed="rId3"/>
                <a:stretch>
                  <a:fillRect b="-13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388987B-4663-6C4A-5EC1-1D87207CE93D}"/>
                  </a:ext>
                </a:extLst>
              </p:cNvPr>
              <p:cNvSpPr txBox="1"/>
              <p:nvPr/>
            </p:nvSpPr>
            <p:spPr>
              <a:xfrm>
                <a:off x="4795054" y="5344447"/>
                <a:ext cx="2601889" cy="538609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5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GB" sz="3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=[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GB" sz="35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e>
                            <m:r>
                              <a:rPr lang="en-GB" sz="35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mr>
                      </m:m>
                      <m:r>
                        <a:rPr lang="en-GB" sz="3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GB" sz="3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388987B-4663-6C4A-5EC1-1D87207CE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5054" y="5344447"/>
                <a:ext cx="2601889" cy="538609"/>
              </a:xfrm>
              <a:prstGeom prst="rect">
                <a:avLst/>
              </a:prstGeom>
              <a:blipFill>
                <a:blip r:embed="rId4"/>
                <a:stretch>
                  <a:fillRect b="-30435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7B6F4E9-5612-B658-9086-A560E142E4A9}"/>
                  </a:ext>
                </a:extLst>
              </p:cNvPr>
              <p:cNvSpPr txBox="1"/>
              <p:nvPr/>
            </p:nvSpPr>
            <p:spPr>
              <a:xfrm>
                <a:off x="4418445" y="1828304"/>
                <a:ext cx="3355108" cy="191988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5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5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5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5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GB" sz="5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5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5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GB" sz="5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5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  <m:e>
                                    <m:r>
                                      <a:rPr lang="en-GB" sz="5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5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7B6F4E9-5612-B658-9086-A560E142E4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445" y="1828304"/>
                <a:ext cx="3355108" cy="1919885"/>
              </a:xfrm>
              <a:prstGeom prst="rect">
                <a:avLst/>
              </a:prstGeom>
              <a:blipFill>
                <a:blip r:embed="rId5"/>
                <a:stretch>
                  <a:fillRect l="-7576" t="-1316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46700B96-FF32-7A2F-49CE-A4639F72F52A}"/>
              </a:ext>
            </a:extLst>
          </p:cNvPr>
          <p:cNvSpPr txBox="1"/>
          <p:nvPr/>
        </p:nvSpPr>
        <p:spPr>
          <a:xfrm>
            <a:off x="591031" y="2465080"/>
            <a:ext cx="3529304" cy="646331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1800" dirty="0">
                <a:solidFill>
                  <a:schemeClr val="bg1"/>
                </a:solidFill>
              </a:rPr>
              <a:t>Compute the mean of each column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53196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98518-1AA6-1F4F-6D5E-A853D910E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Center the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5884C52-BBEC-A7BF-4024-198EE602CE12}"/>
                  </a:ext>
                </a:extLst>
              </p:cNvPr>
              <p:cNvSpPr txBox="1"/>
              <p:nvPr/>
            </p:nvSpPr>
            <p:spPr>
              <a:xfrm>
                <a:off x="7117840" y="2956334"/>
                <a:ext cx="2601889" cy="53860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5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GB" sz="3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=[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GB" sz="35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e>
                            <m:r>
                              <a:rPr lang="en-GB" sz="35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mr>
                      </m:m>
                      <m:r>
                        <a:rPr lang="en-GB" sz="3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GB" sz="3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5884C52-BBEC-A7BF-4024-198EE602CE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7840" y="2956334"/>
                <a:ext cx="2601889" cy="538609"/>
              </a:xfrm>
              <a:prstGeom prst="rect">
                <a:avLst/>
              </a:prstGeom>
              <a:blipFill>
                <a:blip r:embed="rId2"/>
                <a:stretch>
                  <a:fillRect b="-34091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26E238-EB45-B6D6-1670-282AADCD2222}"/>
                  </a:ext>
                </a:extLst>
              </p:cNvPr>
              <p:cNvSpPr txBox="1"/>
              <p:nvPr/>
            </p:nvSpPr>
            <p:spPr>
              <a:xfrm>
                <a:off x="2032597" y="2265695"/>
                <a:ext cx="3355108" cy="191988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5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5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5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5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GB" sz="5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5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5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GB" sz="5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5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  <m:e>
                                    <m:r>
                                      <a:rPr lang="en-GB" sz="5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5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26E238-EB45-B6D6-1670-282AADCD22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597" y="2265695"/>
                <a:ext cx="3355108" cy="1919885"/>
              </a:xfrm>
              <a:prstGeom prst="rect">
                <a:avLst/>
              </a:prstGeom>
              <a:blipFill>
                <a:blip r:embed="rId3"/>
                <a:stretch>
                  <a:fillRect l="-6767" t="-658" b="-111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8C8C7D3-2B9F-E558-7922-389CEB009C08}"/>
                  </a:ext>
                </a:extLst>
              </p:cNvPr>
              <p:cNvSpPr txBox="1"/>
              <p:nvPr/>
            </p:nvSpPr>
            <p:spPr>
              <a:xfrm>
                <a:off x="838200" y="4937108"/>
                <a:ext cx="5662416" cy="13438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𝑐𝑒𝑛𝑡𝑒𝑟𝑒𝑑</m:t>
                          </m:r>
                        </m:sub>
                      </m:sSub>
                      <m:r>
                        <a:rPr lang="en-GB" sz="3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5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e>
                              <m:e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4−6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4−4</m:t>
                                    </m:r>
                                  </m:e>
                                  <m:e>
                                    <m: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6−4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6−6</m:t>
                                    </m:r>
                                  </m:e>
                                  <m:e>
                                    <m: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8−6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3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8C8C7D3-2B9F-E558-7922-389CEB009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937108"/>
                <a:ext cx="5662416" cy="1343894"/>
              </a:xfrm>
              <a:prstGeom prst="rect">
                <a:avLst/>
              </a:prstGeom>
              <a:blipFill>
                <a:blip r:embed="rId4"/>
                <a:stretch>
                  <a:fillRect l="-448" b="-11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C73CAA2-8BD6-D8EF-7F20-D6757D626002}"/>
                  </a:ext>
                </a:extLst>
              </p:cNvPr>
              <p:cNvSpPr txBox="1"/>
              <p:nvPr/>
            </p:nvSpPr>
            <p:spPr>
              <a:xfrm>
                <a:off x="6829085" y="4940635"/>
                <a:ext cx="4748017" cy="1340367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𝑐𝑒𝑛𝑡𝑒𝑟𝑒𝑑</m:t>
                          </m:r>
                        </m:sub>
                      </m:sSub>
                      <m:r>
                        <a:rPr lang="en-GB" sz="3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3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C73CAA2-8BD6-D8EF-7F20-D6757D626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9085" y="4940635"/>
                <a:ext cx="4748017" cy="1340367"/>
              </a:xfrm>
              <a:prstGeom prst="rect">
                <a:avLst/>
              </a:prstGeom>
              <a:blipFill>
                <a:blip r:embed="rId5"/>
                <a:stretch>
                  <a:fillRect l="-265" b="-9174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DC4C7075-4C0A-F68B-E8B9-89DCC429898B}"/>
              </a:ext>
            </a:extLst>
          </p:cNvPr>
          <p:cNvSpPr txBox="1"/>
          <p:nvPr/>
        </p:nvSpPr>
        <p:spPr>
          <a:xfrm>
            <a:off x="4459174" y="4354428"/>
            <a:ext cx="3722139" cy="36933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1800" dirty="0">
                <a:solidFill>
                  <a:schemeClr val="bg1"/>
                </a:solidFill>
              </a:rPr>
              <a:t>Subtract the mean for each sample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06909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66D39-9BF3-F9D1-8861-5C031AA7D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 the Covariance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A2B260-DD3B-8739-DB9E-45A398AFB0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41695" y="2044987"/>
                <a:ext cx="5908610" cy="1836548"/>
              </a:xfrm>
              <a:ln w="38100">
                <a:solidFill>
                  <a:schemeClr val="bg1"/>
                </a:solidFill>
              </a:ln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endParaRPr lang="en-GB" sz="35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35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GB" sz="3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GB" sz="3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𝑐𝑒𝑛𝑡𝑒𝑟𝑒𝑑</m:t>
                          </m:r>
                        </m:sub>
                        <m:sup>
                          <m: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GB" sz="3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𝑐𝑒𝑛𝑡𝑒𝑟𝑒𝑑</m:t>
                          </m:r>
                        </m:sub>
                      </m:sSub>
                    </m:oMath>
                  </m:oMathPara>
                </a14:m>
                <a:endParaRPr lang="en-GB" sz="3500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3500" dirty="0"/>
              </a:p>
              <a:p>
                <a:pPr marL="0" indent="0">
                  <a:buNone/>
                </a:pPr>
                <a:endParaRPr lang="en-US" sz="35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A2B260-DD3B-8739-DB9E-45A398AFB0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41695" y="2044987"/>
                <a:ext cx="5908610" cy="1836548"/>
              </a:xfrm>
              <a:blipFill>
                <a:blip r:embed="rId2"/>
                <a:stretch>
                  <a:fillRect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AEFB128-1342-1993-BA5E-859CD4CCB172}"/>
                  </a:ext>
                </a:extLst>
              </p:cNvPr>
              <p:cNvSpPr txBox="1"/>
              <p:nvPr/>
            </p:nvSpPr>
            <p:spPr>
              <a:xfrm>
                <a:off x="6605783" y="4250303"/>
                <a:ext cx="4748017" cy="91505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3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GB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𝑐𝑒𝑛𝑡𝑒𝑟𝑒𝑑</m:t>
                          </m:r>
                        </m:sub>
                        <m:sup>
                          <m:r>
                            <a:rPr lang="en-GB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GB" sz="3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5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3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AEFB128-1342-1993-BA5E-859CD4CCB1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5783" y="4250303"/>
                <a:ext cx="4748017" cy="915059"/>
              </a:xfrm>
              <a:prstGeom prst="rect">
                <a:avLst/>
              </a:prstGeom>
              <a:blipFill>
                <a:blip r:embed="rId3"/>
                <a:stretch>
                  <a:fillRect l="-2667" t="-1370" b="-16438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A1A63F3-20EB-F445-646E-DB9F387BED6A}"/>
                  </a:ext>
                </a:extLst>
              </p:cNvPr>
              <p:cNvSpPr txBox="1"/>
              <p:nvPr/>
            </p:nvSpPr>
            <p:spPr>
              <a:xfrm>
                <a:off x="1347983" y="4035885"/>
                <a:ext cx="4748017" cy="134036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𝑐𝑒𝑛𝑡𝑒𝑟𝑒𝑑</m:t>
                          </m:r>
                        </m:sub>
                      </m:sSub>
                      <m:r>
                        <a:rPr lang="en-GB" sz="3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3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A1A63F3-20EB-F445-646E-DB9F387BE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7983" y="4035885"/>
                <a:ext cx="4748017" cy="1340367"/>
              </a:xfrm>
              <a:prstGeom prst="rect">
                <a:avLst/>
              </a:prstGeom>
              <a:blipFill>
                <a:blip r:embed="rId4"/>
                <a:stretch>
                  <a:fillRect l="-800" t="-935" b="-1028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FE4AD1D-AA03-6C91-3349-9290928FBD73}"/>
                  </a:ext>
                </a:extLst>
              </p:cNvPr>
              <p:cNvSpPr txBox="1"/>
              <p:nvPr/>
            </p:nvSpPr>
            <p:spPr>
              <a:xfrm>
                <a:off x="4234930" y="5662299"/>
                <a:ext cx="3722139" cy="369332"/>
              </a:xfrm>
              <a:prstGeom prst="rect">
                <a:avLst/>
              </a:prstGeom>
              <a:noFill/>
              <a:ln w="38100">
                <a:solidFill>
                  <a:srgbClr val="00B0F0"/>
                </a:solidFill>
              </a:ln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GB" sz="1800" dirty="0">
                    <a:solidFill>
                      <a:schemeClr val="bg1"/>
                    </a:solidFill>
                  </a:rPr>
                  <a:t>Compute the transpose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𝑐𝑒𝑛𝑡𝑒𝑟𝑒𝑑</m:t>
                        </m:r>
                      </m:sub>
                    </m:sSub>
                  </m:oMath>
                </a14:m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FE4AD1D-AA03-6C91-3349-9290928FBD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4930" y="5662299"/>
                <a:ext cx="3722139" cy="369332"/>
              </a:xfrm>
              <a:prstGeom prst="rect">
                <a:avLst/>
              </a:prstGeom>
              <a:blipFill>
                <a:blip r:embed="rId5"/>
                <a:stretch>
                  <a:fillRect l="-1014" t="-3030" b="-18182"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6096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D8E05-0FCC-BDFC-2FC9-C1C83576A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9E20E-0C0D-870F-627D-9932A90B7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 the Covariance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45FBD4-ABC4-C5DB-608D-2DEFA872BC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41695" y="2044987"/>
                <a:ext cx="5908610" cy="1836548"/>
              </a:xfrm>
              <a:ln w="38100">
                <a:solidFill>
                  <a:schemeClr val="bg1"/>
                </a:solidFill>
              </a:ln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endParaRPr lang="en-GB" sz="35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35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GB" sz="3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GB" sz="3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𝑐𝑒𝑛𝑡𝑒𝑟𝑒𝑑</m:t>
                          </m:r>
                        </m:sub>
                        <m:sup>
                          <m: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GB" sz="3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𝑐𝑒𝑛𝑡𝑒𝑟𝑒𝑑</m:t>
                          </m:r>
                        </m:sub>
                      </m:sSub>
                    </m:oMath>
                  </m:oMathPara>
                </a14:m>
                <a:endParaRPr lang="en-GB" sz="3500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3500" dirty="0"/>
              </a:p>
              <a:p>
                <a:pPr marL="0" indent="0">
                  <a:buNone/>
                </a:pPr>
                <a:endParaRPr lang="en-US" sz="35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45FBD4-ABC4-C5DB-608D-2DEFA872BC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41695" y="2044987"/>
                <a:ext cx="5908610" cy="1836548"/>
              </a:xfrm>
              <a:blipFill>
                <a:blip r:embed="rId2"/>
                <a:stretch>
                  <a:fillRect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68AFF887-6B04-1A07-13FC-F526C08D14A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71397" y="4970553"/>
                <a:ext cx="7249206" cy="1325371"/>
              </a:xfrm>
              <a:prstGeom prst="rect">
                <a:avLst/>
              </a:prstGeom>
              <a:ln w="38100">
                <a:noFill/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endParaRPr lang="en-GB" sz="35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35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GB" sz="35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5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5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5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35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sSubSup>
                        <m:sSubSupPr>
                          <m:ctrlPr>
                            <a:rPr lang="en-GB" sz="3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3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GB" sz="3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𝑐𝑒𝑛𝑡𝑒𝑟𝑒𝑑</m:t>
                          </m:r>
                        </m:sub>
                        <m:sup>
                          <m:r>
                            <a:rPr lang="en-GB" sz="3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GB" sz="3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3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GB" sz="3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𝑐𝑒𝑛𝑡𝑒𝑟𝑒𝑑</m:t>
                          </m:r>
                        </m:sub>
                      </m:sSub>
                    </m:oMath>
                  </m:oMathPara>
                </a14:m>
                <a:endParaRPr lang="en-US" sz="3500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68AFF887-6B04-1A07-13FC-F526C08D14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1397" y="4970553"/>
                <a:ext cx="7249206" cy="1325371"/>
              </a:xfrm>
              <a:prstGeom prst="rect">
                <a:avLst/>
              </a:prstGeom>
              <a:blipFill>
                <a:blip r:embed="rId3"/>
                <a:stretch>
                  <a:fillRect b="-20952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771249D-97FB-E9FD-9B6F-1D000F093590}"/>
                  </a:ext>
                </a:extLst>
              </p:cNvPr>
              <p:cNvSpPr txBox="1"/>
              <p:nvPr/>
            </p:nvSpPr>
            <p:spPr>
              <a:xfrm>
                <a:off x="6605783" y="4250303"/>
                <a:ext cx="4748017" cy="91505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3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GB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𝑐𝑒𝑛𝑡𝑒𝑟𝑒𝑑</m:t>
                          </m:r>
                        </m:sub>
                        <m:sup>
                          <m:r>
                            <a:rPr lang="en-GB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GB" sz="3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5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3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771249D-97FB-E9FD-9B6F-1D000F0935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5783" y="4250303"/>
                <a:ext cx="4748017" cy="915059"/>
              </a:xfrm>
              <a:prstGeom prst="rect">
                <a:avLst/>
              </a:prstGeom>
              <a:blipFill>
                <a:blip r:embed="rId4"/>
                <a:stretch>
                  <a:fillRect l="-2667" t="-1370" b="-16438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2FB218C-C25D-9684-85F2-2A9E36E1E67A}"/>
                  </a:ext>
                </a:extLst>
              </p:cNvPr>
              <p:cNvSpPr txBox="1"/>
              <p:nvPr/>
            </p:nvSpPr>
            <p:spPr>
              <a:xfrm>
                <a:off x="1347983" y="4035885"/>
                <a:ext cx="4748017" cy="134036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𝑐𝑒𝑛𝑡𝑒𝑟𝑒𝑑</m:t>
                          </m:r>
                        </m:sub>
                      </m:sSub>
                      <m:r>
                        <a:rPr lang="en-GB" sz="3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3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2FB218C-C25D-9684-85F2-2A9E36E1E6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7983" y="4035885"/>
                <a:ext cx="4748017" cy="1340367"/>
              </a:xfrm>
              <a:prstGeom prst="rect">
                <a:avLst/>
              </a:prstGeom>
              <a:blipFill>
                <a:blip r:embed="rId5"/>
                <a:stretch>
                  <a:fillRect l="-800" t="-935" b="-1028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F30C408E-AE40-8A00-8EF5-A953A2232A39}"/>
              </a:ext>
            </a:extLst>
          </p:cNvPr>
          <p:cNvSpPr txBox="1"/>
          <p:nvPr/>
        </p:nvSpPr>
        <p:spPr>
          <a:xfrm>
            <a:off x="8979791" y="5708465"/>
            <a:ext cx="2972723" cy="646331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1800" dirty="0">
                <a:solidFill>
                  <a:schemeClr val="bg1"/>
                </a:solidFill>
              </a:rPr>
              <a:t>Use the formula by plugging in the matrices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380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D1B42-A234-4825-E4CF-06ABB77E2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BDF6-6100-50F1-27F0-9B098D77F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 the Covariance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C62EAC-BE11-FDAB-87BA-D9BF46C80D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41695" y="2044987"/>
                <a:ext cx="5908610" cy="1836548"/>
              </a:xfrm>
              <a:ln w="38100">
                <a:solidFill>
                  <a:schemeClr val="bg1"/>
                </a:solidFill>
              </a:ln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endParaRPr lang="en-GB" sz="35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35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GB" sz="3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GB" sz="3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𝑐𝑒𝑛𝑡𝑒𝑟𝑒𝑑</m:t>
                          </m:r>
                        </m:sub>
                        <m:sup>
                          <m: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GB" sz="3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𝑐𝑒𝑛𝑡𝑒𝑟𝑒𝑑</m:t>
                          </m:r>
                        </m:sub>
                      </m:sSub>
                    </m:oMath>
                  </m:oMathPara>
                </a14:m>
                <a:endParaRPr lang="en-GB" sz="3500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3500" dirty="0"/>
              </a:p>
              <a:p>
                <a:pPr marL="0" indent="0">
                  <a:buNone/>
                </a:pPr>
                <a:endParaRPr lang="en-US" sz="35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C62EAC-BE11-FDAB-87BA-D9BF46C80D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41695" y="2044987"/>
                <a:ext cx="5908610" cy="1836548"/>
              </a:xfrm>
              <a:blipFill>
                <a:blip r:embed="rId2"/>
                <a:stretch>
                  <a:fillRect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96BA5EB-29CF-A367-706F-3D92D88270A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71397" y="4867917"/>
                <a:ext cx="7249206" cy="1325371"/>
              </a:xfrm>
              <a:prstGeom prst="rect">
                <a:avLst/>
              </a:prstGeom>
              <a:ln w="38100">
                <a:noFill/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endParaRPr lang="en-GB" sz="35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35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GB" sz="35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5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5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5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35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GB" sz="3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5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35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35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35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35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3500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GB" sz="35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35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3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5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35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35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3500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GB" sz="3500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35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35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GB" sz="3500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35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35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500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96BA5EB-29CF-A367-706F-3D92D88270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1397" y="4867917"/>
                <a:ext cx="7249206" cy="1325371"/>
              </a:xfrm>
              <a:prstGeom prst="rect">
                <a:avLst/>
              </a:prstGeom>
              <a:blipFill>
                <a:blip r:embed="rId3"/>
                <a:stretch>
                  <a:fillRect b="-4381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1F8DCB-8A8B-27D1-D9F2-AEE146F3DE75}"/>
                  </a:ext>
                </a:extLst>
              </p:cNvPr>
              <p:cNvSpPr txBox="1"/>
              <p:nvPr/>
            </p:nvSpPr>
            <p:spPr>
              <a:xfrm>
                <a:off x="6605783" y="4250303"/>
                <a:ext cx="4748017" cy="91505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3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GB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𝑐𝑒𝑛𝑡𝑒𝑟𝑒𝑑</m:t>
                          </m:r>
                        </m:sub>
                        <m:sup>
                          <m:r>
                            <a:rPr lang="en-GB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GB" sz="3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5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3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1F8DCB-8A8B-27D1-D9F2-AEE146F3D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5783" y="4250303"/>
                <a:ext cx="4748017" cy="915059"/>
              </a:xfrm>
              <a:prstGeom prst="rect">
                <a:avLst/>
              </a:prstGeom>
              <a:blipFill>
                <a:blip r:embed="rId4"/>
                <a:stretch>
                  <a:fillRect l="-2667" t="-1370" b="-16438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76964ED-990A-AC51-C162-6E114E0D22E2}"/>
                  </a:ext>
                </a:extLst>
              </p:cNvPr>
              <p:cNvSpPr txBox="1"/>
              <p:nvPr/>
            </p:nvSpPr>
            <p:spPr>
              <a:xfrm>
                <a:off x="1347983" y="4035885"/>
                <a:ext cx="4748017" cy="134036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𝑐𝑒𝑛𝑡𝑒𝑟𝑒𝑑</m:t>
                          </m:r>
                        </m:sub>
                      </m:sSub>
                      <m:r>
                        <a:rPr lang="en-GB" sz="3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3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3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3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76964ED-990A-AC51-C162-6E114E0D22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7983" y="4035885"/>
                <a:ext cx="4748017" cy="1340367"/>
              </a:xfrm>
              <a:prstGeom prst="rect">
                <a:avLst/>
              </a:prstGeom>
              <a:blipFill>
                <a:blip r:embed="rId5"/>
                <a:stretch>
                  <a:fillRect l="-800" t="-935" b="-1028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0779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393A9-5649-3B5C-ED59-3939AFB85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60612-71F4-A304-7EBC-D5A93AD85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 the Covariance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9C44A2E0-7E1F-A304-2775-4901B1BC3CB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1153206" y="3499427"/>
                <a:ext cx="7249206" cy="1325371"/>
              </a:xfrm>
              <a:prstGeom prst="rect">
                <a:avLst/>
              </a:prstGeom>
              <a:ln w="38100">
                <a:noFill/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35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GB" sz="35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5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5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35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GB" sz="3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5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35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GB" sz="35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35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GB" sz="35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500" dirty="0"/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9C44A2E0-7E1F-A304-2775-4901B1BC3C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53206" y="3499427"/>
                <a:ext cx="7249206" cy="1325371"/>
              </a:xfrm>
              <a:prstGeom prst="rect">
                <a:avLst/>
              </a:prstGeom>
              <a:blipFill>
                <a:blip r:embed="rId2"/>
                <a:stretch>
                  <a:fillRect t="-2857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1110C168-98C3-20F0-4065-9FF144D8219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3658" y="4990234"/>
                <a:ext cx="2848897" cy="1041397"/>
              </a:xfrm>
              <a:prstGeom prst="rect">
                <a:avLst/>
              </a:prstGeom>
              <a:ln w="38100">
                <a:noFill/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35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GB" sz="35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5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5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GB" sz="3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5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35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GB" sz="35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35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GB" sz="35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500" dirty="0"/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1110C168-98C3-20F0-4065-9FF144D821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658" y="4990234"/>
                <a:ext cx="2848897" cy="1041397"/>
              </a:xfrm>
              <a:prstGeom prst="rect">
                <a:avLst/>
              </a:prstGeom>
              <a:blipFill>
                <a:blip r:embed="rId3"/>
                <a:stretch>
                  <a:fillRect t="-3659" b="-7317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CBA2A6E5-E3EA-AE16-08C4-9829174ED31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9332" y="1570639"/>
                <a:ext cx="7249206" cy="2212762"/>
              </a:xfrm>
              <a:prstGeom prst="rect">
                <a:avLst/>
              </a:prstGeom>
              <a:ln w="38100">
                <a:noFill/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endParaRPr lang="en-GB" sz="35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35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GB" sz="35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5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5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5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35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GB" sz="3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5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35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35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35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35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3500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GB" sz="35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35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3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5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35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35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3500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GB" sz="3500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35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35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GB" sz="3500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35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35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500" dirty="0"/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CBA2A6E5-E3EA-AE16-08C4-9829174ED3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332" y="1570639"/>
                <a:ext cx="7249206" cy="22127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E7BFFC0F-174B-2750-E874-FB4E58E1F90F}"/>
              </a:ext>
            </a:extLst>
          </p:cNvPr>
          <p:cNvSpPr txBox="1"/>
          <p:nvPr/>
        </p:nvSpPr>
        <p:spPr>
          <a:xfrm>
            <a:off x="8010477" y="2492354"/>
            <a:ext cx="2729058" cy="36933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1800" dirty="0">
                <a:solidFill>
                  <a:schemeClr val="bg1"/>
                </a:solidFill>
              </a:rPr>
              <a:t>Multiply the two matrices</a:t>
            </a:r>
            <a:endParaRPr lang="en-US" sz="1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72E6BDB-A65B-521C-2BF4-457AE4C2A3A7}"/>
                  </a:ext>
                </a:extLst>
              </p:cNvPr>
              <p:cNvSpPr txBox="1"/>
              <p:nvPr/>
            </p:nvSpPr>
            <p:spPr>
              <a:xfrm>
                <a:off x="4929480" y="3934767"/>
                <a:ext cx="5894030" cy="369332"/>
              </a:xfrm>
              <a:prstGeom prst="rect">
                <a:avLst/>
              </a:prstGeom>
              <a:noFill/>
              <a:ln w="38100">
                <a:solidFill>
                  <a:srgbClr val="00B0F0"/>
                </a:solidFill>
              </a:ln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GB" sz="1800" dirty="0">
                    <a:solidFill>
                      <a:schemeClr val="bg1"/>
                    </a:solidFill>
                  </a:rPr>
                  <a:t>Because we have three samples in our dataset, </a:t>
                </a:r>
                <a14:m>
                  <m:oMath xmlns:m="http://schemas.openxmlformats.org/officeDocument/2006/math">
                    <m:r>
                      <a:rPr lang="en-GB" sz="18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1800" dirty="0">
                    <a:solidFill>
                      <a:schemeClr val="bg1"/>
                    </a:solidFill>
                  </a:rPr>
                  <a:t> will be </a:t>
                </a:r>
                <a14:m>
                  <m:oMath xmlns:m="http://schemas.openxmlformats.org/officeDocument/2006/math">
                    <m:r>
                      <a:rPr lang="en-GB" sz="18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72E6BDB-A65B-521C-2BF4-457AE4C2A3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9480" y="3934767"/>
                <a:ext cx="5894030" cy="369332"/>
              </a:xfrm>
              <a:prstGeom prst="rect">
                <a:avLst/>
              </a:prstGeom>
              <a:blipFill>
                <a:blip r:embed="rId5"/>
                <a:stretch>
                  <a:fillRect l="-427" t="-3030" b="-18182"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1835140F-45B4-A05B-0C36-6BB886CD5A60}"/>
              </a:ext>
            </a:extLst>
          </p:cNvPr>
          <p:cNvSpPr txBox="1"/>
          <p:nvPr/>
        </p:nvSpPr>
        <p:spPr>
          <a:xfrm>
            <a:off x="3990258" y="5377180"/>
            <a:ext cx="2848897" cy="36933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1800" dirty="0">
                <a:solidFill>
                  <a:schemeClr val="bg1"/>
                </a:solidFill>
              </a:rPr>
              <a:t>Now, divide the matrix by 2</a:t>
            </a:r>
            <a:endParaRPr lang="en-US" sz="1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6B8DCBCB-D6B9-5388-7763-206638874CA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01544" y="5045537"/>
                <a:ext cx="3260709" cy="1041397"/>
              </a:xfrm>
              <a:prstGeom prst="rect">
                <a:avLst/>
              </a:prstGeom>
              <a:ln w="38100">
                <a:solidFill>
                  <a:srgbClr val="00B050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35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GB" sz="35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5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35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35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35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35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500" dirty="0"/>
              </a:p>
            </p:txBody>
          </p:sp>
        </mc:Choice>
        <mc:Fallback xmlns="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6B8DCBCB-D6B9-5388-7763-206638874C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1544" y="5045537"/>
                <a:ext cx="3260709" cy="1041397"/>
              </a:xfrm>
              <a:prstGeom prst="rect">
                <a:avLst/>
              </a:prstGeom>
              <a:blipFill>
                <a:blip r:embed="rId6"/>
                <a:stretch>
                  <a:fillRect t="-2353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41195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5" grpId="0" animBg="1"/>
      <p:bldP spid="16" grpId="0" animBg="1"/>
      <p:bldP spid="17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8C225-64E6-2B3D-7C93-E7FC3B61B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8825BA4-5EAD-9E5E-D7EC-F23F8964DE7B}"/>
                  </a:ext>
                </a:extLst>
              </p:cNvPr>
              <p:cNvSpPr txBox="1"/>
              <p:nvPr/>
            </p:nvSpPr>
            <p:spPr>
              <a:xfrm>
                <a:off x="838200" y="2541394"/>
                <a:ext cx="4759825" cy="1224759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endParaRPr lang="en-PH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PH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PH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PH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PH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𝑜𝑣</m:t>
                                    </m:r>
                                    <m:r>
                                      <a:rPr lang="en-PH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PH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PH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e>
                                    <m:r>
                                      <a:rPr lang="en-PH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𝑐𝑜𝑣</m:t>
                                    </m:r>
                                    <m:r>
                                      <a:rPr lang="en-PH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PH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PH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PH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  <m:r>
                                      <a:rPr lang="en-PH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PH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𝑐𝑜𝑣</m:t>
                                    </m:r>
                                    <m:r>
                                      <a:rPr lang="en-PH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PH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PH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PH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  <m:r>
                                      <a:rPr lang="en-PH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𝑐𝑜𝑣</m:t>
                                    </m:r>
                                    <m:r>
                                      <a:rPr lang="en-PH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PH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  <m:r>
                                      <a:rPr lang="en-PH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nary>
                    </m:oMath>
                  </m:oMathPara>
                </a14:m>
                <a:endParaRPr lang="en-PH" dirty="0">
                  <a:solidFill>
                    <a:schemeClr val="bg1"/>
                  </a:solidFill>
                </a:endParaRPr>
              </a:p>
              <a:p>
                <a:endParaRPr lang="en-PH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8825BA4-5EAD-9E5E-D7EC-F23F8964DE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541394"/>
                <a:ext cx="4759825" cy="1224759"/>
              </a:xfrm>
              <a:prstGeom prst="rect">
                <a:avLst/>
              </a:prstGeom>
              <a:blipFill>
                <a:blip r:embed="rId3"/>
                <a:stretch>
                  <a:fillRect t="-53465" b="-83168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3E834426-BE81-3754-A444-94D90ED2296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658271" y="2333600"/>
                <a:ext cx="2633395" cy="1640346"/>
              </a:xfrm>
              <a:prstGeom prst="rect">
                <a:avLst/>
              </a:prstGeom>
              <a:ln w="38100">
                <a:solidFill>
                  <a:srgbClr val="00B050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endParaRPr lang="en-GB" sz="35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35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GB" sz="35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5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35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35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35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35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500" dirty="0"/>
              </a:p>
              <a:p>
                <a:pPr marL="0" indent="0">
                  <a:buNone/>
                </a:pPr>
                <a:endParaRPr lang="en-US" sz="3500" dirty="0"/>
              </a:p>
              <a:p>
                <a:pPr marL="0" indent="0">
                  <a:buNone/>
                </a:pPr>
                <a:endParaRPr lang="en-US" sz="350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3E834426-BE81-3754-A444-94D90ED22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8271" y="2333600"/>
                <a:ext cx="2633395" cy="16403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DFD9139D-B422-BD79-F77B-0D9FE99791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155613"/>
                <a:ext cx="10515600" cy="2482594"/>
              </a:xfrm>
            </p:spPr>
            <p:txBody>
              <a:bodyPr>
                <a:normAutofit/>
              </a:bodyPr>
              <a:lstStyle/>
              <a:p>
                <a:pPr>
                  <a:buFont typeface="Wingdings" pitchFamily="2" charset="2"/>
                  <a:buChar char="§"/>
                </a:pPr>
                <a:r>
                  <a:rPr lang="en-GB" sz="3000" dirty="0"/>
                  <a:t>Variance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3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000" dirty="0"/>
                  <a:t> is 4</a:t>
                </a:r>
              </a:p>
              <a:p>
                <a:pPr>
                  <a:buFont typeface="Wingdings" pitchFamily="2" charset="2"/>
                  <a:buChar char="§"/>
                </a:pPr>
                <a:r>
                  <a:rPr lang="en-GB" sz="3000" dirty="0"/>
                  <a:t>Variance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3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3000" dirty="0"/>
                  <a:t> is 4</a:t>
                </a:r>
              </a:p>
              <a:p>
                <a:pPr>
                  <a:buFont typeface="Wingdings" pitchFamily="2" charset="2"/>
                  <a:buChar char="§"/>
                </a:pPr>
                <a:r>
                  <a:rPr lang="en-GB" sz="3000" dirty="0"/>
                  <a:t>Covariance is 4</a:t>
                </a:r>
                <a:endParaRPr lang="en-US" sz="3000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DFD9139D-B422-BD79-F77B-0D9FE99791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155613"/>
                <a:ext cx="10515600" cy="2482594"/>
              </a:xfrm>
              <a:blipFill>
                <a:blip r:embed="rId5"/>
                <a:stretch>
                  <a:fillRect l="-1206" t="-51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0418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2B6291C-C30E-E317-FFAC-59D7F8E9DFE6}"/>
                  </a:ext>
                </a:extLst>
              </p:cNvPr>
              <p:cNvSpPr txBox="1"/>
              <p:nvPr/>
            </p:nvSpPr>
            <p:spPr>
              <a:xfrm>
                <a:off x="4011990" y="1699041"/>
                <a:ext cx="4168020" cy="1231106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8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PH" sz="8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8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l-GR" sz="8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PH" sz="8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PH" sz="8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2B6291C-C30E-E317-FFAC-59D7F8E9DF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1990" y="1699041"/>
                <a:ext cx="4168020" cy="1231106"/>
              </a:xfrm>
              <a:prstGeom prst="rect">
                <a:avLst/>
              </a:prstGeom>
              <a:blipFill>
                <a:blip r:embed="rId2"/>
                <a:stretch>
                  <a:fillRect l="-4217" t="-6931" r="-1205" b="-32673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7A7A4A3-7BF9-694B-502F-C8DD6F55BE55}"/>
                  </a:ext>
                </a:extLst>
              </p:cNvPr>
              <p:cNvSpPr txBox="1"/>
              <p:nvPr/>
            </p:nvSpPr>
            <p:spPr>
              <a:xfrm>
                <a:off x="1628556" y="3429000"/>
                <a:ext cx="9184756" cy="3139321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GB" sz="5000" b="0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GB" sz="5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GB" sz="5000" b="0" dirty="0">
                    <a:solidFill>
                      <a:schemeClr val="bg1"/>
                    </a:solidFill>
                  </a:rPr>
                  <a:t> is a covariance matrix</a:t>
                </a:r>
              </a:p>
              <a:p>
                <a14:m>
                  <m:oMath xmlns:m="http://schemas.openxmlformats.org/officeDocument/2006/math">
                    <m:r>
                      <a:rPr lang="en-GB" sz="5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GB" sz="5000" b="0" dirty="0">
                    <a:solidFill>
                      <a:schemeClr val="bg1"/>
                    </a:solidFill>
                  </a:rPr>
                  <a:t> is the eigenvector</a:t>
                </a:r>
              </a:p>
              <a:p>
                <a14:m>
                  <m:oMath xmlns:m="http://schemas.openxmlformats.org/officeDocument/2006/math">
                    <m:r>
                      <a:rPr lang="el-GR" sz="5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GB" sz="5000" b="0" dirty="0">
                    <a:solidFill>
                      <a:schemeClr val="bg1"/>
                    </a:solidFill>
                  </a:rPr>
                  <a:t> is the eigenvalue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7A7A4A3-7BF9-694B-502F-C8DD6F55B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8556" y="3429000"/>
                <a:ext cx="9184756" cy="3139321"/>
              </a:xfrm>
              <a:prstGeom prst="rect">
                <a:avLst/>
              </a:prstGeom>
              <a:blipFill>
                <a:blip r:embed="rId3"/>
                <a:stretch>
                  <a:fillRect l="-4282" t="-6478" b="-11336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3338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4F12137-CE25-F4EF-DD26-0CFC788A5EAD}"/>
                  </a:ext>
                </a:extLst>
              </p:cNvPr>
              <p:cNvSpPr txBox="1"/>
              <p:nvPr/>
            </p:nvSpPr>
            <p:spPr>
              <a:xfrm>
                <a:off x="622935" y="1957471"/>
                <a:ext cx="3593605" cy="769441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5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l-GR" sz="5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PH" sz="5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5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4F12137-CE25-F4EF-DD26-0CFC788A5E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935" y="1957471"/>
                <a:ext cx="3593605" cy="769441"/>
              </a:xfrm>
              <a:prstGeom prst="rect">
                <a:avLst/>
              </a:prstGeom>
              <a:blipFill>
                <a:blip r:embed="rId2"/>
                <a:stretch>
                  <a:fillRect l="-4912" t="-9836" r="-5263" b="-36066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764F685-5193-2BDC-1EA8-D9D621DF6F99}"/>
                  </a:ext>
                </a:extLst>
              </p:cNvPr>
              <p:cNvSpPr txBox="1"/>
              <p:nvPr/>
            </p:nvSpPr>
            <p:spPr>
              <a:xfrm>
                <a:off x="506529" y="4030523"/>
                <a:ext cx="3826414" cy="769441"/>
              </a:xfrm>
              <a:prstGeom prst="rect">
                <a:avLst/>
              </a:prstGeom>
              <a:noFill/>
              <a:ln w="38100">
                <a:solidFill>
                  <a:srgbClr val="0070C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5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l-GR" sz="5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PH" sz="5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PH" sz="5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5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764F685-5193-2BDC-1EA8-D9D621DF6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529" y="4030523"/>
                <a:ext cx="3826414" cy="769441"/>
              </a:xfrm>
              <a:prstGeom prst="rect">
                <a:avLst/>
              </a:prstGeom>
              <a:blipFill>
                <a:blip r:embed="rId3"/>
                <a:stretch>
                  <a:fillRect l="-7213" r="-5246" b="-27692"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5A3E03C-1757-395F-ECA2-9FE3D4279D3A}"/>
                  </a:ext>
                </a:extLst>
              </p:cNvPr>
              <p:cNvSpPr txBox="1"/>
              <p:nvPr/>
            </p:nvSpPr>
            <p:spPr>
              <a:xfrm>
                <a:off x="561563" y="3008811"/>
                <a:ext cx="3716347" cy="769441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PH" sz="5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5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5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l-GR" sz="5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5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5A3E03C-1757-395F-ECA2-9FE3D4279D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563" y="3008811"/>
                <a:ext cx="3716347" cy="769441"/>
              </a:xfrm>
              <a:prstGeom prst="rect">
                <a:avLst/>
              </a:prstGeom>
              <a:blipFill>
                <a:blip r:embed="rId4"/>
                <a:stretch>
                  <a:fillRect t="-9836" r="-5802" b="-36066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A368E41-4D70-2726-0E3D-59E92387090B}"/>
                  </a:ext>
                </a:extLst>
              </p:cNvPr>
              <p:cNvSpPr txBox="1"/>
              <p:nvPr/>
            </p:nvSpPr>
            <p:spPr>
              <a:xfrm>
                <a:off x="561563" y="5081861"/>
                <a:ext cx="4551748" cy="769441"/>
              </a:xfrm>
              <a:prstGeom prst="rect">
                <a:avLst/>
              </a:prstGeom>
              <a:noFill/>
              <a:ln w="38100">
                <a:solidFill>
                  <a:srgbClr val="7030A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𝑑𝑒𝑡</m:t>
                      </m:r>
                      <m:d>
                        <m:dPr>
                          <m:ctrlPr>
                            <a:rPr lang="en-PH" sz="5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5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5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l-GR" sz="5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PH" sz="5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5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A368E41-4D70-2726-0E3D-59E9238709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563" y="5081861"/>
                <a:ext cx="4551748" cy="769441"/>
              </a:xfrm>
              <a:prstGeom prst="rect">
                <a:avLst/>
              </a:prstGeom>
              <a:blipFill>
                <a:blip r:embed="rId5"/>
                <a:stretch>
                  <a:fillRect l="-4408" t="-6154" r="-4132" b="-30769"/>
                </a:stretch>
              </a:blipFill>
              <a:ln w="3810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Graphic 6" descr="Badge 1 with solid fill">
            <a:extLst>
              <a:ext uri="{FF2B5EF4-FFF2-40B4-BE49-F238E27FC236}">
                <a16:creationId xmlns:a16="http://schemas.microsoft.com/office/drawing/2014/main" id="{CCCC1606-AF22-58BE-C88D-A5B7999787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51815" y="4192104"/>
            <a:ext cx="446277" cy="446277"/>
          </a:xfrm>
          <a:prstGeom prst="rect">
            <a:avLst/>
          </a:prstGeom>
        </p:spPr>
      </p:pic>
      <p:pic>
        <p:nvPicPr>
          <p:cNvPr id="8" name="Graphic 7" descr="Badge with solid fill">
            <a:extLst>
              <a:ext uri="{FF2B5EF4-FFF2-40B4-BE49-F238E27FC236}">
                <a16:creationId xmlns:a16="http://schemas.microsoft.com/office/drawing/2014/main" id="{4C778395-FFF2-21CE-5D5F-6F51F50691F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41165" y="5243442"/>
            <a:ext cx="446277" cy="4462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5EE1F4A-D013-8A7F-9E24-4689DE064FE5}"/>
                  </a:ext>
                </a:extLst>
              </p:cNvPr>
              <p:cNvSpPr txBox="1"/>
              <p:nvPr/>
            </p:nvSpPr>
            <p:spPr>
              <a:xfrm>
                <a:off x="622935" y="906131"/>
                <a:ext cx="3013964" cy="769441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5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l-GR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PH" sz="5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PH" sz="5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5EE1F4A-D013-8A7F-9E24-4689DE064F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935" y="906131"/>
                <a:ext cx="3013964" cy="769441"/>
              </a:xfrm>
              <a:prstGeom prst="rect">
                <a:avLst/>
              </a:prstGeom>
              <a:blipFill>
                <a:blip r:embed="rId10"/>
                <a:stretch>
                  <a:fillRect t="-7813" b="-31250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8FC1C91-F45B-6CEA-3E22-96466CB9C266}"/>
                  </a:ext>
                </a:extLst>
              </p:cNvPr>
              <p:cNvSpPr txBox="1"/>
              <p:nvPr/>
            </p:nvSpPr>
            <p:spPr>
              <a:xfrm>
                <a:off x="6189306" y="4689188"/>
                <a:ext cx="2972723" cy="554254"/>
              </a:xfrm>
              <a:prstGeom prst="rect">
                <a:avLst/>
              </a:prstGeom>
              <a:noFill/>
              <a:ln w="38100">
                <a:solidFill>
                  <a:srgbClr val="00B0F0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PH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 is an identity matrix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8FC1C91-F45B-6CEA-3E22-96466CB9C2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9306" y="4689188"/>
                <a:ext cx="2972723" cy="554254"/>
              </a:xfrm>
              <a:prstGeom prst="rect">
                <a:avLst/>
              </a:prstGeom>
              <a:blipFill>
                <a:blip r:embed="rId11"/>
                <a:stretch>
                  <a:fillRect b="-2083"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63241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889CC-2119-9949-2F35-DB5D00977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DCBE8-9E02-492B-A3F3-BDFDB0E7F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 the determinant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9A01D51-B037-9B50-570F-8DD595ABF200}"/>
                  </a:ext>
                </a:extLst>
              </p:cNvPr>
              <p:cNvSpPr txBox="1"/>
              <p:nvPr/>
            </p:nvSpPr>
            <p:spPr>
              <a:xfrm>
                <a:off x="551371" y="3267651"/>
                <a:ext cx="3571163" cy="68031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PH" sz="2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PH" sz="2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l-GR" sz="2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GB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n-PH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9A01D51-B037-9B50-570F-8DD595ABF2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71" y="3267651"/>
                <a:ext cx="3571163" cy="680314"/>
              </a:xfrm>
              <a:prstGeom prst="rect">
                <a:avLst/>
              </a:prstGeom>
              <a:blipFill>
                <a:blip r:embed="rId2"/>
                <a:stretch>
                  <a:fillRect t="-3636" r="-1064" b="-16364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43BB85B-EA53-FB4E-EF4D-50704C554BE3}"/>
                  </a:ext>
                </a:extLst>
              </p:cNvPr>
              <p:cNvSpPr txBox="1"/>
              <p:nvPr/>
            </p:nvSpPr>
            <p:spPr>
              <a:xfrm>
                <a:off x="427934" y="4258601"/>
                <a:ext cx="3410727" cy="69346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PH" sz="2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PH" sz="2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l-GR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e>
                                    <m:r>
                                      <a:rPr lang="en-GB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l-GR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n-PH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43BB85B-EA53-FB4E-EF4D-50704C554B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934" y="4258601"/>
                <a:ext cx="3410727" cy="693460"/>
              </a:xfrm>
              <a:prstGeom prst="rect">
                <a:avLst/>
              </a:prstGeom>
              <a:blipFill>
                <a:blip r:embed="rId3"/>
                <a:stretch>
                  <a:fillRect t="-3636" b="-16364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2732F12-D09B-5312-2511-6F22729AF223}"/>
                  </a:ext>
                </a:extLst>
              </p:cNvPr>
              <p:cNvSpPr txBox="1"/>
              <p:nvPr/>
            </p:nvSpPr>
            <p:spPr>
              <a:xfrm>
                <a:off x="551371" y="5267757"/>
                <a:ext cx="2678183" cy="675313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PH" sz="2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2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6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PH" sz="26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l-GR" sz="2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e>
                                <m:r>
                                  <a:rPr lang="en-PH" sz="26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PH" sz="26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6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PH" sz="2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l-GR" sz="2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PH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2732F12-D09B-5312-2511-6F22729AF2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71" y="5267757"/>
                <a:ext cx="2678183" cy="675313"/>
              </a:xfrm>
              <a:prstGeom prst="rect">
                <a:avLst/>
              </a:prstGeom>
              <a:blipFill>
                <a:blip r:embed="rId4"/>
                <a:stretch>
                  <a:fillRect r="-3774" b="-14545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F5D5F4B-E839-828B-7F41-F57C137CB55C}"/>
                  </a:ext>
                </a:extLst>
              </p:cNvPr>
              <p:cNvSpPr txBox="1"/>
              <p:nvPr/>
            </p:nvSpPr>
            <p:spPr>
              <a:xfrm>
                <a:off x="304498" y="6153221"/>
                <a:ext cx="3064933" cy="40011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H" sz="26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PH" sz="2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PH" sz="2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l-GR" sz="2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</m:e>
                        <m:sup>
                          <m:r>
                            <a:rPr lang="en-GB" sz="2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PH" sz="2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16 </m:t>
                      </m:r>
                      <m:r>
                        <a:rPr lang="en-PH" sz="2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F5D5F4B-E839-828B-7F41-F57C137CB5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498" y="6153221"/>
                <a:ext cx="3064933" cy="400110"/>
              </a:xfrm>
              <a:prstGeom prst="rect">
                <a:avLst/>
              </a:prstGeom>
              <a:blipFill>
                <a:blip r:embed="rId5"/>
                <a:stretch>
                  <a:fillRect t="-9375" b="-3750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69DB7FB-D484-5A41-84AD-36D3FB6D9E3E}"/>
                  </a:ext>
                </a:extLst>
              </p:cNvPr>
              <p:cNvSpPr txBox="1"/>
              <p:nvPr/>
            </p:nvSpPr>
            <p:spPr>
              <a:xfrm>
                <a:off x="505874" y="2182514"/>
                <a:ext cx="2965114" cy="430887"/>
              </a:xfrm>
              <a:prstGeom prst="rect">
                <a:avLst/>
              </a:prstGeom>
              <a:noFill/>
              <a:ln w="38100">
                <a:solidFill>
                  <a:srgbClr val="7030A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𝑑𝑒𝑡</m:t>
                      </m:r>
                      <m:d>
                        <m:dPr>
                          <m:ctrlPr>
                            <a:rPr lang="en-PH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l-GR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PH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en-PH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69DB7FB-D484-5A41-84AD-36D3FB6D9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874" y="2182514"/>
                <a:ext cx="2965114" cy="430887"/>
              </a:xfrm>
              <a:prstGeom prst="rect">
                <a:avLst/>
              </a:prstGeom>
              <a:blipFill>
                <a:blip r:embed="rId6"/>
                <a:stretch>
                  <a:fillRect t="-5263" b="-28947"/>
                </a:stretch>
              </a:blipFill>
              <a:ln w="3810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9" name="Graphic 38" descr="Badge with solid fill">
            <a:extLst>
              <a:ext uri="{FF2B5EF4-FFF2-40B4-BE49-F238E27FC236}">
                <a16:creationId xmlns:a16="http://schemas.microsoft.com/office/drawing/2014/main" id="{DAC4FFF7-9267-CBB4-10D7-980B1D45935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76257" y="2182514"/>
            <a:ext cx="446277" cy="4462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C0DFBE0-AE8C-A229-10D0-FA9F532FA687}"/>
                  </a:ext>
                </a:extLst>
              </p:cNvPr>
              <p:cNvSpPr txBox="1"/>
              <p:nvPr/>
            </p:nvSpPr>
            <p:spPr>
              <a:xfrm>
                <a:off x="5121845" y="2150286"/>
                <a:ext cx="2947623" cy="646331"/>
              </a:xfrm>
              <a:prstGeom prst="rect">
                <a:avLst/>
              </a:prstGeom>
              <a:noFill/>
              <a:ln w="38100">
                <a:solidFill>
                  <a:srgbClr val="00B0F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GB" sz="1800" dirty="0">
                    <a:solidFill>
                      <a:schemeClr val="bg1"/>
                    </a:solidFill>
                  </a:rPr>
                  <a:t>Plug in the identity matrix </a:t>
                </a:r>
                <a14:m>
                  <m:oMath xmlns:m="http://schemas.openxmlformats.org/officeDocument/2006/math">
                    <m:r>
                      <a:rPr lang="en-PH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 and covariance matrix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C0DFBE0-AE8C-A229-10D0-FA9F532FA6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1845" y="2150286"/>
                <a:ext cx="2947623" cy="646331"/>
              </a:xfrm>
              <a:prstGeom prst="rect">
                <a:avLst/>
              </a:prstGeom>
              <a:blipFill>
                <a:blip r:embed="rId9"/>
                <a:stretch>
                  <a:fillRect l="-847" t="-1852" b="-11111"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33D5FE26-2B2F-05C3-D221-7B4D4F74D32F}"/>
              </a:ext>
            </a:extLst>
          </p:cNvPr>
          <p:cNvSpPr txBox="1"/>
          <p:nvPr/>
        </p:nvSpPr>
        <p:spPr>
          <a:xfrm>
            <a:off x="4834107" y="3417007"/>
            <a:ext cx="3722065" cy="36933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Perform scalar matrix multiplication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61C1A4-A7DB-DEED-30C3-2F4CC5693D6C}"/>
              </a:ext>
            </a:extLst>
          </p:cNvPr>
          <p:cNvSpPr txBox="1"/>
          <p:nvPr/>
        </p:nvSpPr>
        <p:spPr>
          <a:xfrm>
            <a:off x="4834107" y="4336737"/>
            <a:ext cx="1988551" cy="36933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Subtract matrices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563DF4-ED16-A06E-B621-81DC6BA868B7}"/>
              </a:ext>
            </a:extLst>
          </p:cNvPr>
          <p:cNvSpPr txBox="1"/>
          <p:nvPr/>
        </p:nvSpPr>
        <p:spPr>
          <a:xfrm>
            <a:off x="4833020" y="5420747"/>
            <a:ext cx="3545870" cy="36933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Find the determinant of the matrix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34738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 build="allAtOnce"/>
      <p:bldP spid="30" grpId="0" build="allAtOnce"/>
      <p:bldP spid="3" grpId="0" animBg="1"/>
      <p:bldP spid="4" grpId="0" animBg="1"/>
      <p:bldP spid="5" grpId="0" animBg="1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65059-2817-86BF-9D4C-6B0A2CA6F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1D21A-0E58-D3C5-400E-89E31200E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Solve for the eigenvalues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A1317A2-97E4-3E61-8A0C-EF17767802C6}"/>
                  </a:ext>
                </a:extLst>
              </p:cNvPr>
              <p:cNvSpPr txBox="1"/>
              <p:nvPr/>
            </p:nvSpPr>
            <p:spPr>
              <a:xfrm>
                <a:off x="304498" y="2024281"/>
                <a:ext cx="3064933" cy="40011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H" sz="26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PH" sz="2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PH" sz="2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l-GR" sz="2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</m:e>
                        <m:sup>
                          <m:r>
                            <a:rPr lang="en-GB" sz="2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PH" sz="2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16 </m:t>
                      </m:r>
                      <m:r>
                        <a:rPr lang="en-PH" sz="2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A1317A2-97E4-3E61-8A0C-EF1776780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498" y="2024281"/>
                <a:ext cx="3064933" cy="400110"/>
              </a:xfrm>
              <a:prstGeom prst="rect">
                <a:avLst/>
              </a:prstGeom>
              <a:blipFill>
                <a:blip r:embed="rId2"/>
                <a:stretch>
                  <a:fillRect t="-9091" b="-33333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7B88EF7-CBAF-EFD3-AB2B-A762B5BB657E}"/>
                  </a:ext>
                </a:extLst>
              </p:cNvPr>
              <p:cNvSpPr txBox="1"/>
              <p:nvPr/>
            </p:nvSpPr>
            <p:spPr>
              <a:xfrm>
                <a:off x="376921" y="4060724"/>
                <a:ext cx="1996730" cy="40011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H" sz="26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sz="2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GB" sz="2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PH" sz="2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  <m:r>
                        <a:rPr lang="el-GR" sz="2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PH" sz="2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7B88EF7-CBAF-EFD3-AB2B-A762B5BB65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921" y="4060724"/>
                <a:ext cx="1996730" cy="400110"/>
              </a:xfrm>
              <a:prstGeom prst="rect">
                <a:avLst/>
              </a:prstGeom>
              <a:blipFill>
                <a:blip r:embed="rId3"/>
                <a:stretch>
                  <a:fillRect b="-303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75B8A26-E486-1501-AF72-1B4F61C607DF}"/>
                  </a:ext>
                </a:extLst>
              </p:cNvPr>
              <p:cNvSpPr txBox="1"/>
              <p:nvPr/>
            </p:nvSpPr>
            <p:spPr>
              <a:xfrm>
                <a:off x="376921" y="5935038"/>
                <a:ext cx="1500212" cy="400110"/>
              </a:xfrm>
              <a:prstGeom prst="rect">
                <a:avLst/>
              </a:prstGeom>
              <a:noFill/>
              <a:ln w="38100">
                <a:solidFill>
                  <a:srgbClr val="92D05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GB" sz="2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PH" sz="2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75B8A26-E486-1501-AF72-1B4F61C607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921" y="5935038"/>
                <a:ext cx="1500212" cy="400110"/>
              </a:xfrm>
              <a:prstGeom prst="rect">
                <a:avLst/>
              </a:prstGeom>
              <a:blipFill>
                <a:blip r:embed="rId4"/>
                <a:stretch>
                  <a:fillRect b="-8571"/>
                </a:stretch>
              </a:blipFill>
              <a:ln w="38100">
                <a:solidFill>
                  <a:srgbClr val="92D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79564E6-F241-3F1A-0CC4-105B91933A48}"/>
                  </a:ext>
                </a:extLst>
              </p:cNvPr>
              <p:cNvSpPr txBox="1"/>
              <p:nvPr/>
            </p:nvSpPr>
            <p:spPr>
              <a:xfrm>
                <a:off x="376922" y="5332963"/>
                <a:ext cx="1500212" cy="400110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GB" sz="2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PH" sz="2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2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79564E6-F241-3F1A-0CC4-105B91933A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922" y="5332963"/>
                <a:ext cx="1500212" cy="400110"/>
              </a:xfrm>
              <a:prstGeom prst="rect">
                <a:avLst/>
              </a:prstGeom>
              <a:blipFill>
                <a:blip r:embed="rId5"/>
                <a:stretch>
                  <a:fillRect b="-8571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8015264-4FED-8AF4-81FC-CE2C966783E4}"/>
                  </a:ext>
                </a:extLst>
              </p:cNvPr>
              <p:cNvSpPr txBox="1"/>
              <p:nvPr/>
            </p:nvSpPr>
            <p:spPr>
              <a:xfrm>
                <a:off x="376921" y="4645044"/>
                <a:ext cx="2700756" cy="40011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l-GR" sz="2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−0)(</m:t>
                      </m:r>
                      <m:r>
                        <a:rPr lang="el-GR" sz="2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PH" sz="2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GB" sz="2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8)</m:t>
                      </m:r>
                      <m:r>
                        <a:rPr lang="en-PH" sz="2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8015264-4FED-8AF4-81FC-CE2C966783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921" y="4645044"/>
                <a:ext cx="2700756" cy="400110"/>
              </a:xfrm>
              <a:prstGeom prst="rect">
                <a:avLst/>
              </a:prstGeom>
              <a:blipFill>
                <a:blip r:embed="rId6"/>
                <a:stretch>
                  <a:fillRect l="-5140" r="-3738" b="-33333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C83549B-D2A3-9C67-56F5-F4A66C514894}"/>
                  </a:ext>
                </a:extLst>
              </p:cNvPr>
              <p:cNvSpPr txBox="1"/>
              <p:nvPr/>
            </p:nvSpPr>
            <p:spPr>
              <a:xfrm>
                <a:off x="376921" y="2684886"/>
                <a:ext cx="3657600" cy="40011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6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6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26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l-GR" sz="2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)(4−</m:t>
                      </m:r>
                      <m:r>
                        <a:rPr lang="el-GR" sz="2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GB" sz="2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−16</m:t>
                      </m:r>
                      <m:r>
                        <a:rPr lang="en-PH" sz="2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C83549B-D2A3-9C67-56F5-F4A66C514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921" y="2684886"/>
                <a:ext cx="3657600" cy="400110"/>
              </a:xfrm>
              <a:prstGeom prst="rect">
                <a:avLst/>
              </a:prstGeom>
              <a:blipFill>
                <a:blip r:embed="rId7"/>
                <a:stretch>
                  <a:fillRect l="-1038" b="-34375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4AD87C9-6E28-C895-BB80-DE719F07F8A7}"/>
                  </a:ext>
                </a:extLst>
              </p:cNvPr>
              <p:cNvSpPr txBox="1"/>
              <p:nvPr/>
            </p:nvSpPr>
            <p:spPr>
              <a:xfrm>
                <a:off x="304498" y="3372805"/>
                <a:ext cx="4344956" cy="40011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6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6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6−4</m:t>
                      </m:r>
                      <m:r>
                        <a:rPr lang="el-GR" sz="2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GB" sz="2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−4</m:t>
                      </m:r>
                      <m:r>
                        <a:rPr lang="el-GR" sz="2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l-GR" sz="2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sz="2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GB" sz="2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−16</m:t>
                      </m:r>
                      <m:r>
                        <a:rPr lang="en-PH" sz="2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4AD87C9-6E28-C895-BB80-DE719F07F8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498" y="3372805"/>
                <a:ext cx="4344956" cy="400110"/>
              </a:xfrm>
              <a:prstGeom prst="rect">
                <a:avLst/>
              </a:prstGeom>
              <a:blipFill>
                <a:blip r:embed="rId8"/>
                <a:stretch>
                  <a:fillRect t="-3030" b="-6061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62863369-14E5-A703-25D0-5735BDD89D03}"/>
              </a:ext>
            </a:extLst>
          </p:cNvPr>
          <p:cNvSpPr txBox="1"/>
          <p:nvPr/>
        </p:nvSpPr>
        <p:spPr>
          <a:xfrm>
            <a:off x="4833020" y="2055059"/>
            <a:ext cx="1011599" cy="36933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Simplify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3218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  <p:bldP spid="10" grpId="0"/>
      <p:bldP spid="11" grpId="0"/>
      <p:bldP spid="12" grpId="0"/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1E9A3-0FBC-0197-B241-73656E013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the eigenvectors </a:t>
            </a:r>
          </a:p>
        </p:txBody>
      </p:sp>
      <p:pic>
        <p:nvPicPr>
          <p:cNvPr id="5" name="Graphic 4" descr="Badge 1 with solid fill">
            <a:extLst>
              <a:ext uri="{FF2B5EF4-FFF2-40B4-BE49-F238E27FC236}">
                <a16:creationId xmlns:a16="http://schemas.microsoft.com/office/drawing/2014/main" id="{666E9778-B80B-7BE1-D776-5042C8BF78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3738" y="1988033"/>
            <a:ext cx="446277" cy="4462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DB5B6D1-5A3C-B6B1-405D-BFFEFEFE2C39}"/>
                  </a:ext>
                </a:extLst>
              </p:cNvPr>
              <p:cNvSpPr txBox="1"/>
              <p:nvPr/>
            </p:nvSpPr>
            <p:spPr>
              <a:xfrm>
                <a:off x="838200" y="1981159"/>
                <a:ext cx="2734559" cy="461665"/>
              </a:xfrm>
              <a:prstGeom prst="rect">
                <a:avLst/>
              </a:prstGeom>
              <a:noFill/>
              <a:ln w="38100">
                <a:solidFill>
                  <a:srgbClr val="0070C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3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PH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l-GR" sz="3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PH" sz="3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PH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PH" sz="3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3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DB5B6D1-5A3C-B6B1-405D-BFFEFEFE2C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81159"/>
                <a:ext cx="2734559" cy="461665"/>
              </a:xfrm>
              <a:prstGeom prst="rect">
                <a:avLst/>
              </a:prstGeom>
              <a:blipFill>
                <a:blip r:embed="rId4"/>
                <a:stretch>
                  <a:fillRect b="-30000"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24A8FDB-EDAA-46F9-F036-9722F1CF959F}"/>
                  </a:ext>
                </a:extLst>
              </p:cNvPr>
              <p:cNvSpPr txBox="1"/>
              <p:nvPr/>
            </p:nvSpPr>
            <p:spPr>
              <a:xfrm>
                <a:off x="523852" y="2998945"/>
                <a:ext cx="4357724" cy="615553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PH" sz="2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l-GR" sz="2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PH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24A8FDB-EDAA-46F9-F036-9722F1CF9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852" y="2998945"/>
                <a:ext cx="4357724" cy="615553"/>
              </a:xfrm>
              <a:prstGeom prst="rect">
                <a:avLst/>
              </a:prstGeom>
              <a:blipFill>
                <a:blip r:embed="rId5"/>
                <a:stretch>
                  <a:fillRect b="-16327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DD21591-CE21-C0A5-DBD9-6F30AD9B5217}"/>
                  </a:ext>
                </a:extLst>
              </p:cNvPr>
              <p:cNvSpPr txBox="1"/>
              <p:nvPr/>
            </p:nvSpPr>
            <p:spPr>
              <a:xfrm>
                <a:off x="523852" y="3885514"/>
                <a:ext cx="4126162" cy="64767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PH" sz="2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l-GR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l-GR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PH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DD21591-CE21-C0A5-DBD9-6F30AD9B52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852" y="3885514"/>
                <a:ext cx="4126162" cy="647678"/>
              </a:xfrm>
              <a:prstGeom prst="rect">
                <a:avLst/>
              </a:prstGeom>
              <a:blipFill>
                <a:blip r:embed="rId6"/>
                <a:stretch>
                  <a:fillRect t="-1887" b="-13208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92C6111-609D-20C7-4226-752CEEACE8C5}"/>
                  </a:ext>
                </a:extLst>
              </p:cNvPr>
              <p:cNvSpPr txBox="1"/>
              <p:nvPr/>
            </p:nvSpPr>
            <p:spPr>
              <a:xfrm>
                <a:off x="278255" y="4712835"/>
                <a:ext cx="4456103" cy="61581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PH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92C6111-609D-20C7-4226-752CEEACE8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255" y="4712835"/>
                <a:ext cx="4456103" cy="615810"/>
              </a:xfrm>
              <a:prstGeom prst="rect">
                <a:avLst/>
              </a:prstGeom>
              <a:blipFill>
                <a:blip r:embed="rId7"/>
                <a:stretch>
                  <a:fillRect b="-16327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E36EC5D-E220-CFB1-B46F-6C394239D008}"/>
                  </a:ext>
                </a:extLst>
              </p:cNvPr>
              <p:cNvSpPr txBox="1"/>
              <p:nvPr/>
            </p:nvSpPr>
            <p:spPr>
              <a:xfrm>
                <a:off x="9883746" y="2557194"/>
                <a:ext cx="1532467" cy="430887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E36EC5D-E220-CFB1-B46F-6C394239D0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746" y="2557194"/>
                <a:ext cx="1532467" cy="430887"/>
              </a:xfrm>
              <a:prstGeom prst="rect">
                <a:avLst/>
              </a:prstGeom>
              <a:blipFill>
                <a:blip r:embed="rId8"/>
                <a:stretch>
                  <a:fillRect b="-10526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8E97660-7181-5358-DE44-E888E2D31183}"/>
                  </a:ext>
                </a:extLst>
              </p:cNvPr>
              <p:cNvSpPr txBox="1"/>
              <p:nvPr/>
            </p:nvSpPr>
            <p:spPr>
              <a:xfrm>
                <a:off x="9857836" y="767129"/>
                <a:ext cx="2192867" cy="714106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8E97660-7181-5358-DE44-E888E2D311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7836" y="767129"/>
                <a:ext cx="2192867" cy="714106"/>
              </a:xfrm>
              <a:prstGeom prst="rect">
                <a:avLst/>
              </a:prstGeom>
              <a:blipFill>
                <a:blip r:embed="rId9"/>
                <a:stretch>
                  <a:fillRect b="-11667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2A8397D-FF12-F263-10D9-492D28FC4527}"/>
                  </a:ext>
                </a:extLst>
              </p:cNvPr>
              <p:cNvSpPr txBox="1"/>
              <p:nvPr/>
            </p:nvSpPr>
            <p:spPr>
              <a:xfrm>
                <a:off x="9883746" y="1608912"/>
                <a:ext cx="1532466" cy="810415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2A8397D-FF12-F263-10D9-492D28FC45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746" y="1608912"/>
                <a:ext cx="1532466" cy="810415"/>
              </a:xfrm>
              <a:prstGeom prst="rect">
                <a:avLst/>
              </a:prstGeom>
              <a:blipFill>
                <a:blip r:embed="rId10"/>
                <a:stretch>
                  <a:fillRect b="-1493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1975897-F7A9-39EF-0809-944E3392BDA7}"/>
                  </a:ext>
                </a:extLst>
              </p:cNvPr>
              <p:cNvSpPr txBox="1"/>
              <p:nvPr/>
            </p:nvSpPr>
            <p:spPr>
              <a:xfrm>
                <a:off x="455673" y="5631529"/>
                <a:ext cx="3281522" cy="615553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PH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1975897-F7A9-39EF-0809-944E3392BD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673" y="5631529"/>
                <a:ext cx="3281522" cy="615553"/>
              </a:xfrm>
              <a:prstGeom prst="rect">
                <a:avLst/>
              </a:prstGeom>
              <a:blipFill>
                <a:blip r:embed="rId11"/>
                <a:stretch>
                  <a:fillRect b="-1600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F88EEF5-BEDB-5C3C-8744-B2A1F8C53664}"/>
                  </a:ext>
                </a:extLst>
              </p:cNvPr>
              <p:cNvSpPr txBox="1"/>
              <p:nvPr/>
            </p:nvSpPr>
            <p:spPr>
              <a:xfrm>
                <a:off x="5254441" y="1910863"/>
                <a:ext cx="2947623" cy="646331"/>
              </a:xfrm>
              <a:prstGeom prst="rect">
                <a:avLst/>
              </a:prstGeom>
              <a:noFill/>
              <a:ln w="38100">
                <a:solidFill>
                  <a:srgbClr val="00B0F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GB" sz="1800" dirty="0">
                    <a:solidFill>
                      <a:schemeClr val="bg1"/>
                    </a:solidFill>
                  </a:rPr>
                  <a:t>Plug in the identity matrix </a:t>
                </a:r>
                <a14:m>
                  <m:oMath xmlns:m="http://schemas.openxmlformats.org/officeDocument/2006/math">
                    <m:r>
                      <a:rPr lang="en-PH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 and covariance matrix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F88EEF5-BEDB-5C3C-8744-B2A1F8C536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4441" y="1910863"/>
                <a:ext cx="2947623" cy="646331"/>
              </a:xfrm>
              <a:prstGeom prst="rect">
                <a:avLst/>
              </a:prstGeom>
              <a:blipFill>
                <a:blip r:embed="rId12"/>
                <a:stretch>
                  <a:fillRect l="-1271" b="-10909"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82E0BEE8-7EC6-4B08-2BE8-13B97D07AC76}"/>
              </a:ext>
            </a:extLst>
          </p:cNvPr>
          <p:cNvSpPr txBox="1"/>
          <p:nvPr/>
        </p:nvSpPr>
        <p:spPr>
          <a:xfrm>
            <a:off x="5707887" y="3122055"/>
            <a:ext cx="3722065" cy="36933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Perform scalar matrix multiplication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D13A9C-CCB4-8676-590F-CAC18FD59FA6}"/>
              </a:ext>
            </a:extLst>
          </p:cNvPr>
          <p:cNvSpPr txBox="1"/>
          <p:nvPr/>
        </p:nvSpPr>
        <p:spPr>
          <a:xfrm>
            <a:off x="5240853" y="4876745"/>
            <a:ext cx="1988551" cy="36933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Subtract matrices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EBA378-CCA7-27CB-0E29-A9F3BB79BED5}"/>
              </a:ext>
            </a:extLst>
          </p:cNvPr>
          <p:cNvSpPr txBox="1"/>
          <p:nvPr/>
        </p:nvSpPr>
        <p:spPr>
          <a:xfrm>
            <a:off x="5240852" y="3965184"/>
            <a:ext cx="4189100" cy="36933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Replace lambda with the first eigenvalue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641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  <p:bldP spid="11" grpId="0"/>
      <p:bldP spid="18" grpId="0" build="allAtOnce"/>
      <p:bldP spid="19" grpId="0" animBg="1"/>
      <p:bldP spid="20" grpId="0" animBg="1"/>
      <p:bldP spid="21" grpId="0" animBg="1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28E3E-005C-48E3-9CA4-A4E82A4A4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74498-3101-BACB-C619-5BE2C5F11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the eigenvectors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F6A15CF-A6B9-C412-0D4D-1CA966865819}"/>
                  </a:ext>
                </a:extLst>
              </p:cNvPr>
              <p:cNvSpPr txBox="1"/>
              <p:nvPr/>
            </p:nvSpPr>
            <p:spPr>
              <a:xfrm>
                <a:off x="9883746" y="2557194"/>
                <a:ext cx="1532467" cy="430887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F6A15CF-A6B9-C412-0D4D-1CA9668658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746" y="2557194"/>
                <a:ext cx="1532467" cy="430887"/>
              </a:xfrm>
              <a:prstGeom prst="rect">
                <a:avLst/>
              </a:prstGeom>
              <a:blipFill>
                <a:blip r:embed="rId2"/>
                <a:stretch>
                  <a:fillRect b="-10526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555E1DA-AF44-60BD-CC9B-CA51A158A16C}"/>
                  </a:ext>
                </a:extLst>
              </p:cNvPr>
              <p:cNvSpPr txBox="1"/>
              <p:nvPr/>
            </p:nvSpPr>
            <p:spPr>
              <a:xfrm>
                <a:off x="9857836" y="767129"/>
                <a:ext cx="2192867" cy="714106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555E1DA-AF44-60BD-CC9B-CA51A158A1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7836" y="767129"/>
                <a:ext cx="2192867" cy="714106"/>
              </a:xfrm>
              <a:prstGeom prst="rect">
                <a:avLst/>
              </a:prstGeom>
              <a:blipFill>
                <a:blip r:embed="rId3"/>
                <a:stretch>
                  <a:fillRect b="-11667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CBF091B-9A47-5111-E30B-385828D3E331}"/>
                  </a:ext>
                </a:extLst>
              </p:cNvPr>
              <p:cNvSpPr txBox="1"/>
              <p:nvPr/>
            </p:nvSpPr>
            <p:spPr>
              <a:xfrm>
                <a:off x="9883746" y="1608912"/>
                <a:ext cx="1532466" cy="810415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CBF091B-9A47-5111-E30B-385828D3E3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746" y="1608912"/>
                <a:ext cx="1532466" cy="810415"/>
              </a:xfrm>
              <a:prstGeom prst="rect">
                <a:avLst/>
              </a:prstGeom>
              <a:blipFill>
                <a:blip r:embed="rId4"/>
                <a:stretch>
                  <a:fillRect b="-1493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B56E772-9ACA-423C-4B9D-4CA74E5546E9}"/>
                  </a:ext>
                </a:extLst>
              </p:cNvPr>
              <p:cNvSpPr txBox="1"/>
              <p:nvPr/>
            </p:nvSpPr>
            <p:spPr>
              <a:xfrm>
                <a:off x="455673" y="2111550"/>
                <a:ext cx="3281522" cy="615553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PH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B56E772-9ACA-423C-4B9D-4CA74E554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673" y="2111550"/>
                <a:ext cx="3281522" cy="615553"/>
              </a:xfrm>
              <a:prstGeom prst="rect">
                <a:avLst/>
              </a:prstGeom>
              <a:blipFill>
                <a:blip r:embed="rId5"/>
                <a:stretch>
                  <a:fillRect b="-16327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C756920-C564-EE94-1EED-FC8B2DE56690}"/>
                  </a:ext>
                </a:extLst>
              </p:cNvPr>
              <p:cNvSpPr txBox="1"/>
              <p:nvPr/>
            </p:nvSpPr>
            <p:spPr>
              <a:xfrm>
                <a:off x="495984" y="3737058"/>
                <a:ext cx="3070275" cy="84112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  <m:sSub>
                                <m:sSubPr>
                                  <m:ctrlP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  <m:sSub>
                                <m:sSubPr>
                                  <m:ctrlP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  <m:e>
                              <m: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  <m:sSub>
                                <m:sSubPr>
                                  <m:ctrlP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  <m:r>
                                <m:rPr>
                                  <m:nor/>
                                </m:rPr>
                                <a:rPr lang="en-PH" sz="3200" dirty="0">
                                  <a:solidFill>
                                    <a:schemeClr val="bg1"/>
                                  </a:solidFill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C756920-C564-EE94-1EED-FC8B2DE566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984" y="3737058"/>
                <a:ext cx="3070275" cy="841128"/>
              </a:xfrm>
              <a:prstGeom prst="rect">
                <a:avLst/>
              </a:prstGeom>
              <a:blipFill>
                <a:blip r:embed="rId6"/>
                <a:stretch>
                  <a:fillRect t="-4478" b="-28358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F6B8E84-BCDA-258B-A7E7-791A997F1C81}"/>
                  </a:ext>
                </a:extLst>
              </p:cNvPr>
              <p:cNvSpPr txBox="1"/>
              <p:nvPr/>
            </p:nvSpPr>
            <p:spPr>
              <a:xfrm>
                <a:off x="10315190" y="3829615"/>
                <a:ext cx="1532467" cy="705771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GB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F6B8E84-BCDA-258B-A7E7-791A997F1C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5190" y="3829615"/>
                <a:ext cx="1532467" cy="705771"/>
              </a:xfrm>
              <a:prstGeom prst="rect">
                <a:avLst/>
              </a:prstGeom>
              <a:blipFill>
                <a:blip r:embed="rId7"/>
                <a:stretch>
                  <a:fillRect b="-5085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27813B82-8436-37E0-F0DA-24240AE8F998}"/>
              </a:ext>
            </a:extLst>
          </p:cNvPr>
          <p:cNvCxnSpPr>
            <a:cxnSpLocks/>
            <a:stCxn id="3" idx="3"/>
            <a:endCxn id="41" idx="0"/>
          </p:cNvCxnSpPr>
          <p:nvPr/>
        </p:nvCxnSpPr>
        <p:spPr>
          <a:xfrm flipV="1">
            <a:off x="3566259" y="3750948"/>
            <a:ext cx="1647509" cy="406674"/>
          </a:xfrm>
          <a:prstGeom prst="curvedConnector4">
            <a:avLst>
              <a:gd name="adj1" fmla="val 16715"/>
              <a:gd name="adj2" fmla="val 159628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urved Connector 30">
            <a:extLst>
              <a:ext uri="{FF2B5EF4-FFF2-40B4-BE49-F238E27FC236}">
                <a16:creationId xmlns:a16="http://schemas.microsoft.com/office/drawing/2014/main" id="{524C04B2-59D5-6041-DD33-7D43D5F67CCA}"/>
              </a:ext>
            </a:extLst>
          </p:cNvPr>
          <p:cNvCxnSpPr>
            <a:cxnSpLocks/>
            <a:endCxn id="24" idx="0"/>
          </p:cNvCxnSpPr>
          <p:nvPr/>
        </p:nvCxnSpPr>
        <p:spPr>
          <a:xfrm flipV="1">
            <a:off x="9176262" y="3829615"/>
            <a:ext cx="1905162" cy="298319"/>
          </a:xfrm>
          <a:prstGeom prst="curvedConnector4">
            <a:avLst>
              <a:gd name="adj1" fmla="val 29891"/>
              <a:gd name="adj2" fmla="val 200434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B076B1B-947C-7BF2-0865-325063730D2C}"/>
              </a:ext>
            </a:extLst>
          </p:cNvPr>
          <p:cNvSpPr txBox="1"/>
          <p:nvPr/>
        </p:nvSpPr>
        <p:spPr>
          <a:xfrm>
            <a:off x="4315968" y="2169897"/>
            <a:ext cx="2707106" cy="36933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Multiply the two matrices</a:t>
            </a:r>
            <a:endParaRPr lang="en-US" sz="1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D4EFBC8-0EE2-674B-B4D4-D80EC207FF69}"/>
                  </a:ext>
                </a:extLst>
              </p:cNvPr>
              <p:cNvSpPr txBox="1"/>
              <p:nvPr/>
            </p:nvSpPr>
            <p:spPr>
              <a:xfrm>
                <a:off x="4117013" y="3750948"/>
                <a:ext cx="2193510" cy="84112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PH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=4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PH" sz="3600" dirty="0">
                                  <a:solidFill>
                                    <a:schemeClr val="bg1"/>
                                  </a:solidFill>
                                </a:rPr>
                                <m:t> </m:t>
                              </m:r>
                            </m:e>
                            <m:e>
                              <m: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PH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=4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PH" sz="3600" dirty="0">
                                  <a:solidFill>
                                    <a:schemeClr val="bg1"/>
                                  </a:solidFill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D4EFBC8-0EE2-674B-B4D4-D80EC207FF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013" y="3750948"/>
                <a:ext cx="2193510" cy="841128"/>
              </a:xfrm>
              <a:prstGeom prst="rect">
                <a:avLst/>
              </a:prstGeom>
              <a:blipFill>
                <a:blip r:embed="rId8"/>
                <a:stretch>
                  <a:fillRect t="-26866" r="-3468" b="-32836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C563D8B-A4D3-CC7A-49AF-DD8112641D19}"/>
                  </a:ext>
                </a:extLst>
              </p:cNvPr>
              <p:cNvSpPr txBox="1"/>
              <p:nvPr/>
            </p:nvSpPr>
            <p:spPr>
              <a:xfrm>
                <a:off x="7160533" y="3792334"/>
                <a:ext cx="1837947" cy="703526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PH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PH" sz="3600" dirty="0">
                                  <a:solidFill>
                                    <a:schemeClr val="bg1"/>
                                  </a:solidFill>
                                </a:rPr>
                                <m:t>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PH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PH" sz="3600" dirty="0">
                                  <a:solidFill>
                                    <a:schemeClr val="bg1"/>
                                  </a:solidFill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C563D8B-A4D3-CC7A-49AF-DD8112641D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0533" y="3792334"/>
                <a:ext cx="1837947" cy="703526"/>
              </a:xfrm>
              <a:prstGeom prst="rect">
                <a:avLst/>
              </a:prstGeom>
              <a:blipFill>
                <a:blip r:embed="rId9"/>
                <a:stretch>
                  <a:fillRect t="-40351" r="-1379" b="-38596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Curved Connector 43">
            <a:extLst>
              <a:ext uri="{FF2B5EF4-FFF2-40B4-BE49-F238E27FC236}">
                <a16:creationId xmlns:a16="http://schemas.microsoft.com/office/drawing/2014/main" id="{02459D81-8194-BB5C-6331-59BBB0181454}"/>
              </a:ext>
            </a:extLst>
          </p:cNvPr>
          <p:cNvCxnSpPr>
            <a:cxnSpLocks/>
            <a:stCxn id="41" idx="3"/>
            <a:endCxn id="43" idx="2"/>
          </p:cNvCxnSpPr>
          <p:nvPr/>
        </p:nvCxnSpPr>
        <p:spPr>
          <a:xfrm>
            <a:off x="6310523" y="4171512"/>
            <a:ext cx="1768984" cy="324348"/>
          </a:xfrm>
          <a:prstGeom prst="curvedConnector4">
            <a:avLst>
              <a:gd name="adj1" fmla="val 24025"/>
              <a:gd name="adj2" fmla="val 17048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39787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4" grpId="0" animBg="1"/>
      <p:bldP spid="32" grpId="0" animBg="1"/>
      <p:bldP spid="41" grpId="0"/>
      <p:bldP spid="4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D9FF52A-D4C6-AD6D-26B3-E96DCE791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85A6F75-F0AB-6163-AE65-9D1CAAC8F2B3}"/>
                  </a:ext>
                </a:extLst>
              </p:cNvPr>
              <p:cNvSpPr txBox="1"/>
              <p:nvPr/>
            </p:nvSpPr>
            <p:spPr>
              <a:xfrm>
                <a:off x="141297" y="880287"/>
                <a:ext cx="3973504" cy="769441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PH" sz="5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5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5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l-GR" sz="5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PH" sz="5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5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85A6F75-F0AB-6163-AE65-9D1CAAC8F2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297" y="880287"/>
                <a:ext cx="3973504" cy="769441"/>
              </a:xfrm>
              <a:prstGeom prst="rect">
                <a:avLst/>
              </a:prstGeom>
              <a:blipFill>
                <a:blip r:embed="rId2"/>
                <a:stretch>
                  <a:fillRect t="-6154" r="-4732" b="-30769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07C894A-93A1-6E36-C7AB-FA48D30DF121}"/>
                  </a:ext>
                </a:extLst>
              </p:cNvPr>
              <p:cNvSpPr txBox="1"/>
              <p:nvPr/>
            </p:nvSpPr>
            <p:spPr>
              <a:xfrm>
                <a:off x="141296" y="1953314"/>
                <a:ext cx="4357724" cy="615553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PH" sz="2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l-GR" sz="2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PH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07C894A-93A1-6E36-C7AB-FA48D30DF1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296" y="1953314"/>
                <a:ext cx="4357724" cy="615553"/>
              </a:xfrm>
              <a:prstGeom prst="rect">
                <a:avLst/>
              </a:prstGeom>
              <a:blipFill>
                <a:blip r:embed="rId3"/>
                <a:stretch>
                  <a:fillRect b="-1600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AB9058-38F2-C0A7-7646-E888E9154725}"/>
                  </a:ext>
                </a:extLst>
              </p:cNvPr>
              <p:cNvSpPr txBox="1"/>
              <p:nvPr/>
            </p:nvSpPr>
            <p:spPr>
              <a:xfrm>
                <a:off x="141296" y="2839883"/>
                <a:ext cx="4126162" cy="64767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PH" sz="2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l-GR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l-GR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PH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AB9058-38F2-C0A7-7646-E888E91547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296" y="2839883"/>
                <a:ext cx="4126162" cy="647678"/>
              </a:xfrm>
              <a:prstGeom prst="rect">
                <a:avLst/>
              </a:prstGeom>
              <a:blipFill>
                <a:blip r:embed="rId4"/>
                <a:stretch>
                  <a:fillRect t="-1923" b="-13462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E5AC33C-91A0-0490-0121-3864FD347189}"/>
                  </a:ext>
                </a:extLst>
              </p:cNvPr>
              <p:cNvSpPr txBox="1"/>
              <p:nvPr/>
            </p:nvSpPr>
            <p:spPr>
              <a:xfrm>
                <a:off x="54457" y="4596831"/>
                <a:ext cx="3281522" cy="615553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PH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E5AC33C-91A0-0490-0121-3864FD3471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57" y="4596831"/>
                <a:ext cx="3281522" cy="615553"/>
              </a:xfrm>
              <a:prstGeom prst="rect">
                <a:avLst/>
              </a:prstGeom>
              <a:blipFill>
                <a:blip r:embed="rId5"/>
                <a:stretch>
                  <a:fillRect b="-1600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E9E03C9-3D09-5D4A-9BC1-40C071A65084}"/>
                  </a:ext>
                </a:extLst>
              </p:cNvPr>
              <p:cNvSpPr txBox="1"/>
              <p:nvPr/>
            </p:nvSpPr>
            <p:spPr>
              <a:xfrm>
                <a:off x="9883746" y="2557194"/>
                <a:ext cx="1532467" cy="430887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E9E03C9-3D09-5D4A-9BC1-40C071A650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746" y="2557194"/>
                <a:ext cx="1532467" cy="430887"/>
              </a:xfrm>
              <a:prstGeom prst="rect">
                <a:avLst/>
              </a:prstGeom>
              <a:blipFill>
                <a:blip r:embed="rId6"/>
                <a:stretch>
                  <a:fillRect b="-10526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DAFBAF3-DE46-6767-C740-ABB8C6A1EE9B}"/>
                  </a:ext>
                </a:extLst>
              </p:cNvPr>
              <p:cNvSpPr txBox="1"/>
              <p:nvPr/>
            </p:nvSpPr>
            <p:spPr>
              <a:xfrm>
                <a:off x="-104301" y="3667204"/>
                <a:ext cx="4456103" cy="61581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PH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DAFBAF3-DE46-6767-C740-ABB8C6A1E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4301" y="3667204"/>
                <a:ext cx="4456103" cy="615810"/>
              </a:xfrm>
              <a:prstGeom prst="rect">
                <a:avLst/>
              </a:prstGeom>
              <a:blipFill>
                <a:blip r:embed="rId7"/>
                <a:stretch>
                  <a:fillRect b="-1600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DAFE130-3925-D3DD-BFDA-F10B22459C2F}"/>
                  </a:ext>
                </a:extLst>
              </p:cNvPr>
              <p:cNvSpPr txBox="1"/>
              <p:nvPr/>
            </p:nvSpPr>
            <p:spPr>
              <a:xfrm>
                <a:off x="305460" y="5378294"/>
                <a:ext cx="2184075" cy="390876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−4</m:t>
                      </m:r>
                      <m:sSub>
                        <m:sSubPr>
                          <m:ctrlP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sSub>
                        <m:sSubPr>
                          <m:ctrlP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DAFE130-3925-D3DD-BFDA-F10B22459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460" y="5378294"/>
                <a:ext cx="2184075" cy="390876"/>
              </a:xfrm>
              <a:prstGeom prst="rect">
                <a:avLst/>
              </a:prstGeom>
              <a:blipFill>
                <a:blip r:embed="rId8"/>
                <a:stretch>
                  <a:fillRect l="-1163" r="-4070" b="-1250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C4561A7-C9D0-52E1-9D05-0582736E4C0D}"/>
                  </a:ext>
                </a:extLst>
              </p:cNvPr>
              <p:cNvSpPr txBox="1"/>
              <p:nvPr/>
            </p:nvSpPr>
            <p:spPr>
              <a:xfrm>
                <a:off x="305459" y="5894760"/>
                <a:ext cx="2184075" cy="390876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6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sSub>
                        <m:sSubPr>
                          <m:ctrlP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−4</m:t>
                      </m:r>
                      <m:sSub>
                        <m:sSubPr>
                          <m:ctrlP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C4561A7-C9D0-52E1-9D05-0582736E4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459" y="5894760"/>
                <a:ext cx="2184075" cy="390876"/>
              </a:xfrm>
              <a:prstGeom prst="rect">
                <a:avLst/>
              </a:prstGeom>
              <a:blipFill>
                <a:blip r:embed="rId9"/>
                <a:stretch>
                  <a:fillRect b="-16129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FAFF326-560C-4F4B-4A53-E5DCC317E1DB}"/>
                  </a:ext>
                </a:extLst>
              </p:cNvPr>
              <p:cNvSpPr txBox="1"/>
              <p:nvPr/>
            </p:nvSpPr>
            <p:spPr>
              <a:xfrm>
                <a:off x="9857836" y="767129"/>
                <a:ext cx="2192867" cy="714106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FAFF326-560C-4F4B-4A53-E5DCC317E1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7836" y="767129"/>
                <a:ext cx="2192867" cy="714106"/>
              </a:xfrm>
              <a:prstGeom prst="rect">
                <a:avLst/>
              </a:prstGeom>
              <a:blipFill>
                <a:blip r:embed="rId10"/>
                <a:stretch>
                  <a:fillRect b="-11667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AAEC9E8-EEA7-8214-877C-0D402C2FA533}"/>
                  </a:ext>
                </a:extLst>
              </p:cNvPr>
              <p:cNvSpPr txBox="1"/>
              <p:nvPr/>
            </p:nvSpPr>
            <p:spPr>
              <a:xfrm>
                <a:off x="9883746" y="1608912"/>
                <a:ext cx="1532466" cy="810415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AAEC9E8-EEA7-8214-877C-0D402C2FA5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746" y="1608912"/>
                <a:ext cx="1532466" cy="810415"/>
              </a:xfrm>
              <a:prstGeom prst="rect">
                <a:avLst/>
              </a:prstGeom>
              <a:blipFill>
                <a:blip r:embed="rId11"/>
                <a:stretch>
                  <a:fillRect b="-1493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4F059C3-8CAA-C5B9-AD35-1AE17D24334A}"/>
                  </a:ext>
                </a:extLst>
              </p:cNvPr>
              <p:cNvSpPr txBox="1"/>
              <p:nvPr/>
            </p:nvSpPr>
            <p:spPr>
              <a:xfrm>
                <a:off x="9883746" y="3258544"/>
                <a:ext cx="1383848" cy="430887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GB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4F059C3-8CAA-C5B9-AD35-1AE17D243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746" y="3258544"/>
                <a:ext cx="1383848" cy="430887"/>
              </a:xfrm>
              <a:prstGeom prst="rect">
                <a:avLst/>
              </a:prstGeom>
              <a:blipFill>
                <a:blip r:embed="rId12"/>
                <a:stretch>
                  <a:fillRect b="-10811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7E2BBC50-4BA3-A485-7966-DE507156A15A}"/>
              </a:ext>
            </a:extLst>
          </p:cNvPr>
          <p:cNvCxnSpPr>
            <a:cxnSpLocks/>
            <a:stCxn id="7" idx="1"/>
            <a:endCxn id="8" idx="3"/>
          </p:cNvCxnSpPr>
          <p:nvPr/>
        </p:nvCxnSpPr>
        <p:spPr>
          <a:xfrm rot="10800000" flipV="1">
            <a:off x="4351802" y="2772637"/>
            <a:ext cx="5531944" cy="1202471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64970966-5FF5-A1D4-AD06-F8A8282CD6A6}"/>
              </a:ext>
            </a:extLst>
          </p:cNvPr>
          <p:cNvCxnSpPr>
            <a:cxnSpLocks/>
            <a:stCxn id="11" idx="1"/>
            <a:endCxn id="4" idx="3"/>
          </p:cNvCxnSpPr>
          <p:nvPr/>
        </p:nvCxnSpPr>
        <p:spPr>
          <a:xfrm rot="10800000" flipV="1">
            <a:off x="4499020" y="1124181"/>
            <a:ext cx="5358816" cy="1136909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813F9C5-8138-8356-86F0-E98E00D3562C}"/>
                  </a:ext>
                </a:extLst>
              </p:cNvPr>
              <p:cNvSpPr txBox="1"/>
              <p:nvPr/>
            </p:nvSpPr>
            <p:spPr>
              <a:xfrm>
                <a:off x="3571929" y="5298506"/>
                <a:ext cx="1559748" cy="3693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sSub>
                        <m:sSubPr>
                          <m:ctrlP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  <m:sSub>
                        <m:sSubPr>
                          <m:ctrlP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813F9C5-8138-8356-86F0-E98E00D356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929" y="5298506"/>
                <a:ext cx="1559748" cy="369332"/>
              </a:xfrm>
              <a:prstGeom prst="rect">
                <a:avLst/>
              </a:prstGeom>
              <a:blipFill>
                <a:blip r:embed="rId13"/>
                <a:stretch>
                  <a:fillRect b="-1000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3360285-935F-59D4-230B-000943EC2265}"/>
                  </a:ext>
                </a:extLst>
              </p:cNvPr>
              <p:cNvSpPr txBox="1"/>
              <p:nvPr/>
            </p:nvSpPr>
            <p:spPr>
              <a:xfrm>
                <a:off x="5280897" y="5297978"/>
                <a:ext cx="1390545" cy="3693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3360285-935F-59D4-230B-000943EC2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0897" y="5297978"/>
                <a:ext cx="1390545" cy="369332"/>
              </a:xfrm>
              <a:prstGeom prst="rect">
                <a:avLst/>
              </a:prstGeom>
              <a:blipFill>
                <a:blip r:embed="rId14"/>
                <a:stretch>
                  <a:fillRect b="-1000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567640C-0967-2008-9A4C-BDC602B7396A}"/>
                  </a:ext>
                </a:extLst>
              </p:cNvPr>
              <p:cNvSpPr txBox="1"/>
              <p:nvPr/>
            </p:nvSpPr>
            <p:spPr>
              <a:xfrm>
                <a:off x="7829656" y="5320050"/>
                <a:ext cx="1101509" cy="73866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sz="2400" b="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PH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567640C-0967-2008-9A4C-BDC602B739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9656" y="5320050"/>
                <a:ext cx="1101509" cy="738664"/>
              </a:xfrm>
              <a:prstGeom prst="rect">
                <a:avLst/>
              </a:prstGeom>
              <a:blipFill>
                <a:blip r:embed="rId15"/>
                <a:stretch>
                  <a:fillRect b="-5085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0BD8D97-D65A-F071-0C12-3A516A4E9E3F}"/>
                  </a:ext>
                </a:extLst>
              </p:cNvPr>
              <p:cNvSpPr txBox="1"/>
              <p:nvPr/>
            </p:nvSpPr>
            <p:spPr>
              <a:xfrm>
                <a:off x="3571928" y="5799249"/>
                <a:ext cx="1559748" cy="3693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sSub>
                        <m:sSubPr>
                          <m:ctrlP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  <m:sSub>
                        <m:sSubPr>
                          <m:ctrlP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0BD8D97-D65A-F071-0C12-3A516A4E9E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928" y="5799249"/>
                <a:ext cx="1559748" cy="369332"/>
              </a:xfrm>
              <a:prstGeom prst="rect">
                <a:avLst/>
              </a:prstGeom>
              <a:blipFill>
                <a:blip r:embed="rId16"/>
                <a:stretch>
                  <a:fillRect b="-13333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EAF28A8-8738-DB87-279C-03E5A849D732}"/>
                  </a:ext>
                </a:extLst>
              </p:cNvPr>
              <p:cNvSpPr txBox="1"/>
              <p:nvPr/>
            </p:nvSpPr>
            <p:spPr>
              <a:xfrm>
                <a:off x="5280897" y="5799249"/>
                <a:ext cx="1390545" cy="3693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EAF28A8-8738-DB87-279C-03E5A849D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0897" y="5799249"/>
                <a:ext cx="1390545" cy="369332"/>
              </a:xfrm>
              <a:prstGeom prst="rect">
                <a:avLst/>
              </a:prstGeom>
              <a:blipFill>
                <a:blip r:embed="rId17"/>
                <a:stretch>
                  <a:fillRect b="-13333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81B9433-C8A4-AA9B-A79B-A22F4256B82A}"/>
                  </a:ext>
                </a:extLst>
              </p:cNvPr>
              <p:cNvSpPr txBox="1"/>
              <p:nvPr/>
            </p:nvSpPr>
            <p:spPr>
              <a:xfrm>
                <a:off x="10070093" y="5391063"/>
                <a:ext cx="1532467" cy="705771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GB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81B9433-C8A4-AA9B-A79B-A22F4256B8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0093" y="5391063"/>
                <a:ext cx="1532467" cy="705771"/>
              </a:xfrm>
              <a:prstGeom prst="rect">
                <a:avLst/>
              </a:prstGeom>
              <a:blipFill>
                <a:blip r:embed="rId18"/>
                <a:stretch>
                  <a:fillRect b="-5000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Graphic 21" descr="Badge 1 with solid fill">
            <a:extLst>
              <a:ext uri="{FF2B5EF4-FFF2-40B4-BE49-F238E27FC236}">
                <a16:creationId xmlns:a16="http://schemas.microsoft.com/office/drawing/2014/main" id="{E2C7FDFA-B35C-C4FB-FE64-F12C7A59AA2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275882" y="1041868"/>
            <a:ext cx="446277" cy="446277"/>
          </a:xfrm>
          <a:prstGeom prst="rect">
            <a:avLst/>
          </a:prstGeom>
        </p:spPr>
      </p:pic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0D850C86-980A-08D8-5D5C-0833ADC34B90}"/>
              </a:ext>
            </a:extLst>
          </p:cNvPr>
          <p:cNvCxnSpPr>
            <a:cxnSpLocks/>
            <a:stCxn id="9" idx="3"/>
            <a:endCxn id="16" idx="0"/>
          </p:cNvCxnSpPr>
          <p:nvPr/>
        </p:nvCxnSpPr>
        <p:spPr>
          <a:xfrm flipV="1">
            <a:off x="2489535" y="5298506"/>
            <a:ext cx="1862268" cy="275226"/>
          </a:xfrm>
          <a:prstGeom prst="curvedConnector4">
            <a:avLst>
              <a:gd name="adj1" fmla="val 29061"/>
              <a:gd name="adj2" fmla="val 183059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urved Connector 23">
            <a:extLst>
              <a:ext uri="{FF2B5EF4-FFF2-40B4-BE49-F238E27FC236}">
                <a16:creationId xmlns:a16="http://schemas.microsoft.com/office/drawing/2014/main" id="{4D10921B-8E01-C66B-37E7-2DE0845E1512}"/>
              </a:ext>
            </a:extLst>
          </p:cNvPr>
          <p:cNvCxnSpPr>
            <a:cxnSpLocks/>
            <a:stCxn id="10" idx="3"/>
            <a:endCxn id="19" idx="2"/>
          </p:cNvCxnSpPr>
          <p:nvPr/>
        </p:nvCxnSpPr>
        <p:spPr>
          <a:xfrm>
            <a:off x="2489534" y="6090198"/>
            <a:ext cx="1862268" cy="78383"/>
          </a:xfrm>
          <a:prstGeom prst="curvedConnector4">
            <a:avLst>
              <a:gd name="adj1" fmla="val 29061"/>
              <a:gd name="adj2" fmla="val 391645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EF0CDB6B-67D1-4681-E1F7-22649D22B00A}"/>
              </a:ext>
            </a:extLst>
          </p:cNvPr>
          <p:cNvCxnSpPr>
            <a:cxnSpLocks/>
            <a:stCxn id="19" idx="3"/>
            <a:endCxn id="20" idx="2"/>
          </p:cNvCxnSpPr>
          <p:nvPr/>
        </p:nvCxnSpPr>
        <p:spPr>
          <a:xfrm>
            <a:off x="5131676" y="5983915"/>
            <a:ext cx="844494" cy="184666"/>
          </a:xfrm>
          <a:prstGeom prst="curvedConnector4">
            <a:avLst>
              <a:gd name="adj1" fmla="val 8835"/>
              <a:gd name="adj2" fmla="val 223791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urved Connector 25">
            <a:extLst>
              <a:ext uri="{FF2B5EF4-FFF2-40B4-BE49-F238E27FC236}">
                <a16:creationId xmlns:a16="http://schemas.microsoft.com/office/drawing/2014/main" id="{60FDDCD2-C80C-B497-37B6-8C555A53B288}"/>
              </a:ext>
            </a:extLst>
          </p:cNvPr>
          <p:cNvCxnSpPr>
            <a:cxnSpLocks/>
            <a:stCxn id="16" idx="3"/>
            <a:endCxn id="17" idx="0"/>
          </p:cNvCxnSpPr>
          <p:nvPr/>
        </p:nvCxnSpPr>
        <p:spPr>
          <a:xfrm flipV="1">
            <a:off x="5131677" y="5297978"/>
            <a:ext cx="844493" cy="185194"/>
          </a:xfrm>
          <a:prstGeom prst="curvedConnector4">
            <a:avLst>
              <a:gd name="adj1" fmla="val 8835"/>
              <a:gd name="adj2" fmla="val 223438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urved Connector 26">
            <a:extLst>
              <a:ext uri="{FF2B5EF4-FFF2-40B4-BE49-F238E27FC236}">
                <a16:creationId xmlns:a16="http://schemas.microsoft.com/office/drawing/2014/main" id="{C2F1B133-A8B5-77D3-3111-34BEFF44BC38}"/>
              </a:ext>
            </a:extLst>
          </p:cNvPr>
          <p:cNvCxnSpPr>
            <a:cxnSpLocks/>
            <a:stCxn id="17" idx="3"/>
            <a:endCxn id="18" idx="0"/>
          </p:cNvCxnSpPr>
          <p:nvPr/>
        </p:nvCxnSpPr>
        <p:spPr>
          <a:xfrm flipV="1">
            <a:off x="6671442" y="5320050"/>
            <a:ext cx="1708969" cy="162594"/>
          </a:xfrm>
          <a:prstGeom prst="curvedConnector4">
            <a:avLst>
              <a:gd name="adj1" fmla="val 33886"/>
              <a:gd name="adj2" fmla="val 254171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urved Connector 27">
            <a:extLst>
              <a:ext uri="{FF2B5EF4-FFF2-40B4-BE49-F238E27FC236}">
                <a16:creationId xmlns:a16="http://schemas.microsoft.com/office/drawing/2014/main" id="{81A11996-82D6-B840-087D-B4777CE6EFE1}"/>
              </a:ext>
            </a:extLst>
          </p:cNvPr>
          <p:cNvCxnSpPr>
            <a:cxnSpLocks/>
            <a:stCxn id="20" idx="3"/>
            <a:endCxn id="18" idx="2"/>
          </p:cNvCxnSpPr>
          <p:nvPr/>
        </p:nvCxnSpPr>
        <p:spPr>
          <a:xfrm>
            <a:off x="6671442" y="5983915"/>
            <a:ext cx="1708969" cy="74799"/>
          </a:xfrm>
          <a:prstGeom prst="curvedConnector4">
            <a:avLst>
              <a:gd name="adj1" fmla="val 33886"/>
              <a:gd name="adj2" fmla="val 405619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296D5322-CEC9-F685-CD00-189DF0C0CEA9}"/>
              </a:ext>
            </a:extLst>
          </p:cNvPr>
          <p:cNvCxnSpPr>
            <a:cxnSpLocks/>
            <a:stCxn id="18" idx="3"/>
            <a:endCxn id="21" idx="0"/>
          </p:cNvCxnSpPr>
          <p:nvPr/>
        </p:nvCxnSpPr>
        <p:spPr>
          <a:xfrm flipV="1">
            <a:off x="8931165" y="5391063"/>
            <a:ext cx="1905162" cy="298319"/>
          </a:xfrm>
          <a:prstGeom prst="curvedConnector4">
            <a:avLst>
              <a:gd name="adj1" fmla="val 29891"/>
              <a:gd name="adj2" fmla="val 200434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7816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  <p:bldP spid="10" grpId="0"/>
      <p:bldP spid="16" grpId="0"/>
      <p:bldP spid="17" grpId="0"/>
      <p:bldP spid="18" grpId="0"/>
      <p:bldP spid="19" grpId="0"/>
      <p:bldP spid="20" grpId="0"/>
      <p:bldP spid="2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D5BAC33-3B86-8DBD-B722-7E2296CD3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1528F4B-4F72-F020-C625-2DF442177541}"/>
                  </a:ext>
                </a:extLst>
              </p:cNvPr>
              <p:cNvSpPr txBox="1"/>
              <p:nvPr/>
            </p:nvSpPr>
            <p:spPr>
              <a:xfrm>
                <a:off x="141297" y="880287"/>
                <a:ext cx="3973504" cy="769441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PH" sz="5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5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5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l-GR" sz="5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PH" sz="5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5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1528F4B-4F72-F020-C625-2DF4421775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297" y="880287"/>
                <a:ext cx="3973504" cy="769441"/>
              </a:xfrm>
              <a:prstGeom prst="rect">
                <a:avLst/>
              </a:prstGeom>
              <a:blipFill>
                <a:blip r:embed="rId2"/>
                <a:stretch>
                  <a:fillRect t="-6154" r="-4732" b="-30769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2F6B558-427C-5A4B-00D9-B0A2B20B0FC0}"/>
                  </a:ext>
                </a:extLst>
              </p:cNvPr>
              <p:cNvSpPr txBox="1"/>
              <p:nvPr/>
            </p:nvSpPr>
            <p:spPr>
              <a:xfrm>
                <a:off x="141296" y="1953314"/>
                <a:ext cx="4357724" cy="615553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PH" sz="2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l-GR" sz="2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PH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2F6B558-427C-5A4B-00D9-B0A2B20B0F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296" y="1953314"/>
                <a:ext cx="4357724" cy="615553"/>
              </a:xfrm>
              <a:prstGeom prst="rect">
                <a:avLst/>
              </a:prstGeom>
              <a:blipFill>
                <a:blip r:embed="rId3"/>
                <a:stretch>
                  <a:fillRect b="-1600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8370420-D1A5-C9C3-ED7A-37E7432C181E}"/>
                  </a:ext>
                </a:extLst>
              </p:cNvPr>
              <p:cNvSpPr txBox="1"/>
              <p:nvPr/>
            </p:nvSpPr>
            <p:spPr>
              <a:xfrm>
                <a:off x="141296" y="2839883"/>
                <a:ext cx="4126162" cy="64767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PH" sz="2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l-GR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l-GR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PH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8370420-D1A5-C9C3-ED7A-37E7432C18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296" y="2839883"/>
                <a:ext cx="4126162" cy="647678"/>
              </a:xfrm>
              <a:prstGeom prst="rect">
                <a:avLst/>
              </a:prstGeom>
              <a:blipFill>
                <a:blip r:embed="rId4"/>
                <a:stretch>
                  <a:fillRect t="-1923" b="-13462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670FDA7-94D6-E2C8-CEBE-64CEC0798170}"/>
                  </a:ext>
                </a:extLst>
              </p:cNvPr>
              <p:cNvSpPr txBox="1"/>
              <p:nvPr/>
            </p:nvSpPr>
            <p:spPr>
              <a:xfrm>
                <a:off x="-213267" y="4534311"/>
                <a:ext cx="3281522" cy="615553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PH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670FDA7-94D6-E2C8-CEBE-64CEC07981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13267" y="4534311"/>
                <a:ext cx="3281522" cy="615553"/>
              </a:xfrm>
              <a:prstGeom prst="rect">
                <a:avLst/>
              </a:prstGeom>
              <a:blipFill>
                <a:blip r:embed="rId5"/>
                <a:stretch>
                  <a:fillRect b="-16327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E99B49F-B3DF-C98E-4E7B-FFB9A9C4F097}"/>
                  </a:ext>
                </a:extLst>
              </p:cNvPr>
              <p:cNvSpPr txBox="1"/>
              <p:nvPr/>
            </p:nvSpPr>
            <p:spPr>
              <a:xfrm>
                <a:off x="9883746" y="2557194"/>
                <a:ext cx="1532467" cy="430887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E99B49F-B3DF-C98E-4E7B-FFB9A9C4F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746" y="2557194"/>
                <a:ext cx="1532467" cy="430887"/>
              </a:xfrm>
              <a:prstGeom prst="rect">
                <a:avLst/>
              </a:prstGeom>
              <a:blipFill>
                <a:blip r:embed="rId6"/>
                <a:stretch>
                  <a:fillRect b="-10526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3DA2273-F2A6-06D8-B626-69BB5AD52940}"/>
                  </a:ext>
                </a:extLst>
              </p:cNvPr>
              <p:cNvSpPr txBox="1"/>
              <p:nvPr/>
            </p:nvSpPr>
            <p:spPr>
              <a:xfrm>
                <a:off x="-100003" y="3667204"/>
                <a:ext cx="4456103" cy="61581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PH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3DA2273-F2A6-06D8-B626-69BB5AD529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0003" y="3667204"/>
                <a:ext cx="4456103" cy="615810"/>
              </a:xfrm>
              <a:prstGeom prst="rect">
                <a:avLst/>
              </a:prstGeom>
              <a:blipFill>
                <a:blip r:embed="rId7"/>
                <a:stretch>
                  <a:fillRect b="-1600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AA779FA-361E-0945-74AD-F63994D28A5C}"/>
                  </a:ext>
                </a:extLst>
              </p:cNvPr>
              <p:cNvSpPr txBox="1"/>
              <p:nvPr/>
            </p:nvSpPr>
            <p:spPr>
              <a:xfrm>
                <a:off x="136083" y="5298506"/>
                <a:ext cx="2184075" cy="390876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sSub>
                        <m:sSubPr>
                          <m:ctrlP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sSub>
                        <m:sSubPr>
                          <m:ctrlP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AA779FA-361E-0945-74AD-F63994D28A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083" y="5298506"/>
                <a:ext cx="2184075" cy="390876"/>
              </a:xfrm>
              <a:prstGeom prst="rect">
                <a:avLst/>
              </a:prstGeom>
              <a:blipFill>
                <a:blip r:embed="rId8"/>
                <a:stretch>
                  <a:fillRect b="-16129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9BFAC2B-89C3-63EC-DF5B-85D5A132834A}"/>
                  </a:ext>
                </a:extLst>
              </p:cNvPr>
              <p:cNvSpPr txBox="1"/>
              <p:nvPr/>
            </p:nvSpPr>
            <p:spPr>
              <a:xfrm>
                <a:off x="136082" y="5814972"/>
                <a:ext cx="2184075" cy="390876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6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sSub>
                        <m:sSubPr>
                          <m:ctrlP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sSub>
                        <m:sSubPr>
                          <m:ctrlP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9BFAC2B-89C3-63EC-DF5B-85D5A1328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082" y="5814972"/>
                <a:ext cx="2184075" cy="390876"/>
              </a:xfrm>
              <a:prstGeom prst="rect">
                <a:avLst/>
              </a:prstGeom>
              <a:blipFill>
                <a:blip r:embed="rId9"/>
                <a:stretch>
                  <a:fillRect b="-1250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1DE4A1B-BD72-2589-8CCC-C344EA92D64B}"/>
                  </a:ext>
                </a:extLst>
              </p:cNvPr>
              <p:cNvSpPr txBox="1"/>
              <p:nvPr/>
            </p:nvSpPr>
            <p:spPr>
              <a:xfrm>
                <a:off x="9857836" y="767129"/>
                <a:ext cx="2192867" cy="714106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1DE4A1B-BD72-2589-8CCC-C344EA92D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7836" y="767129"/>
                <a:ext cx="2192867" cy="714106"/>
              </a:xfrm>
              <a:prstGeom prst="rect">
                <a:avLst/>
              </a:prstGeom>
              <a:blipFill>
                <a:blip r:embed="rId10"/>
                <a:stretch>
                  <a:fillRect b="-11667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2570F66-39C4-7319-119D-D16C8A926444}"/>
                  </a:ext>
                </a:extLst>
              </p:cNvPr>
              <p:cNvSpPr txBox="1"/>
              <p:nvPr/>
            </p:nvSpPr>
            <p:spPr>
              <a:xfrm>
                <a:off x="9883746" y="1608912"/>
                <a:ext cx="1532466" cy="810415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2570F66-39C4-7319-119D-D16C8A9264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746" y="1608912"/>
                <a:ext cx="1532466" cy="810415"/>
              </a:xfrm>
              <a:prstGeom prst="rect">
                <a:avLst/>
              </a:prstGeom>
              <a:blipFill>
                <a:blip r:embed="rId11"/>
                <a:stretch>
                  <a:fillRect b="-1493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E634F55-72AC-5B7B-D9DE-20C15E81BE27}"/>
                  </a:ext>
                </a:extLst>
              </p:cNvPr>
              <p:cNvSpPr txBox="1"/>
              <p:nvPr/>
            </p:nvSpPr>
            <p:spPr>
              <a:xfrm>
                <a:off x="9883746" y="3258544"/>
                <a:ext cx="1383848" cy="430887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GB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E634F55-72AC-5B7B-D9DE-20C15E81BE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746" y="3258544"/>
                <a:ext cx="1383848" cy="430887"/>
              </a:xfrm>
              <a:prstGeom prst="rect">
                <a:avLst/>
              </a:prstGeom>
              <a:blipFill>
                <a:blip r:embed="rId12"/>
                <a:stretch>
                  <a:fillRect b="-10811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CC6A9CB7-3368-60D5-EB67-16AFE66B92FF}"/>
              </a:ext>
            </a:extLst>
          </p:cNvPr>
          <p:cNvCxnSpPr>
            <a:cxnSpLocks/>
            <a:stCxn id="13" idx="1"/>
            <a:endCxn id="8" idx="3"/>
          </p:cNvCxnSpPr>
          <p:nvPr/>
        </p:nvCxnSpPr>
        <p:spPr>
          <a:xfrm rot="10800000" flipV="1">
            <a:off x="4356100" y="3473987"/>
            <a:ext cx="5527646" cy="501121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F7448653-245E-46B2-57A4-1D6FBA6F6B81}"/>
              </a:ext>
            </a:extLst>
          </p:cNvPr>
          <p:cNvCxnSpPr>
            <a:cxnSpLocks/>
            <a:stCxn id="11" idx="1"/>
            <a:endCxn id="4" idx="3"/>
          </p:cNvCxnSpPr>
          <p:nvPr/>
        </p:nvCxnSpPr>
        <p:spPr>
          <a:xfrm rot="10800000" flipV="1">
            <a:off x="4499020" y="1124181"/>
            <a:ext cx="5358816" cy="1136909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80C0C44-35A0-B99A-E54A-E68659F9938F}"/>
                  </a:ext>
                </a:extLst>
              </p:cNvPr>
              <p:cNvSpPr txBox="1"/>
              <p:nvPr/>
            </p:nvSpPr>
            <p:spPr>
              <a:xfrm>
                <a:off x="3394118" y="5298506"/>
                <a:ext cx="1802523" cy="3693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sSub>
                        <m:sSubPr>
                          <m:ctrlP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=−4</m:t>
                      </m:r>
                      <m:sSub>
                        <m:sSubPr>
                          <m:ctrlP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80C0C44-35A0-B99A-E54A-E68659F993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4118" y="5298506"/>
                <a:ext cx="1802523" cy="369332"/>
              </a:xfrm>
              <a:prstGeom prst="rect">
                <a:avLst/>
              </a:prstGeom>
              <a:blipFill>
                <a:blip r:embed="rId13"/>
                <a:stretch>
                  <a:fillRect b="-1000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BAD38FC-B882-E3E4-46D8-987C43FF3F59}"/>
                  </a:ext>
                </a:extLst>
              </p:cNvPr>
              <p:cNvSpPr txBox="1"/>
              <p:nvPr/>
            </p:nvSpPr>
            <p:spPr>
              <a:xfrm>
                <a:off x="5280897" y="5297978"/>
                <a:ext cx="1390545" cy="3693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BAD38FC-B882-E3E4-46D8-987C43FF3F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0897" y="5297978"/>
                <a:ext cx="1390545" cy="369332"/>
              </a:xfrm>
              <a:prstGeom prst="rect">
                <a:avLst/>
              </a:prstGeom>
              <a:blipFill>
                <a:blip r:embed="rId14"/>
                <a:stretch>
                  <a:fillRect b="-1000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2F4326F-BABB-353B-0433-39CFA616240C}"/>
                  </a:ext>
                </a:extLst>
              </p:cNvPr>
              <p:cNvSpPr txBox="1"/>
              <p:nvPr/>
            </p:nvSpPr>
            <p:spPr>
              <a:xfrm>
                <a:off x="7829656" y="5320050"/>
                <a:ext cx="1101509" cy="73866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GB" sz="2400" b="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PH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2F4326F-BABB-353B-0433-39CFA61624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9656" y="5320050"/>
                <a:ext cx="1101509" cy="738664"/>
              </a:xfrm>
              <a:prstGeom prst="rect">
                <a:avLst/>
              </a:prstGeom>
              <a:blipFill>
                <a:blip r:embed="rId15"/>
                <a:stretch>
                  <a:fillRect l="-5682" r="-7955" b="-5085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21D1B47-1EB8-479B-E992-8BFE1E53E3ED}"/>
                  </a:ext>
                </a:extLst>
              </p:cNvPr>
              <p:cNvSpPr txBox="1"/>
              <p:nvPr/>
            </p:nvSpPr>
            <p:spPr>
              <a:xfrm>
                <a:off x="3459085" y="5799249"/>
                <a:ext cx="1672591" cy="3693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sSub>
                        <m:sSubPr>
                          <m:ctrlP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=−4</m:t>
                      </m:r>
                      <m:sSub>
                        <m:sSubPr>
                          <m:ctrlP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21D1B47-1EB8-479B-E992-8BFE1E53E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9085" y="5799249"/>
                <a:ext cx="1672591" cy="369332"/>
              </a:xfrm>
              <a:prstGeom prst="rect">
                <a:avLst/>
              </a:prstGeom>
              <a:blipFill>
                <a:blip r:embed="rId16"/>
                <a:stretch>
                  <a:fillRect l="-3008" b="-13333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5B51999-065F-54F2-18FD-F4DE3C71E3FD}"/>
                  </a:ext>
                </a:extLst>
              </p:cNvPr>
              <p:cNvSpPr txBox="1"/>
              <p:nvPr/>
            </p:nvSpPr>
            <p:spPr>
              <a:xfrm>
                <a:off x="5280897" y="5799249"/>
                <a:ext cx="1390545" cy="3693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5B51999-065F-54F2-18FD-F4DE3C71E3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0897" y="5799249"/>
                <a:ext cx="1390545" cy="369332"/>
              </a:xfrm>
              <a:prstGeom prst="rect">
                <a:avLst/>
              </a:prstGeom>
              <a:blipFill>
                <a:blip r:embed="rId17"/>
                <a:stretch>
                  <a:fillRect b="-13333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ED064B9-BE01-5528-783C-C1B9B1EA32B4}"/>
                  </a:ext>
                </a:extLst>
              </p:cNvPr>
              <p:cNvSpPr txBox="1"/>
              <p:nvPr/>
            </p:nvSpPr>
            <p:spPr>
              <a:xfrm>
                <a:off x="10070093" y="5391063"/>
                <a:ext cx="1532467" cy="705771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GB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ED064B9-BE01-5528-783C-C1B9B1EA3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0093" y="5391063"/>
                <a:ext cx="1532467" cy="705771"/>
              </a:xfrm>
              <a:prstGeom prst="rect">
                <a:avLst/>
              </a:prstGeom>
              <a:blipFill>
                <a:blip r:embed="rId18"/>
                <a:stretch>
                  <a:fillRect b="-5000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Graphic 21" descr="Badge 1 with solid fill">
            <a:extLst>
              <a:ext uri="{FF2B5EF4-FFF2-40B4-BE49-F238E27FC236}">
                <a16:creationId xmlns:a16="http://schemas.microsoft.com/office/drawing/2014/main" id="{CD833FED-DC65-34A6-BA6C-7A79CC8CC5B6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275882" y="1041868"/>
            <a:ext cx="446277" cy="446277"/>
          </a:xfrm>
          <a:prstGeom prst="rect">
            <a:avLst/>
          </a:prstGeom>
        </p:spPr>
      </p:pic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0CE1F81C-0513-A41E-C413-3795ABDA0C26}"/>
              </a:ext>
            </a:extLst>
          </p:cNvPr>
          <p:cNvCxnSpPr>
            <a:cxnSpLocks/>
            <a:stCxn id="9" idx="3"/>
            <a:endCxn id="16" idx="0"/>
          </p:cNvCxnSpPr>
          <p:nvPr/>
        </p:nvCxnSpPr>
        <p:spPr>
          <a:xfrm flipV="1">
            <a:off x="2320158" y="5298506"/>
            <a:ext cx="1975222" cy="195438"/>
          </a:xfrm>
          <a:prstGeom prst="curvedConnector4">
            <a:avLst>
              <a:gd name="adj1" fmla="val 27186"/>
              <a:gd name="adj2" fmla="val 216968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urved Connector 23">
            <a:extLst>
              <a:ext uri="{FF2B5EF4-FFF2-40B4-BE49-F238E27FC236}">
                <a16:creationId xmlns:a16="http://schemas.microsoft.com/office/drawing/2014/main" id="{8AB3063A-9150-1344-74F8-5A18FA4F3B9E}"/>
              </a:ext>
            </a:extLst>
          </p:cNvPr>
          <p:cNvCxnSpPr>
            <a:cxnSpLocks/>
            <a:stCxn id="10" idx="3"/>
            <a:endCxn id="19" idx="2"/>
          </p:cNvCxnSpPr>
          <p:nvPr/>
        </p:nvCxnSpPr>
        <p:spPr>
          <a:xfrm>
            <a:off x="2320157" y="6010410"/>
            <a:ext cx="1975224" cy="158171"/>
          </a:xfrm>
          <a:prstGeom prst="curvedConnector4">
            <a:avLst>
              <a:gd name="adj1" fmla="val 28830"/>
              <a:gd name="adj2" fmla="val 244527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3734B512-B6E2-A7FD-5998-06E179B48FE3}"/>
              </a:ext>
            </a:extLst>
          </p:cNvPr>
          <p:cNvCxnSpPr>
            <a:cxnSpLocks/>
            <a:stCxn id="19" idx="3"/>
            <a:endCxn id="20" idx="2"/>
          </p:cNvCxnSpPr>
          <p:nvPr/>
        </p:nvCxnSpPr>
        <p:spPr>
          <a:xfrm>
            <a:off x="5131676" y="5983915"/>
            <a:ext cx="844494" cy="184666"/>
          </a:xfrm>
          <a:prstGeom prst="curvedConnector4">
            <a:avLst>
              <a:gd name="adj1" fmla="val 8835"/>
              <a:gd name="adj2" fmla="val 223791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urved Connector 25">
            <a:extLst>
              <a:ext uri="{FF2B5EF4-FFF2-40B4-BE49-F238E27FC236}">
                <a16:creationId xmlns:a16="http://schemas.microsoft.com/office/drawing/2014/main" id="{C2D1679D-B2C4-7508-A157-89F30348B97F}"/>
              </a:ext>
            </a:extLst>
          </p:cNvPr>
          <p:cNvCxnSpPr>
            <a:cxnSpLocks/>
            <a:stCxn id="16" idx="3"/>
            <a:endCxn id="17" idx="0"/>
          </p:cNvCxnSpPr>
          <p:nvPr/>
        </p:nvCxnSpPr>
        <p:spPr>
          <a:xfrm flipV="1">
            <a:off x="5196641" y="5297978"/>
            <a:ext cx="779529" cy="185194"/>
          </a:xfrm>
          <a:prstGeom prst="curvedConnector4">
            <a:avLst>
              <a:gd name="adj1" fmla="val 5404"/>
              <a:gd name="adj2" fmla="val 223438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urved Connector 26">
            <a:extLst>
              <a:ext uri="{FF2B5EF4-FFF2-40B4-BE49-F238E27FC236}">
                <a16:creationId xmlns:a16="http://schemas.microsoft.com/office/drawing/2014/main" id="{A63A6F6F-10B8-EAFE-685B-F1462D343847}"/>
              </a:ext>
            </a:extLst>
          </p:cNvPr>
          <p:cNvCxnSpPr>
            <a:cxnSpLocks/>
            <a:stCxn id="17" idx="3"/>
            <a:endCxn id="18" idx="0"/>
          </p:cNvCxnSpPr>
          <p:nvPr/>
        </p:nvCxnSpPr>
        <p:spPr>
          <a:xfrm flipV="1">
            <a:off x="6671442" y="5320050"/>
            <a:ext cx="1708969" cy="162594"/>
          </a:xfrm>
          <a:prstGeom prst="curvedConnector4">
            <a:avLst>
              <a:gd name="adj1" fmla="val 33886"/>
              <a:gd name="adj2" fmla="val 254171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urved Connector 27">
            <a:extLst>
              <a:ext uri="{FF2B5EF4-FFF2-40B4-BE49-F238E27FC236}">
                <a16:creationId xmlns:a16="http://schemas.microsoft.com/office/drawing/2014/main" id="{9DA846F2-C123-707D-8738-79244709ABC1}"/>
              </a:ext>
            </a:extLst>
          </p:cNvPr>
          <p:cNvCxnSpPr>
            <a:cxnSpLocks/>
            <a:stCxn id="20" idx="3"/>
            <a:endCxn id="18" idx="2"/>
          </p:cNvCxnSpPr>
          <p:nvPr/>
        </p:nvCxnSpPr>
        <p:spPr>
          <a:xfrm>
            <a:off x="6671442" y="5983915"/>
            <a:ext cx="1708969" cy="74799"/>
          </a:xfrm>
          <a:prstGeom prst="curvedConnector4">
            <a:avLst>
              <a:gd name="adj1" fmla="val 33886"/>
              <a:gd name="adj2" fmla="val 405619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DE3F8129-F44F-38A8-ACD1-E5543B3A1D35}"/>
              </a:ext>
            </a:extLst>
          </p:cNvPr>
          <p:cNvCxnSpPr>
            <a:cxnSpLocks/>
            <a:stCxn id="18" idx="3"/>
            <a:endCxn id="21" idx="0"/>
          </p:cNvCxnSpPr>
          <p:nvPr/>
        </p:nvCxnSpPr>
        <p:spPr>
          <a:xfrm flipV="1">
            <a:off x="8931165" y="5391063"/>
            <a:ext cx="1905162" cy="298319"/>
          </a:xfrm>
          <a:prstGeom prst="curvedConnector4">
            <a:avLst>
              <a:gd name="adj1" fmla="val 29891"/>
              <a:gd name="adj2" fmla="val 200434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7311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  <p:bldP spid="10" grpId="0"/>
      <p:bldP spid="16" grpId="0"/>
      <p:bldP spid="17" grpId="0"/>
      <p:bldP spid="18" grpId="0"/>
      <p:bldP spid="19" grpId="0"/>
      <p:bldP spid="20" grpId="0"/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B428C-BE6F-5496-E87B-B9E33BA0B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1D115-7790-67A6-2D19-A4FED12F7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the eigenvectors </a:t>
            </a:r>
          </a:p>
        </p:txBody>
      </p:sp>
      <p:pic>
        <p:nvPicPr>
          <p:cNvPr id="5" name="Graphic 4" descr="Badge 1 with solid fill">
            <a:extLst>
              <a:ext uri="{FF2B5EF4-FFF2-40B4-BE49-F238E27FC236}">
                <a16:creationId xmlns:a16="http://schemas.microsoft.com/office/drawing/2014/main" id="{14B139D7-1BC7-BF6A-21F4-2F39CCA805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3738" y="1988033"/>
            <a:ext cx="446277" cy="4462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68F70D3-C9E2-F677-4A50-8890234BD3AA}"/>
                  </a:ext>
                </a:extLst>
              </p:cNvPr>
              <p:cNvSpPr txBox="1"/>
              <p:nvPr/>
            </p:nvSpPr>
            <p:spPr>
              <a:xfrm>
                <a:off x="838200" y="1981159"/>
                <a:ext cx="2734559" cy="461665"/>
              </a:xfrm>
              <a:prstGeom prst="rect">
                <a:avLst/>
              </a:prstGeom>
              <a:noFill/>
              <a:ln w="38100">
                <a:solidFill>
                  <a:srgbClr val="0070C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3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PH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l-GR" sz="3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PH" sz="3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PH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PH" sz="3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3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68F70D3-C9E2-F677-4A50-8890234BD3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81159"/>
                <a:ext cx="2734559" cy="461665"/>
              </a:xfrm>
              <a:prstGeom prst="rect">
                <a:avLst/>
              </a:prstGeom>
              <a:blipFill>
                <a:blip r:embed="rId4"/>
                <a:stretch>
                  <a:fillRect b="-30000"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CD119E8-00BD-4DCC-B0AA-E443964C6D9C}"/>
                  </a:ext>
                </a:extLst>
              </p:cNvPr>
              <p:cNvSpPr txBox="1"/>
              <p:nvPr/>
            </p:nvSpPr>
            <p:spPr>
              <a:xfrm>
                <a:off x="523852" y="2998945"/>
                <a:ext cx="4357724" cy="615553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PH" sz="2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l-GR" sz="2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PH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CD119E8-00BD-4DCC-B0AA-E443964C6D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852" y="2998945"/>
                <a:ext cx="4357724" cy="615553"/>
              </a:xfrm>
              <a:prstGeom prst="rect">
                <a:avLst/>
              </a:prstGeom>
              <a:blipFill>
                <a:blip r:embed="rId5"/>
                <a:stretch>
                  <a:fillRect b="-16327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490C3FC-5DA0-83BC-9CF3-4E01151474ED}"/>
                  </a:ext>
                </a:extLst>
              </p:cNvPr>
              <p:cNvSpPr txBox="1"/>
              <p:nvPr/>
            </p:nvSpPr>
            <p:spPr>
              <a:xfrm>
                <a:off x="523852" y="3885514"/>
                <a:ext cx="4126162" cy="64767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PH" sz="2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l-GR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l-GR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PH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490C3FC-5DA0-83BC-9CF3-4E0115147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852" y="3885514"/>
                <a:ext cx="4126162" cy="647678"/>
              </a:xfrm>
              <a:prstGeom prst="rect">
                <a:avLst/>
              </a:prstGeom>
              <a:blipFill>
                <a:blip r:embed="rId6"/>
                <a:stretch>
                  <a:fillRect t="-1887" b="-13208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C37480D-4337-03BB-27DD-37234B1B74BA}"/>
                  </a:ext>
                </a:extLst>
              </p:cNvPr>
              <p:cNvSpPr txBox="1"/>
              <p:nvPr/>
            </p:nvSpPr>
            <p:spPr>
              <a:xfrm>
                <a:off x="278255" y="4712835"/>
                <a:ext cx="4456103" cy="61581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PH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C37480D-4337-03BB-27DD-37234B1B74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255" y="4712835"/>
                <a:ext cx="4456103" cy="615810"/>
              </a:xfrm>
              <a:prstGeom prst="rect">
                <a:avLst/>
              </a:prstGeom>
              <a:blipFill>
                <a:blip r:embed="rId7"/>
                <a:stretch>
                  <a:fillRect b="-16327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9B2D0AB-5985-D613-CAC6-2B7F4F3E0A65}"/>
                  </a:ext>
                </a:extLst>
              </p:cNvPr>
              <p:cNvSpPr txBox="1"/>
              <p:nvPr/>
            </p:nvSpPr>
            <p:spPr>
              <a:xfrm>
                <a:off x="9883746" y="2557194"/>
                <a:ext cx="1532467" cy="430887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GB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9B2D0AB-5985-D613-CAC6-2B7F4F3E0A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746" y="2557194"/>
                <a:ext cx="1532467" cy="430887"/>
              </a:xfrm>
              <a:prstGeom prst="rect">
                <a:avLst/>
              </a:prstGeom>
              <a:blipFill>
                <a:blip r:embed="rId8"/>
                <a:stretch>
                  <a:fillRect b="-10526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4742E5B-DAFA-AC8F-1D99-819A12F92871}"/>
                  </a:ext>
                </a:extLst>
              </p:cNvPr>
              <p:cNvSpPr txBox="1"/>
              <p:nvPr/>
            </p:nvSpPr>
            <p:spPr>
              <a:xfrm>
                <a:off x="9857836" y="767129"/>
                <a:ext cx="2192867" cy="714106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4742E5B-DAFA-AC8F-1D99-819A12F928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7836" y="767129"/>
                <a:ext cx="2192867" cy="714106"/>
              </a:xfrm>
              <a:prstGeom prst="rect">
                <a:avLst/>
              </a:prstGeom>
              <a:blipFill>
                <a:blip r:embed="rId9"/>
                <a:stretch>
                  <a:fillRect b="-11667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AC1E678-AFD3-DDB6-FDBD-1E39B31ED589}"/>
                  </a:ext>
                </a:extLst>
              </p:cNvPr>
              <p:cNvSpPr txBox="1"/>
              <p:nvPr/>
            </p:nvSpPr>
            <p:spPr>
              <a:xfrm>
                <a:off x="9883746" y="1608912"/>
                <a:ext cx="1532466" cy="810415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AC1E678-AFD3-DDB6-FDBD-1E39B31ED5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746" y="1608912"/>
                <a:ext cx="1532466" cy="810415"/>
              </a:xfrm>
              <a:prstGeom prst="rect">
                <a:avLst/>
              </a:prstGeom>
              <a:blipFill>
                <a:blip r:embed="rId10"/>
                <a:stretch>
                  <a:fillRect b="-1493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E61C8B9-BFC6-D5B7-E1C4-B198C07C9DE1}"/>
                  </a:ext>
                </a:extLst>
              </p:cNvPr>
              <p:cNvSpPr txBox="1"/>
              <p:nvPr/>
            </p:nvSpPr>
            <p:spPr>
              <a:xfrm>
                <a:off x="455673" y="5631529"/>
                <a:ext cx="3281522" cy="615553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PH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E61C8B9-BFC6-D5B7-E1C4-B198C07C9D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673" y="5631529"/>
                <a:ext cx="3281522" cy="615553"/>
              </a:xfrm>
              <a:prstGeom prst="rect">
                <a:avLst/>
              </a:prstGeom>
              <a:blipFill>
                <a:blip r:embed="rId11"/>
                <a:stretch>
                  <a:fillRect b="-1600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FA69228-F161-F4F7-72D1-77797D8178A1}"/>
                  </a:ext>
                </a:extLst>
              </p:cNvPr>
              <p:cNvSpPr txBox="1"/>
              <p:nvPr/>
            </p:nvSpPr>
            <p:spPr>
              <a:xfrm>
                <a:off x="5254441" y="1910863"/>
                <a:ext cx="2947623" cy="646331"/>
              </a:xfrm>
              <a:prstGeom prst="rect">
                <a:avLst/>
              </a:prstGeom>
              <a:noFill/>
              <a:ln w="38100">
                <a:solidFill>
                  <a:srgbClr val="00B0F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GB" sz="1800" dirty="0">
                    <a:solidFill>
                      <a:schemeClr val="bg1"/>
                    </a:solidFill>
                  </a:rPr>
                  <a:t>Plug in the identity matrix </a:t>
                </a:r>
                <a14:m>
                  <m:oMath xmlns:m="http://schemas.openxmlformats.org/officeDocument/2006/math">
                    <m:r>
                      <a:rPr lang="en-PH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 and covariance matrix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FA69228-F161-F4F7-72D1-77797D817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4441" y="1910863"/>
                <a:ext cx="2947623" cy="646331"/>
              </a:xfrm>
              <a:prstGeom prst="rect">
                <a:avLst/>
              </a:prstGeom>
              <a:blipFill>
                <a:blip r:embed="rId12"/>
                <a:stretch>
                  <a:fillRect l="-1271" b="-10909"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01BAAF42-DFF9-8E09-E33C-3F972CF8D741}"/>
              </a:ext>
            </a:extLst>
          </p:cNvPr>
          <p:cNvSpPr txBox="1"/>
          <p:nvPr/>
        </p:nvSpPr>
        <p:spPr>
          <a:xfrm>
            <a:off x="5707887" y="3122055"/>
            <a:ext cx="3722065" cy="36933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Perform scalar matrix multiplication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ED43A6-E1B3-74B5-89A6-28EE0CD60B5A}"/>
              </a:ext>
            </a:extLst>
          </p:cNvPr>
          <p:cNvSpPr txBox="1"/>
          <p:nvPr/>
        </p:nvSpPr>
        <p:spPr>
          <a:xfrm>
            <a:off x="5240853" y="4876745"/>
            <a:ext cx="1988551" cy="36933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Subtract matrices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B35374-6C1A-9AE4-E151-F18394BBB74D}"/>
              </a:ext>
            </a:extLst>
          </p:cNvPr>
          <p:cNvSpPr txBox="1"/>
          <p:nvPr/>
        </p:nvSpPr>
        <p:spPr>
          <a:xfrm>
            <a:off x="5240852" y="3965184"/>
            <a:ext cx="4189100" cy="36933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Replace lambda with the first eigenvalue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8450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  <p:bldP spid="11" grpId="0"/>
      <p:bldP spid="18" grpId="0" build="allAtOnce"/>
      <p:bldP spid="19" grpId="0" animBg="1"/>
      <p:bldP spid="20" grpId="0" animBg="1"/>
      <p:bldP spid="21" grpId="0" animBg="1"/>
      <p:bldP spid="2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E3466-B2B4-7E47-F649-E5621546A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F0D9C-073D-1421-7678-82E5B21D7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the eigenvectors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92D283E-A583-B264-6373-6E7EA8A4BEC7}"/>
                  </a:ext>
                </a:extLst>
              </p:cNvPr>
              <p:cNvSpPr txBox="1"/>
              <p:nvPr/>
            </p:nvSpPr>
            <p:spPr>
              <a:xfrm>
                <a:off x="9857836" y="767129"/>
                <a:ext cx="2192867" cy="714106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92D283E-A583-B264-6373-6E7EA8A4BE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7836" y="767129"/>
                <a:ext cx="2192867" cy="714106"/>
              </a:xfrm>
              <a:prstGeom prst="rect">
                <a:avLst/>
              </a:prstGeom>
              <a:blipFill>
                <a:blip r:embed="rId2"/>
                <a:stretch>
                  <a:fillRect b="-11667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A75A80E-3AD7-276A-695B-581001DDC75B}"/>
                  </a:ext>
                </a:extLst>
              </p:cNvPr>
              <p:cNvSpPr txBox="1"/>
              <p:nvPr/>
            </p:nvSpPr>
            <p:spPr>
              <a:xfrm>
                <a:off x="9883746" y="1608912"/>
                <a:ext cx="1532466" cy="810415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A75A80E-3AD7-276A-695B-581001DDC7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746" y="1608912"/>
                <a:ext cx="1532466" cy="810415"/>
              </a:xfrm>
              <a:prstGeom prst="rect">
                <a:avLst/>
              </a:prstGeom>
              <a:blipFill>
                <a:blip r:embed="rId3"/>
                <a:stretch>
                  <a:fillRect b="-1493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DB58BDE-6179-DEEE-C88F-CD3B243764C9}"/>
                  </a:ext>
                </a:extLst>
              </p:cNvPr>
              <p:cNvSpPr txBox="1"/>
              <p:nvPr/>
            </p:nvSpPr>
            <p:spPr>
              <a:xfrm>
                <a:off x="455673" y="2111550"/>
                <a:ext cx="3281522" cy="615553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PH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DB58BDE-6179-DEEE-C88F-CD3B243764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673" y="2111550"/>
                <a:ext cx="3281522" cy="615553"/>
              </a:xfrm>
              <a:prstGeom prst="rect">
                <a:avLst/>
              </a:prstGeom>
              <a:blipFill>
                <a:blip r:embed="rId4"/>
                <a:stretch>
                  <a:fillRect b="-16327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97A5025-F6C5-B17B-8E54-4CE214967F3D}"/>
                  </a:ext>
                </a:extLst>
              </p:cNvPr>
              <p:cNvSpPr txBox="1"/>
              <p:nvPr/>
            </p:nvSpPr>
            <p:spPr>
              <a:xfrm>
                <a:off x="495984" y="3737058"/>
                <a:ext cx="3070275" cy="84112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  <m:sSub>
                                <m:sSubPr>
                                  <m:ctrlP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  <m:e>
                              <m: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  <m:r>
                                <m:rPr>
                                  <m:nor/>
                                </m:rPr>
                                <a:rPr lang="en-PH" sz="3200" dirty="0">
                                  <a:solidFill>
                                    <a:schemeClr val="bg1"/>
                                  </a:solidFill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97A5025-F6C5-B17B-8E54-4CE214967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984" y="3737058"/>
                <a:ext cx="3070275" cy="841128"/>
              </a:xfrm>
              <a:prstGeom prst="rect">
                <a:avLst/>
              </a:prstGeom>
              <a:blipFill>
                <a:blip r:embed="rId5"/>
                <a:stretch>
                  <a:fillRect t="-4478" b="-28358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9E2EFA9-0C44-FF8D-1848-A54D23FB3E24}"/>
                  </a:ext>
                </a:extLst>
              </p:cNvPr>
              <p:cNvSpPr txBox="1"/>
              <p:nvPr/>
            </p:nvSpPr>
            <p:spPr>
              <a:xfrm>
                <a:off x="10315190" y="3829615"/>
                <a:ext cx="1532467" cy="705771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GB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9E2EFA9-0C44-FF8D-1848-A54D23FB3E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5190" y="3829615"/>
                <a:ext cx="1532467" cy="705771"/>
              </a:xfrm>
              <a:prstGeom prst="rect">
                <a:avLst/>
              </a:prstGeom>
              <a:blipFill>
                <a:blip r:embed="rId6"/>
                <a:stretch>
                  <a:fillRect b="-5085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5FFB7FF5-0218-9774-0ABA-34C9E87CC59E}"/>
              </a:ext>
            </a:extLst>
          </p:cNvPr>
          <p:cNvCxnSpPr>
            <a:cxnSpLocks/>
            <a:stCxn id="3" idx="3"/>
            <a:endCxn id="41" idx="0"/>
          </p:cNvCxnSpPr>
          <p:nvPr/>
        </p:nvCxnSpPr>
        <p:spPr>
          <a:xfrm flipV="1">
            <a:off x="3566259" y="3750948"/>
            <a:ext cx="1860598" cy="406674"/>
          </a:xfrm>
          <a:prstGeom prst="curvedConnector4">
            <a:avLst>
              <a:gd name="adj1" fmla="val 14800"/>
              <a:gd name="adj2" fmla="val 159628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urved Connector 30">
            <a:extLst>
              <a:ext uri="{FF2B5EF4-FFF2-40B4-BE49-F238E27FC236}">
                <a16:creationId xmlns:a16="http://schemas.microsoft.com/office/drawing/2014/main" id="{26A1EACA-663A-A10F-3C51-C35D787E2BF1}"/>
              </a:ext>
            </a:extLst>
          </p:cNvPr>
          <p:cNvCxnSpPr>
            <a:cxnSpLocks/>
            <a:endCxn id="24" idx="0"/>
          </p:cNvCxnSpPr>
          <p:nvPr/>
        </p:nvCxnSpPr>
        <p:spPr>
          <a:xfrm flipV="1">
            <a:off x="9176262" y="3829615"/>
            <a:ext cx="1905162" cy="298319"/>
          </a:xfrm>
          <a:prstGeom prst="curvedConnector4">
            <a:avLst>
              <a:gd name="adj1" fmla="val 29891"/>
              <a:gd name="adj2" fmla="val 200434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0E3FF32-6BFB-64F0-ACAD-1295A486EAA5}"/>
              </a:ext>
            </a:extLst>
          </p:cNvPr>
          <p:cNvSpPr txBox="1"/>
          <p:nvPr/>
        </p:nvSpPr>
        <p:spPr>
          <a:xfrm>
            <a:off x="4315968" y="2169897"/>
            <a:ext cx="2707106" cy="36933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Multiply the two matrices</a:t>
            </a:r>
            <a:endParaRPr lang="en-US" sz="1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023F45A-218F-46C7-852D-CF560BBD5EBB}"/>
                  </a:ext>
                </a:extLst>
              </p:cNvPr>
              <p:cNvSpPr txBox="1"/>
              <p:nvPr/>
            </p:nvSpPr>
            <p:spPr>
              <a:xfrm>
                <a:off x="4117012" y="3750948"/>
                <a:ext cx="2619689" cy="84112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PH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PH" sz="3600" dirty="0">
                                  <a:solidFill>
                                    <a:schemeClr val="bg1"/>
                                  </a:solidFill>
                                </a:rPr>
                                <m:t> </m:t>
                              </m:r>
                            </m:e>
                            <m:e>
                              <m: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PH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PH" sz="3600" dirty="0">
                                  <a:solidFill>
                                    <a:schemeClr val="bg1"/>
                                  </a:solidFill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023F45A-218F-46C7-852D-CF560BBD5E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012" y="3750948"/>
                <a:ext cx="2619689" cy="841128"/>
              </a:xfrm>
              <a:prstGeom prst="rect">
                <a:avLst/>
              </a:prstGeom>
              <a:blipFill>
                <a:blip r:embed="rId7"/>
                <a:stretch>
                  <a:fillRect t="-26866" r="-483" b="-32836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618C3D2-DC85-23F6-ADBC-2292B94FD9D1}"/>
                  </a:ext>
                </a:extLst>
              </p:cNvPr>
              <p:cNvSpPr txBox="1"/>
              <p:nvPr/>
            </p:nvSpPr>
            <p:spPr>
              <a:xfrm>
                <a:off x="7160533" y="3792334"/>
                <a:ext cx="1837947" cy="703526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PH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PH" sz="3600" dirty="0">
                                  <a:solidFill>
                                    <a:schemeClr val="bg1"/>
                                  </a:solidFill>
                                </a:rPr>
                                <m:t>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PH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PH" sz="3600" dirty="0">
                                  <a:solidFill>
                                    <a:schemeClr val="bg1"/>
                                  </a:solidFill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618C3D2-DC85-23F6-ADBC-2292B94FD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0533" y="3792334"/>
                <a:ext cx="1837947" cy="703526"/>
              </a:xfrm>
              <a:prstGeom prst="rect">
                <a:avLst/>
              </a:prstGeom>
              <a:blipFill>
                <a:blip r:embed="rId8"/>
                <a:stretch>
                  <a:fillRect t="-40351" r="-13103" b="-38596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Curved Connector 43">
            <a:extLst>
              <a:ext uri="{FF2B5EF4-FFF2-40B4-BE49-F238E27FC236}">
                <a16:creationId xmlns:a16="http://schemas.microsoft.com/office/drawing/2014/main" id="{4ED3BBA4-78CD-B25D-C508-719A384D2890}"/>
              </a:ext>
            </a:extLst>
          </p:cNvPr>
          <p:cNvCxnSpPr>
            <a:cxnSpLocks/>
            <a:stCxn id="41" idx="3"/>
            <a:endCxn id="43" idx="2"/>
          </p:cNvCxnSpPr>
          <p:nvPr/>
        </p:nvCxnSpPr>
        <p:spPr>
          <a:xfrm>
            <a:off x="6736701" y="4171512"/>
            <a:ext cx="1342806" cy="324348"/>
          </a:xfrm>
          <a:prstGeom prst="curvedConnector4">
            <a:avLst>
              <a:gd name="adj1" fmla="val 15782"/>
              <a:gd name="adj2" fmla="val 17048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E29FCD8-C612-EB71-1ABA-C0D2C16FE46D}"/>
                  </a:ext>
                </a:extLst>
              </p:cNvPr>
              <p:cNvSpPr txBox="1"/>
              <p:nvPr/>
            </p:nvSpPr>
            <p:spPr>
              <a:xfrm>
                <a:off x="9883746" y="2557194"/>
                <a:ext cx="1532467" cy="430887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GB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E29FCD8-C612-EB71-1ABA-C0D2C16FE4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746" y="2557194"/>
                <a:ext cx="1532467" cy="430887"/>
              </a:xfrm>
              <a:prstGeom prst="rect">
                <a:avLst/>
              </a:prstGeom>
              <a:blipFill>
                <a:blip r:embed="rId9"/>
                <a:stretch>
                  <a:fillRect b="-10526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13828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4" grpId="0" animBg="1"/>
      <p:bldP spid="32" grpId="0" animBg="1"/>
      <p:bldP spid="41" grpId="0"/>
      <p:bldP spid="4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F8D61-B935-B9C3-5115-63E05C37A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if correct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9A992DB-E71D-903F-C659-E25EC3986D78}"/>
                  </a:ext>
                </a:extLst>
              </p:cNvPr>
              <p:cNvSpPr txBox="1"/>
              <p:nvPr/>
            </p:nvSpPr>
            <p:spPr>
              <a:xfrm>
                <a:off x="738563" y="2932192"/>
                <a:ext cx="2280171" cy="61446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9A992DB-E71D-903F-C659-E25EC3986D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563" y="2932192"/>
                <a:ext cx="2280171" cy="614464"/>
              </a:xfrm>
              <a:prstGeom prst="rect">
                <a:avLst/>
              </a:prstGeom>
              <a:blipFill>
                <a:blip r:embed="rId2"/>
                <a:stretch>
                  <a:fillRect t="-2000" b="-1400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47B7198-56E1-E65A-61C1-D6505C7D20EE}"/>
                  </a:ext>
                </a:extLst>
              </p:cNvPr>
              <p:cNvSpPr txBox="1"/>
              <p:nvPr/>
            </p:nvSpPr>
            <p:spPr>
              <a:xfrm>
                <a:off x="9810188" y="3783587"/>
                <a:ext cx="1532467" cy="430887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47B7198-56E1-E65A-61C1-D6505C7D2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0188" y="3783587"/>
                <a:ext cx="1532467" cy="430887"/>
              </a:xfrm>
              <a:prstGeom prst="rect">
                <a:avLst/>
              </a:prstGeom>
              <a:blipFill>
                <a:blip r:embed="rId3"/>
                <a:stretch>
                  <a:fillRect b="-7895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86152CE-AF36-3C3B-8E8B-6BCC963DDEF5}"/>
                  </a:ext>
                </a:extLst>
              </p:cNvPr>
              <p:cNvSpPr txBox="1"/>
              <p:nvPr/>
            </p:nvSpPr>
            <p:spPr>
              <a:xfrm>
                <a:off x="9810188" y="2705889"/>
                <a:ext cx="2192867" cy="716928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86152CE-AF36-3C3B-8E8B-6BCC963DDE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0188" y="2705889"/>
                <a:ext cx="2192867" cy="716928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5B6ED0F8-5A47-F2EF-B98E-903EBBD217F2}"/>
              </a:ext>
            </a:extLst>
          </p:cNvPr>
          <p:cNvCxnSpPr>
            <a:cxnSpLocks/>
            <a:stCxn id="22" idx="1"/>
            <a:endCxn id="25" idx="3"/>
          </p:cNvCxnSpPr>
          <p:nvPr/>
        </p:nvCxnSpPr>
        <p:spPr>
          <a:xfrm rot="10800000" flipV="1">
            <a:off x="3575563" y="4931268"/>
            <a:ext cx="6234625" cy="100885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4A3584EC-6779-B318-03E8-1343DB5D5FFE}"/>
              </a:ext>
            </a:extLst>
          </p:cNvPr>
          <p:cNvCxnSpPr>
            <a:cxnSpLocks/>
            <a:stCxn id="18" idx="1"/>
            <a:endCxn id="16" idx="3"/>
          </p:cNvCxnSpPr>
          <p:nvPr/>
        </p:nvCxnSpPr>
        <p:spPr>
          <a:xfrm rot="10800000" flipV="1">
            <a:off x="3018734" y="3064352"/>
            <a:ext cx="6791454" cy="175071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4BBC8DC-F1D9-6A3D-E297-D4B3EACECFCA}"/>
                  </a:ext>
                </a:extLst>
              </p:cNvPr>
              <p:cNvSpPr txBox="1"/>
              <p:nvPr/>
            </p:nvSpPr>
            <p:spPr>
              <a:xfrm>
                <a:off x="903131" y="1936448"/>
                <a:ext cx="2672431" cy="769441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5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l-GR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PH" sz="5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PH" sz="5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4BBC8DC-F1D9-6A3D-E297-D4B3EACECF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131" y="1936448"/>
                <a:ext cx="2672431" cy="769441"/>
              </a:xfrm>
              <a:prstGeom prst="rect">
                <a:avLst/>
              </a:prstGeom>
              <a:blipFill>
                <a:blip r:embed="rId5"/>
                <a:stretch>
                  <a:fillRect l="-5581" t="-7813" r="-2326" b="-31250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7E4F172-585D-1C27-CEF2-469D3A66E196}"/>
                  </a:ext>
                </a:extLst>
              </p:cNvPr>
              <p:cNvSpPr txBox="1"/>
              <p:nvPr/>
            </p:nvSpPr>
            <p:spPr>
              <a:xfrm>
                <a:off x="9810187" y="4578383"/>
                <a:ext cx="1606128" cy="705771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GB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7E4F172-585D-1C27-CEF2-469D3A66E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0187" y="4578383"/>
                <a:ext cx="1606128" cy="705771"/>
              </a:xfrm>
              <a:prstGeom prst="rect">
                <a:avLst/>
              </a:prstGeom>
              <a:blipFill>
                <a:blip r:embed="rId6"/>
                <a:stretch>
                  <a:fillRect b="-5085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F3C71B4-6F0B-AC61-479C-5D44A8188863}"/>
                  </a:ext>
                </a:extLst>
              </p:cNvPr>
              <p:cNvSpPr txBox="1"/>
              <p:nvPr/>
            </p:nvSpPr>
            <p:spPr>
              <a:xfrm>
                <a:off x="370998" y="5560322"/>
                <a:ext cx="2686639" cy="718466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4+4</m:t>
                              </m:r>
                            </m:e>
                            <m:e>
                              <m:r>
                                <a:rPr lang="en-GB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4+4</m:t>
                              </m:r>
                            </m:e>
                          </m:eqArr>
                        </m:e>
                      </m:d>
                      <m:r>
                        <a:rPr lang="en-PH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F3C71B4-6F0B-AC61-479C-5D44A8188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998" y="5560322"/>
                <a:ext cx="2686639" cy="718466"/>
              </a:xfrm>
              <a:prstGeom prst="rect">
                <a:avLst/>
              </a:prstGeom>
              <a:blipFill>
                <a:blip r:embed="rId7"/>
                <a:stretch>
                  <a:fillRect b="-15517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4769F31-A63B-5A54-6067-C571D8BAAC7D}"/>
                  </a:ext>
                </a:extLst>
              </p:cNvPr>
              <p:cNvSpPr txBox="1"/>
              <p:nvPr/>
            </p:nvSpPr>
            <p:spPr>
              <a:xfrm>
                <a:off x="801531" y="3874806"/>
                <a:ext cx="2154234" cy="61446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6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PH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4769F31-A63B-5A54-6067-C571D8BAAC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531" y="3874806"/>
                <a:ext cx="2154234" cy="614464"/>
              </a:xfrm>
              <a:prstGeom prst="rect">
                <a:avLst/>
              </a:prstGeom>
              <a:blipFill>
                <a:blip r:embed="rId8"/>
                <a:stretch>
                  <a:fillRect t="-4082" b="-14286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FE35BAA-4567-CE4D-1C7C-FA2A3F3C24DA}"/>
                  </a:ext>
                </a:extLst>
              </p:cNvPr>
              <p:cNvSpPr txBox="1"/>
              <p:nvPr/>
            </p:nvSpPr>
            <p:spPr>
              <a:xfrm>
                <a:off x="398358" y="4708155"/>
                <a:ext cx="3177204" cy="64799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  <m:r>
                        <a:rPr lang="en-PH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FE35BAA-4567-CE4D-1C7C-FA2A3F3C24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358" y="4708155"/>
                <a:ext cx="3177204" cy="647998"/>
              </a:xfrm>
              <a:prstGeom prst="rect">
                <a:avLst/>
              </a:prstGeom>
              <a:blipFill>
                <a:blip r:embed="rId9"/>
                <a:stretch>
                  <a:fillRect b="-19231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Curved Connector 25">
            <a:extLst>
              <a:ext uri="{FF2B5EF4-FFF2-40B4-BE49-F238E27FC236}">
                <a16:creationId xmlns:a16="http://schemas.microsoft.com/office/drawing/2014/main" id="{3406553E-08B1-F35B-086A-DC5781B87BC4}"/>
              </a:ext>
            </a:extLst>
          </p:cNvPr>
          <p:cNvCxnSpPr>
            <a:cxnSpLocks/>
            <a:stCxn id="17" idx="1"/>
            <a:endCxn id="24" idx="3"/>
          </p:cNvCxnSpPr>
          <p:nvPr/>
        </p:nvCxnSpPr>
        <p:spPr>
          <a:xfrm rot="10800000" flipV="1">
            <a:off x="2955766" y="3999030"/>
            <a:ext cx="6854423" cy="183007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8EF2A8E-5BF8-AD94-6602-A7DCC5546E09}"/>
                  </a:ext>
                </a:extLst>
              </p:cNvPr>
              <p:cNvSpPr txBox="1"/>
              <p:nvPr/>
            </p:nvSpPr>
            <p:spPr>
              <a:xfrm>
                <a:off x="3575562" y="5594145"/>
                <a:ext cx="1622374" cy="650819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eqArr>
                        </m:e>
                      </m:d>
                      <m:r>
                        <a:rPr lang="en-GB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8EF2A8E-5BF8-AD94-6602-A7DCC5546E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5562" y="5594145"/>
                <a:ext cx="1622374" cy="650819"/>
              </a:xfrm>
              <a:prstGeom prst="rect">
                <a:avLst/>
              </a:prstGeom>
              <a:blipFill>
                <a:blip r:embed="rId10"/>
                <a:stretch>
                  <a:fillRect t="-1852" b="-16667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9484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3" grpId="0"/>
      <p:bldP spid="24" grpId="0"/>
      <p:bldP spid="25" grpId="0"/>
      <p:bldP spid="2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1FE19-FBF2-3FED-FC8E-FDE8783A6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C24D4-FC47-9DB3-C7EA-1ED9BB90B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if correct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2FECE20-2D0E-6EAC-1AD6-A5D7164FE039}"/>
                  </a:ext>
                </a:extLst>
              </p:cNvPr>
              <p:cNvSpPr txBox="1"/>
              <p:nvPr/>
            </p:nvSpPr>
            <p:spPr>
              <a:xfrm>
                <a:off x="738563" y="2932192"/>
                <a:ext cx="2280171" cy="61446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2FECE20-2D0E-6EAC-1AD6-A5D7164FE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563" y="2932192"/>
                <a:ext cx="2280171" cy="614464"/>
              </a:xfrm>
              <a:prstGeom prst="rect">
                <a:avLst/>
              </a:prstGeom>
              <a:blipFill>
                <a:blip r:embed="rId2"/>
                <a:stretch>
                  <a:fillRect t="-2000" b="-1400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C3FCDAB-50FC-9C2A-1E65-A24A86BCDE97}"/>
                  </a:ext>
                </a:extLst>
              </p:cNvPr>
              <p:cNvSpPr txBox="1"/>
              <p:nvPr/>
            </p:nvSpPr>
            <p:spPr>
              <a:xfrm>
                <a:off x="9810188" y="3783587"/>
                <a:ext cx="1532467" cy="430887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GB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GB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C3FCDAB-50FC-9C2A-1E65-A24A86BCDE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0188" y="3783587"/>
                <a:ext cx="1532467" cy="430887"/>
              </a:xfrm>
              <a:prstGeom prst="rect">
                <a:avLst/>
              </a:prstGeom>
              <a:blipFill>
                <a:blip r:embed="rId3"/>
                <a:stretch>
                  <a:fillRect b="-7895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68E37F9-2201-6277-B820-5C83D0A9EDD3}"/>
                  </a:ext>
                </a:extLst>
              </p:cNvPr>
              <p:cNvSpPr txBox="1"/>
              <p:nvPr/>
            </p:nvSpPr>
            <p:spPr>
              <a:xfrm>
                <a:off x="9810188" y="2705889"/>
                <a:ext cx="2192867" cy="716928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68E37F9-2201-6277-B820-5C83D0A9ED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0188" y="2705889"/>
                <a:ext cx="2192867" cy="716928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29698FD5-0530-1E94-4AF2-76AFA5E2E81A}"/>
              </a:ext>
            </a:extLst>
          </p:cNvPr>
          <p:cNvCxnSpPr>
            <a:cxnSpLocks/>
            <a:stCxn id="22" idx="1"/>
            <a:endCxn id="25" idx="3"/>
          </p:cNvCxnSpPr>
          <p:nvPr/>
        </p:nvCxnSpPr>
        <p:spPr>
          <a:xfrm rot="10800000" flipV="1">
            <a:off x="3978735" y="4931268"/>
            <a:ext cx="5831452" cy="100885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367ECEBA-25D2-9694-1CA1-F572EDC4B7BF}"/>
              </a:ext>
            </a:extLst>
          </p:cNvPr>
          <p:cNvCxnSpPr>
            <a:cxnSpLocks/>
            <a:stCxn id="18" idx="1"/>
            <a:endCxn id="16" idx="3"/>
          </p:cNvCxnSpPr>
          <p:nvPr/>
        </p:nvCxnSpPr>
        <p:spPr>
          <a:xfrm rot="10800000" flipV="1">
            <a:off x="3018734" y="3064352"/>
            <a:ext cx="6791454" cy="175071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5E9395D-F654-90C0-CBBF-6526FC22DA39}"/>
                  </a:ext>
                </a:extLst>
              </p:cNvPr>
              <p:cNvSpPr txBox="1"/>
              <p:nvPr/>
            </p:nvSpPr>
            <p:spPr>
              <a:xfrm>
                <a:off x="903131" y="1936448"/>
                <a:ext cx="2672431" cy="769441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5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l-GR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PH" sz="5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PH" sz="5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5E9395D-F654-90C0-CBBF-6526FC22D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131" y="1936448"/>
                <a:ext cx="2672431" cy="769441"/>
              </a:xfrm>
              <a:prstGeom prst="rect">
                <a:avLst/>
              </a:prstGeom>
              <a:blipFill>
                <a:blip r:embed="rId5"/>
                <a:stretch>
                  <a:fillRect l="-5581" t="-7813" r="-2326" b="-31250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ED497F0-859D-D680-40CA-11F8EF4A13FA}"/>
                  </a:ext>
                </a:extLst>
              </p:cNvPr>
              <p:cNvSpPr txBox="1"/>
              <p:nvPr/>
            </p:nvSpPr>
            <p:spPr>
              <a:xfrm>
                <a:off x="9810187" y="4578383"/>
                <a:ext cx="1606128" cy="705771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GB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ED497F0-859D-D680-40CA-11F8EF4A13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0187" y="4578383"/>
                <a:ext cx="1606128" cy="705771"/>
              </a:xfrm>
              <a:prstGeom prst="rect">
                <a:avLst/>
              </a:prstGeom>
              <a:blipFill>
                <a:blip r:embed="rId6"/>
                <a:stretch>
                  <a:fillRect b="-5085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1B507B0-9624-47FD-DB30-145564DD9E52}"/>
                  </a:ext>
                </a:extLst>
              </p:cNvPr>
              <p:cNvSpPr txBox="1"/>
              <p:nvPr/>
            </p:nvSpPr>
            <p:spPr>
              <a:xfrm>
                <a:off x="370998" y="5560322"/>
                <a:ext cx="2686639" cy="72564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4−4</m:t>
                              </m:r>
                            </m:e>
                            <m:e>
                              <m:r>
                                <a:rPr lang="en-GB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4−4</m:t>
                              </m:r>
                            </m:e>
                          </m:eqArr>
                        </m:e>
                      </m:d>
                      <m:r>
                        <a:rPr lang="en-PH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1B507B0-9624-47FD-DB30-145564DD9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998" y="5560322"/>
                <a:ext cx="2686639" cy="725648"/>
              </a:xfrm>
              <a:prstGeom prst="rect">
                <a:avLst/>
              </a:prstGeom>
              <a:blipFill>
                <a:blip r:embed="rId7"/>
                <a:stretch>
                  <a:fillRect t="-1724" b="-15517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BD64562-6BAF-8AF2-5879-2DA5578734CE}"/>
                  </a:ext>
                </a:extLst>
              </p:cNvPr>
              <p:cNvSpPr txBox="1"/>
              <p:nvPr/>
            </p:nvSpPr>
            <p:spPr>
              <a:xfrm>
                <a:off x="801531" y="3874806"/>
                <a:ext cx="2154234" cy="61446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6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PH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BD64562-6BAF-8AF2-5879-2DA5578734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531" y="3874806"/>
                <a:ext cx="2154234" cy="614464"/>
              </a:xfrm>
              <a:prstGeom prst="rect">
                <a:avLst/>
              </a:prstGeom>
              <a:blipFill>
                <a:blip r:embed="rId8"/>
                <a:stretch>
                  <a:fillRect t="-4082" b="-14286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E4E5F5F-D8D5-9F89-A5B7-957EBB95783F}"/>
                  </a:ext>
                </a:extLst>
              </p:cNvPr>
              <p:cNvSpPr txBox="1"/>
              <p:nvPr/>
            </p:nvSpPr>
            <p:spPr>
              <a:xfrm>
                <a:off x="801531" y="4708155"/>
                <a:ext cx="3177204" cy="64799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eqArr>
                        </m:e>
                      </m:d>
                      <m:r>
                        <a:rPr lang="en-PH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E4E5F5F-D8D5-9F89-A5B7-957EBB9578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531" y="4708155"/>
                <a:ext cx="3177204" cy="647998"/>
              </a:xfrm>
              <a:prstGeom prst="rect">
                <a:avLst/>
              </a:prstGeom>
              <a:blipFill>
                <a:blip r:embed="rId9"/>
                <a:stretch>
                  <a:fillRect b="-19231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Curved Connector 25">
            <a:extLst>
              <a:ext uri="{FF2B5EF4-FFF2-40B4-BE49-F238E27FC236}">
                <a16:creationId xmlns:a16="http://schemas.microsoft.com/office/drawing/2014/main" id="{EEBA7588-7286-620E-543A-62588ED88AFE}"/>
              </a:ext>
            </a:extLst>
          </p:cNvPr>
          <p:cNvCxnSpPr>
            <a:cxnSpLocks/>
            <a:stCxn id="17" idx="1"/>
            <a:endCxn id="24" idx="3"/>
          </p:cNvCxnSpPr>
          <p:nvPr/>
        </p:nvCxnSpPr>
        <p:spPr>
          <a:xfrm rot="10800000" flipV="1">
            <a:off x="2955766" y="3999030"/>
            <a:ext cx="6854423" cy="183007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9B0252C-D91E-033E-DCC2-614D0146AFAC}"/>
                  </a:ext>
                </a:extLst>
              </p:cNvPr>
              <p:cNvSpPr txBox="1"/>
              <p:nvPr/>
            </p:nvSpPr>
            <p:spPr>
              <a:xfrm>
                <a:off x="3575562" y="5594145"/>
                <a:ext cx="1622374" cy="615810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  <m:r>
                        <a:rPr lang="en-GB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9B0252C-D91E-033E-DCC2-614D0146AF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5562" y="5594145"/>
                <a:ext cx="1622374" cy="615810"/>
              </a:xfrm>
              <a:prstGeom prst="rect">
                <a:avLst/>
              </a:prstGeom>
              <a:blipFill>
                <a:blip r:embed="rId10"/>
                <a:stretch>
                  <a:fillRect b="-11538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6286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3" grpId="0"/>
      <p:bldP spid="24" grpId="0"/>
      <p:bldP spid="25" grpId="0"/>
      <p:bldP spid="2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463A9-95A1-4F5F-CD04-4AD5733B9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D857E-98D0-4920-0742-6453F039A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the Data Along the Principal Component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EFB1B82-97B7-3329-FDAD-4F9ACD7A3F07}"/>
                  </a:ext>
                </a:extLst>
              </p:cNvPr>
              <p:cNvSpPr txBox="1"/>
              <p:nvPr/>
            </p:nvSpPr>
            <p:spPr>
              <a:xfrm>
                <a:off x="3726628" y="2706805"/>
                <a:ext cx="1532467" cy="430887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EFB1B82-97B7-3329-FDAD-4F9ACD7A3F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6628" y="2706805"/>
                <a:ext cx="1532467" cy="430887"/>
              </a:xfrm>
              <a:prstGeom prst="rect">
                <a:avLst/>
              </a:prstGeom>
              <a:blipFill>
                <a:blip r:embed="rId2"/>
                <a:stretch>
                  <a:fillRect b="-10526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0AD7B9B-7A38-2EB1-FB14-22EE332EA086}"/>
                  </a:ext>
                </a:extLst>
              </p:cNvPr>
              <p:cNvSpPr txBox="1"/>
              <p:nvPr/>
            </p:nvSpPr>
            <p:spPr>
              <a:xfrm>
                <a:off x="3726627" y="3501601"/>
                <a:ext cx="1606128" cy="705771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GB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0AD7B9B-7A38-2EB1-FB14-22EE332EA0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6627" y="3501601"/>
                <a:ext cx="1606128" cy="705771"/>
              </a:xfrm>
              <a:prstGeom prst="rect">
                <a:avLst/>
              </a:prstGeom>
              <a:blipFill>
                <a:blip r:embed="rId3"/>
                <a:stretch>
                  <a:fillRect b="-5085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374EF52-84C3-F829-FA83-9C9A1785DC3A}"/>
              </a:ext>
            </a:extLst>
          </p:cNvPr>
          <p:cNvSpPr txBox="1"/>
          <p:nvPr/>
        </p:nvSpPr>
        <p:spPr>
          <a:xfrm>
            <a:off x="2709851" y="4910710"/>
            <a:ext cx="5459791" cy="1200329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We can see that our first principal component  has a larger eigenvalue that the second principal component, we will use this because it has the highest maximum variance</a:t>
            </a:r>
            <a:endParaRPr lang="en-US" sz="1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4056142-1391-E2DC-DDFB-FC9B0366575A}"/>
                  </a:ext>
                </a:extLst>
              </p:cNvPr>
              <p:cNvSpPr txBox="1"/>
              <p:nvPr/>
            </p:nvSpPr>
            <p:spPr>
              <a:xfrm>
                <a:off x="7430882" y="2744400"/>
                <a:ext cx="1532467" cy="430887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GB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GB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4056142-1391-E2DC-DDFB-FC9B036657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0882" y="2744400"/>
                <a:ext cx="1532467" cy="430887"/>
              </a:xfrm>
              <a:prstGeom prst="rect">
                <a:avLst/>
              </a:prstGeom>
              <a:blipFill>
                <a:blip r:embed="rId4"/>
                <a:stretch>
                  <a:fillRect b="-7895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AD5F241-58CE-0482-0C1B-32C77D6759C3}"/>
                  </a:ext>
                </a:extLst>
              </p:cNvPr>
              <p:cNvSpPr txBox="1"/>
              <p:nvPr/>
            </p:nvSpPr>
            <p:spPr>
              <a:xfrm>
                <a:off x="7430882" y="3501601"/>
                <a:ext cx="1606128" cy="705771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GB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AD5F241-58CE-0482-0C1B-32C77D6759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0882" y="3501601"/>
                <a:ext cx="1606128" cy="705771"/>
              </a:xfrm>
              <a:prstGeom prst="rect">
                <a:avLst/>
              </a:prstGeom>
              <a:blipFill>
                <a:blip r:embed="rId5"/>
                <a:stretch>
                  <a:fillRect b="-5085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8099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3C7FE-A4E0-C1A3-36C9-1FCB20515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CB56E-49B6-78E0-EFF4-8CD9E4204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the Data Along the Principal Component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1FC507A-542A-4B10-8A8F-7DB0B8067187}"/>
                  </a:ext>
                </a:extLst>
              </p:cNvPr>
              <p:cNvSpPr txBox="1"/>
              <p:nvPr/>
            </p:nvSpPr>
            <p:spPr>
              <a:xfrm>
                <a:off x="9810188" y="2313513"/>
                <a:ext cx="1532467" cy="430887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1FC507A-542A-4B10-8A8F-7DB0B80671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0188" y="2313513"/>
                <a:ext cx="1532467" cy="430887"/>
              </a:xfrm>
              <a:prstGeom prst="rect">
                <a:avLst/>
              </a:prstGeom>
              <a:blipFill>
                <a:blip r:embed="rId2"/>
                <a:stretch>
                  <a:fillRect b="-10526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C1B9312-A2C2-2A3E-CC76-705E934EB1BF}"/>
                  </a:ext>
                </a:extLst>
              </p:cNvPr>
              <p:cNvSpPr txBox="1"/>
              <p:nvPr/>
            </p:nvSpPr>
            <p:spPr>
              <a:xfrm>
                <a:off x="9810187" y="3108309"/>
                <a:ext cx="1606128" cy="705771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GB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C1B9312-A2C2-2A3E-CC76-705E934EB1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0187" y="3108309"/>
                <a:ext cx="1606128" cy="705771"/>
              </a:xfrm>
              <a:prstGeom prst="rect">
                <a:avLst/>
              </a:prstGeom>
              <a:blipFill>
                <a:blip r:embed="rId3"/>
                <a:stretch>
                  <a:fillRect b="-5085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974824-F8AB-C869-1B24-3456A781A830}"/>
                  </a:ext>
                </a:extLst>
              </p:cNvPr>
              <p:cNvSpPr txBox="1"/>
              <p:nvPr/>
            </p:nvSpPr>
            <p:spPr>
              <a:xfrm>
                <a:off x="838200" y="4335366"/>
                <a:ext cx="1919084" cy="855299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GB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974824-F8AB-C869-1B24-3456A781A8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335366"/>
                <a:ext cx="1919084" cy="855299"/>
              </a:xfrm>
              <a:prstGeom prst="rect">
                <a:avLst/>
              </a:prstGeom>
              <a:blipFill>
                <a:blip r:embed="rId4"/>
                <a:stretch>
                  <a:fillRect b="-1408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1E0671D-891F-2DB0-7924-9884946DF393}"/>
                  </a:ext>
                </a:extLst>
              </p:cNvPr>
              <p:cNvSpPr txBox="1"/>
              <p:nvPr/>
            </p:nvSpPr>
            <p:spPr>
              <a:xfrm>
                <a:off x="838200" y="2555539"/>
                <a:ext cx="1919084" cy="775020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GB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GB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1E0671D-891F-2DB0-7924-9884946DF3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555539"/>
                <a:ext cx="1919084" cy="7750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7581019-E738-A623-A6E4-E2532B09D526}"/>
                  </a:ext>
                </a:extLst>
              </p:cNvPr>
              <p:cNvSpPr txBox="1"/>
              <p:nvPr/>
            </p:nvSpPr>
            <p:spPr>
              <a:xfrm>
                <a:off x="3577893" y="2668166"/>
                <a:ext cx="3588017" cy="549766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7581019-E738-A623-A6E4-E2532B09D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7893" y="2668166"/>
                <a:ext cx="3588017" cy="54976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7363252-B932-CC79-BBEE-C993EFC6F923}"/>
              </a:ext>
            </a:extLst>
          </p:cNvPr>
          <p:cNvSpPr txBox="1"/>
          <p:nvPr/>
        </p:nvSpPr>
        <p:spPr>
          <a:xfrm>
            <a:off x="3577893" y="4335366"/>
            <a:ext cx="5459791" cy="646331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We need to normalize our eigenvectors so that they only represent directions not magnitude.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43755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AE8D5-A3F3-F987-3B9C-3660893F8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8A405-B7D7-CEDF-8CE3-CF5EBBEB8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the Data Along the Principal Component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7CDCB29-4490-F821-7AA6-F3BA89442353}"/>
                  </a:ext>
                </a:extLst>
              </p:cNvPr>
              <p:cNvSpPr txBox="1"/>
              <p:nvPr/>
            </p:nvSpPr>
            <p:spPr>
              <a:xfrm>
                <a:off x="1549794" y="3608235"/>
                <a:ext cx="4748017" cy="114890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GB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𝑐𝑒𝑛𝑡𝑒𝑟𝑒𝑑</m:t>
                          </m:r>
                        </m:sub>
                      </m:sSub>
                      <m:r>
                        <a:rPr lang="en-GB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3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3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3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GB" sz="3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3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3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GB" sz="3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3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3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3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7CDCB29-4490-F821-7AA6-F3BA894423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9794" y="3608235"/>
                <a:ext cx="4748017" cy="1148904"/>
              </a:xfrm>
              <a:prstGeom prst="rect">
                <a:avLst/>
              </a:prstGeom>
              <a:blipFill>
                <a:blip r:embed="rId2"/>
                <a:stretch>
                  <a:fillRect b="-10989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E5E574-E90D-EF39-EFD2-AA63E1EA20EF}"/>
                  </a:ext>
                </a:extLst>
              </p:cNvPr>
              <p:cNvSpPr txBox="1"/>
              <p:nvPr/>
            </p:nvSpPr>
            <p:spPr>
              <a:xfrm>
                <a:off x="7071049" y="3850770"/>
                <a:ext cx="1919084" cy="855299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GB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E5E574-E90D-EF39-EFD2-AA63E1EA20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1049" y="3850770"/>
                <a:ext cx="1919084" cy="855299"/>
              </a:xfrm>
              <a:prstGeom prst="rect">
                <a:avLst/>
              </a:prstGeom>
              <a:blipFill>
                <a:blip r:embed="rId3"/>
                <a:stretch>
                  <a:fillRect b="-1408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236030B-087E-22D7-9344-7B3BB6D8A11F}"/>
                  </a:ext>
                </a:extLst>
              </p:cNvPr>
              <p:cNvSpPr txBox="1"/>
              <p:nvPr/>
            </p:nvSpPr>
            <p:spPr>
              <a:xfrm>
                <a:off x="3362130" y="2374096"/>
                <a:ext cx="5467739" cy="1154162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endParaRPr lang="en-GB" sz="2500" b="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𝑛𝑒𝑤</m:t>
                      </m:r>
                      <m:r>
                        <a:rPr lang="en-GB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𝑝𝑟𝑜𝑗𝑒𝑐𝑡𝑖𝑜𝑛</m:t>
                      </m:r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GB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𝑐𝑒𝑛𝑡𝑒𝑟𝑒𝑑</m:t>
                          </m:r>
                        </m:sub>
                      </m:sSub>
                      <m:r>
                        <a:rPr lang="en-GB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5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sz="25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PH" sz="2500" dirty="0">
                  <a:solidFill>
                    <a:schemeClr val="bg1"/>
                  </a:solidFill>
                </a:endParaRPr>
              </a:p>
              <a:p>
                <a:endParaRPr lang="en-PH" sz="2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236030B-087E-22D7-9344-7B3BB6D8A1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2130" y="2374096"/>
                <a:ext cx="5467739" cy="11541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FB2D141-1EB9-48AA-5880-C9FDE8E11EA1}"/>
                  </a:ext>
                </a:extLst>
              </p:cNvPr>
              <p:cNvSpPr txBox="1"/>
              <p:nvPr/>
            </p:nvSpPr>
            <p:spPr>
              <a:xfrm>
                <a:off x="3361778" y="5079651"/>
                <a:ext cx="5872066" cy="111190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𝑛𝑒𝑤</m:t>
                      </m:r>
                      <m:r>
                        <a:rPr lang="en-GB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𝑝𝑟𝑜𝑗𝑒𝑐𝑡𝑖𝑜𝑛</m:t>
                      </m:r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GB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GB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en-GB" sz="25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PH" sz="2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FB2D141-1EB9-48AA-5880-C9FDE8E11E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1778" y="5079651"/>
                <a:ext cx="5872066" cy="1111907"/>
              </a:xfrm>
              <a:prstGeom prst="rect">
                <a:avLst/>
              </a:prstGeom>
              <a:blipFill>
                <a:blip r:embed="rId5"/>
                <a:stretch>
                  <a:fillRect b="-5618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72DD684E-AD59-5433-4EDB-09E93CF28FA1}"/>
              </a:ext>
            </a:extLst>
          </p:cNvPr>
          <p:cNvSpPr txBox="1"/>
          <p:nvPr/>
        </p:nvSpPr>
        <p:spPr>
          <a:xfrm>
            <a:off x="9233844" y="2374096"/>
            <a:ext cx="2523843" cy="1200329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This is the formula to project our data along the axis of our principal component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07994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1CF4E-958D-9C5E-8B8E-6ABA0ED34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0EE96-A79F-2F70-9C02-CF00AA51A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the Data Along the Principal Component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0B0A45-58F1-AF36-A7BC-0F9FE44E951D}"/>
                  </a:ext>
                </a:extLst>
              </p:cNvPr>
              <p:cNvSpPr txBox="1"/>
              <p:nvPr/>
            </p:nvSpPr>
            <p:spPr>
              <a:xfrm>
                <a:off x="3361778" y="2439088"/>
                <a:ext cx="5872066" cy="111190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𝑛𝑒𝑤</m:t>
                      </m:r>
                      <m:r>
                        <a:rPr lang="en-GB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𝑝𝑟𝑜𝑗𝑒𝑐𝑡𝑖𝑜𝑛</m:t>
                      </m:r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GB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GB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en-GB" sz="25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PH" sz="2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0B0A45-58F1-AF36-A7BC-0F9FE44E9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1778" y="2439088"/>
                <a:ext cx="5872066" cy="1111907"/>
              </a:xfrm>
              <a:prstGeom prst="rect">
                <a:avLst/>
              </a:prstGeom>
              <a:blipFill>
                <a:blip r:embed="rId2"/>
                <a:stretch>
                  <a:fillRect b="-5682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E3555CE-33C9-5C07-6E1D-02E5090328E7}"/>
                  </a:ext>
                </a:extLst>
              </p:cNvPr>
              <p:cNvSpPr txBox="1"/>
              <p:nvPr/>
            </p:nvSpPr>
            <p:spPr>
              <a:xfrm>
                <a:off x="564678" y="3838151"/>
                <a:ext cx="5872066" cy="857671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𝑓𝑖𝑟𝑠𝑡𝑝𝑜𝑖𝑛𝑡</m:t>
                      </m:r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−2−2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=−2</m:t>
                      </m:r>
                      <m:rad>
                        <m:radPr>
                          <m:degHide m:val="on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en-PH" sz="2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E3555CE-33C9-5C07-6E1D-02E5090328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678" y="3838151"/>
                <a:ext cx="5872066" cy="857671"/>
              </a:xfrm>
              <a:prstGeom prst="rect">
                <a:avLst/>
              </a:prstGeom>
              <a:blipFill>
                <a:blip r:embed="rId3"/>
                <a:stretch>
                  <a:fillRect t="-2941" b="-8824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E5926DD-AD16-20DE-2229-59D0B6FD812E}"/>
                  </a:ext>
                </a:extLst>
              </p:cNvPr>
              <p:cNvSpPr txBox="1"/>
              <p:nvPr/>
            </p:nvSpPr>
            <p:spPr>
              <a:xfrm>
                <a:off x="838200" y="4846121"/>
                <a:ext cx="2476075" cy="43088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𝑠𝑒𝑐𝑜𝑛𝑑𝑝𝑜𝑖𝑛𝑡</m:t>
                      </m:r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PH" sz="2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E5926DD-AD16-20DE-2229-59D0B6FD81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846121"/>
                <a:ext cx="2476075" cy="430887"/>
              </a:xfrm>
              <a:prstGeom prst="rect">
                <a:avLst/>
              </a:prstGeom>
              <a:blipFill>
                <a:blip r:embed="rId4"/>
                <a:stretch>
                  <a:fillRect l="-3571" r="-2041" b="-22857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5BF5701-5F21-A373-27E5-712E32EB935B}"/>
                  </a:ext>
                </a:extLst>
              </p:cNvPr>
              <p:cNvSpPr txBox="1"/>
              <p:nvPr/>
            </p:nvSpPr>
            <p:spPr>
              <a:xfrm>
                <a:off x="670425" y="5608239"/>
                <a:ext cx="4833610" cy="77380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𝑡h𝑖𝑟𝑑𝑝𝑜𝑖𝑛𝑡</m:t>
                      </m:r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GB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GB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ad>
                        <m:radPr>
                          <m:degHide m:val="on"/>
                          <m:ctrlP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en-PH" sz="2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5BF5701-5F21-A373-27E5-712E32EB93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425" y="5608239"/>
                <a:ext cx="4833610" cy="773802"/>
              </a:xfrm>
              <a:prstGeom prst="rect">
                <a:avLst/>
              </a:prstGeom>
              <a:blipFill>
                <a:blip r:embed="rId5"/>
                <a:stretch>
                  <a:fillRect b="-9677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CA2E839-C88F-4E05-EDEA-91FAD6B8829F}"/>
                  </a:ext>
                </a:extLst>
              </p:cNvPr>
              <p:cNvSpPr txBox="1"/>
              <p:nvPr/>
            </p:nvSpPr>
            <p:spPr>
              <a:xfrm>
                <a:off x="7029061" y="4015437"/>
                <a:ext cx="4223657" cy="1581780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𝑛𝑒𝑤</m:t>
                      </m:r>
                      <m:r>
                        <a:rPr lang="en-GB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𝑝𝑟𝑜𝑗𝑒𝑐𝑡𝑖𝑜𝑛</m:t>
                      </m:r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e>
                            <m:e>
                              <m:r>
                                <a:rPr lang="en-GB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e>
                          </m:eqArr>
                        </m:e>
                      </m:d>
                    </m:oMath>
                  </m:oMathPara>
                </a14:m>
                <a:endParaRPr lang="en-PH" sz="2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CA2E839-C88F-4E05-EDEA-91FAD6B882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061" y="4015437"/>
                <a:ext cx="4223657" cy="15817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62257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8DA49-CCCD-D263-C2AB-6A1B01E37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95F28-4AAE-4CC8-EE22-A122DFF8B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the Data Along the Principal Component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B9792BA-511E-42B7-2310-9B83B0B9BB69}"/>
                  </a:ext>
                </a:extLst>
              </p:cNvPr>
              <p:cNvSpPr txBox="1"/>
              <p:nvPr/>
            </p:nvSpPr>
            <p:spPr>
              <a:xfrm>
                <a:off x="1444690" y="3090895"/>
                <a:ext cx="3957734" cy="11519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𝑑𝑎𝑡𝑎</m:t>
                      </m:r>
                      <m:r>
                        <a:rPr lang="en-GB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GB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2</m:t>
                      </m:r>
                      <m:r>
                        <a:rPr lang="en-GB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GB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3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3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GB" sz="3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3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sz="3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GB" sz="3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GB" sz="3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  <m:e>
                                    <m:r>
                                      <a:rPr lang="en-GB" sz="3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3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B9792BA-511E-42B7-2310-9B83B0B9BB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4690" y="3090895"/>
                <a:ext cx="3957734" cy="1151918"/>
              </a:xfrm>
              <a:prstGeom prst="rect">
                <a:avLst/>
              </a:prstGeom>
              <a:blipFill>
                <a:blip r:embed="rId2"/>
                <a:stretch>
                  <a:fillRect t="-1087" b="-9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71004FD1-2779-A09E-00EF-8B55FB7DD0B1}"/>
              </a:ext>
            </a:extLst>
          </p:cNvPr>
          <p:cNvSpPr txBox="1"/>
          <p:nvPr/>
        </p:nvSpPr>
        <p:spPr>
          <a:xfrm>
            <a:off x="3366104" y="5327453"/>
            <a:ext cx="5459791" cy="36933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This is the the 1D representation of our original data</a:t>
            </a:r>
            <a:endParaRPr lang="en-US" sz="1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9E12D0B-5268-D57C-6D2B-95C48284BB69}"/>
                  </a:ext>
                </a:extLst>
              </p:cNvPr>
              <p:cNvSpPr txBox="1"/>
              <p:nvPr/>
            </p:nvSpPr>
            <p:spPr>
              <a:xfrm>
                <a:off x="7029061" y="2875964"/>
                <a:ext cx="4223657" cy="1581780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𝑛𝑒𝑤</m:t>
                      </m:r>
                      <m:r>
                        <a:rPr lang="en-GB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𝑝𝑟𝑜𝑗𝑒𝑐𝑡𝑖𝑜𝑛</m:t>
                      </m:r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e>
                            <m:e>
                              <m:r>
                                <a:rPr lang="en-GB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e>
                          </m:eqArr>
                        </m:e>
                      </m:d>
                    </m:oMath>
                  </m:oMathPara>
                </a14:m>
                <a:endParaRPr lang="en-PH" sz="2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9E12D0B-5268-D57C-6D2B-95C48284BB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061" y="2875964"/>
                <a:ext cx="4223657" cy="15817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26991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1862133-BA75-A18C-57C4-64FA3D71F32E}"/>
                  </a:ext>
                </a:extLst>
              </p:cNvPr>
              <p:cNvSpPr txBox="1"/>
              <p:nvPr/>
            </p:nvSpPr>
            <p:spPr>
              <a:xfrm>
                <a:off x="452405" y="1870576"/>
                <a:ext cx="2280171" cy="61446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1862133-BA75-A18C-57C4-64FA3D71F3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405" y="1870576"/>
                <a:ext cx="2280171" cy="614464"/>
              </a:xfrm>
              <a:prstGeom prst="rect">
                <a:avLst/>
              </a:prstGeom>
              <a:blipFill>
                <a:blip r:embed="rId2"/>
                <a:stretch>
                  <a:fillRect t="-2041" b="-14286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925F7C8-82DC-8ADC-A9B0-42906EA89290}"/>
                  </a:ext>
                </a:extLst>
              </p:cNvPr>
              <p:cNvSpPr txBox="1"/>
              <p:nvPr/>
            </p:nvSpPr>
            <p:spPr>
              <a:xfrm>
                <a:off x="9810188" y="2787285"/>
                <a:ext cx="1532467" cy="430887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GB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925F7C8-82DC-8ADC-A9B0-42906EA89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0188" y="2787285"/>
                <a:ext cx="1532467" cy="430887"/>
              </a:xfrm>
              <a:prstGeom prst="rect">
                <a:avLst/>
              </a:prstGeom>
              <a:blipFill>
                <a:blip r:embed="rId3"/>
                <a:stretch>
                  <a:fillRect b="-10526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24592EF-F721-3A6D-160F-0DA2B25BADE2}"/>
                  </a:ext>
                </a:extLst>
              </p:cNvPr>
              <p:cNvSpPr txBox="1"/>
              <p:nvPr/>
            </p:nvSpPr>
            <p:spPr>
              <a:xfrm>
                <a:off x="9810188" y="1709587"/>
                <a:ext cx="2192867" cy="716928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24592EF-F721-3A6D-160F-0DA2B25BA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0188" y="1709587"/>
                <a:ext cx="2192867" cy="716928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Curved Connector 4">
            <a:extLst>
              <a:ext uri="{FF2B5EF4-FFF2-40B4-BE49-F238E27FC236}">
                <a16:creationId xmlns:a16="http://schemas.microsoft.com/office/drawing/2014/main" id="{CF920929-D4CB-E2D5-5C3C-F0F282687EF8}"/>
              </a:ext>
            </a:extLst>
          </p:cNvPr>
          <p:cNvCxnSpPr>
            <a:cxnSpLocks/>
            <a:stCxn id="8" idx="1"/>
            <a:endCxn id="11" idx="3"/>
          </p:cNvCxnSpPr>
          <p:nvPr/>
        </p:nvCxnSpPr>
        <p:spPr>
          <a:xfrm rot="10800000" flipV="1">
            <a:off x="3629609" y="3934966"/>
            <a:ext cx="6180578" cy="30297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urved Connector 5">
            <a:extLst>
              <a:ext uri="{FF2B5EF4-FFF2-40B4-BE49-F238E27FC236}">
                <a16:creationId xmlns:a16="http://schemas.microsoft.com/office/drawing/2014/main" id="{038A8E62-6BBA-4D18-F3ED-E087E8FFD7B4}"/>
              </a:ext>
            </a:extLst>
          </p:cNvPr>
          <p:cNvCxnSpPr>
            <a:cxnSpLocks/>
            <a:stCxn id="4" idx="1"/>
            <a:endCxn id="2" idx="3"/>
          </p:cNvCxnSpPr>
          <p:nvPr/>
        </p:nvCxnSpPr>
        <p:spPr>
          <a:xfrm rot="10800000" flipV="1">
            <a:off x="2732576" y="2068050"/>
            <a:ext cx="7077612" cy="109757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46B34DB-DBE4-B6D5-336F-4DFB5583F479}"/>
                  </a:ext>
                </a:extLst>
              </p:cNvPr>
              <p:cNvSpPr txBox="1"/>
              <p:nvPr/>
            </p:nvSpPr>
            <p:spPr>
              <a:xfrm>
                <a:off x="4914122" y="770909"/>
                <a:ext cx="2672431" cy="769441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5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l-GR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PH" sz="5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PH" sz="5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46B34DB-DBE4-B6D5-336F-4DFB5583F4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4122" y="770909"/>
                <a:ext cx="2672431" cy="769441"/>
              </a:xfrm>
              <a:prstGeom prst="rect">
                <a:avLst/>
              </a:prstGeom>
              <a:blipFill>
                <a:blip r:embed="rId5"/>
                <a:stretch>
                  <a:fillRect l="-5581" t="-6250" r="-2326" b="-32813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CEB19FE-D0E6-1DD7-6F7A-491F0FB94BCF}"/>
                  </a:ext>
                </a:extLst>
              </p:cNvPr>
              <p:cNvSpPr txBox="1"/>
              <p:nvPr/>
            </p:nvSpPr>
            <p:spPr>
              <a:xfrm>
                <a:off x="9810187" y="3582081"/>
                <a:ext cx="1606128" cy="705771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GB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CEB19FE-D0E6-1DD7-6F7A-491F0FB94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0187" y="3582081"/>
                <a:ext cx="1606128" cy="705771"/>
              </a:xfrm>
              <a:prstGeom prst="rect">
                <a:avLst/>
              </a:prstGeom>
              <a:blipFill>
                <a:blip r:embed="rId6"/>
                <a:stretch>
                  <a:fillRect b="-6780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1C8507-6549-3164-A78A-2493EA272A43}"/>
                  </a:ext>
                </a:extLst>
              </p:cNvPr>
              <p:cNvSpPr txBox="1"/>
              <p:nvPr/>
            </p:nvSpPr>
            <p:spPr>
              <a:xfrm>
                <a:off x="84840" y="4498706"/>
                <a:ext cx="2686639" cy="718466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4−4</m:t>
                              </m:r>
                            </m:e>
                            <m:e>
                              <m:r>
                                <a:rPr lang="en-GB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4−4</m:t>
                              </m:r>
                            </m:e>
                          </m:eqArr>
                        </m:e>
                      </m:d>
                      <m:r>
                        <a:rPr lang="en-PH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1C8507-6549-3164-A78A-2493EA272A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40" y="4498706"/>
                <a:ext cx="2686639" cy="718466"/>
              </a:xfrm>
              <a:prstGeom prst="rect">
                <a:avLst/>
              </a:prstGeom>
              <a:blipFill>
                <a:blip r:embed="rId7"/>
                <a:stretch>
                  <a:fillRect t="-1754" b="-17544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0AD644B-E8ED-6C2A-77FE-D0327227D865}"/>
                  </a:ext>
                </a:extLst>
              </p:cNvPr>
              <p:cNvSpPr txBox="1"/>
              <p:nvPr/>
            </p:nvSpPr>
            <p:spPr>
              <a:xfrm>
                <a:off x="515373" y="2813190"/>
                <a:ext cx="2154234" cy="61446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6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PH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0AD644B-E8ED-6C2A-77FE-D0327227D8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373" y="2813190"/>
                <a:ext cx="2154234" cy="614464"/>
              </a:xfrm>
              <a:prstGeom prst="rect">
                <a:avLst/>
              </a:prstGeom>
              <a:blipFill>
                <a:blip r:embed="rId8"/>
                <a:stretch>
                  <a:fillRect t="-2041" b="-14286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45CF5A1-ED68-DCBB-12E3-5438E5E7C54A}"/>
                  </a:ext>
                </a:extLst>
              </p:cNvPr>
              <p:cNvSpPr txBox="1"/>
              <p:nvPr/>
            </p:nvSpPr>
            <p:spPr>
              <a:xfrm>
                <a:off x="452405" y="3639854"/>
                <a:ext cx="3177204" cy="65081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eqArr>
                        </m:e>
                      </m:d>
                      <m:r>
                        <a:rPr lang="en-PH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45CF5A1-ED68-DCBB-12E3-5438E5E7C5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405" y="3639854"/>
                <a:ext cx="3177204" cy="650819"/>
              </a:xfrm>
              <a:prstGeom prst="rect">
                <a:avLst/>
              </a:prstGeom>
              <a:blipFill>
                <a:blip r:embed="rId9"/>
                <a:stretch>
                  <a:fillRect b="-19231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EED8F5CB-9FF4-31C3-78D5-399B24F359BA}"/>
              </a:ext>
            </a:extLst>
          </p:cNvPr>
          <p:cNvCxnSpPr>
            <a:cxnSpLocks/>
            <a:stCxn id="3" idx="1"/>
            <a:endCxn id="10" idx="3"/>
          </p:cNvCxnSpPr>
          <p:nvPr/>
        </p:nvCxnSpPr>
        <p:spPr>
          <a:xfrm rot="10800000" flipV="1">
            <a:off x="2669608" y="3002728"/>
            <a:ext cx="7140581" cy="117693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38B5563-3988-6C1C-528A-549488317AB2}"/>
                  </a:ext>
                </a:extLst>
              </p:cNvPr>
              <p:cNvSpPr txBox="1"/>
              <p:nvPr/>
            </p:nvSpPr>
            <p:spPr>
              <a:xfrm>
                <a:off x="616973" y="5625511"/>
                <a:ext cx="1622374" cy="400110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0=0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38B5563-3988-6C1C-528A-549488317A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973" y="5625511"/>
                <a:ext cx="1622374" cy="400110"/>
              </a:xfrm>
              <a:prstGeom prst="rect">
                <a:avLst/>
              </a:prstGeom>
              <a:blipFill>
                <a:blip r:embed="rId10"/>
                <a:stretch>
                  <a:fillRect b="-2857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1571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0" grpId="0"/>
      <p:bldP spid="11" grpId="0"/>
      <p:bldP spid="1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568C8FB-7233-BABC-1F78-0392B452D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A8E3303-29E8-0E0D-F47F-5252335687F3}"/>
                  </a:ext>
                </a:extLst>
              </p:cNvPr>
              <p:cNvSpPr txBox="1"/>
              <p:nvPr/>
            </p:nvSpPr>
            <p:spPr>
              <a:xfrm>
                <a:off x="452405" y="1870576"/>
                <a:ext cx="2280171" cy="61446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A8E3303-29E8-0E0D-F47F-5252335687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405" y="1870576"/>
                <a:ext cx="2280171" cy="614464"/>
              </a:xfrm>
              <a:prstGeom prst="rect">
                <a:avLst/>
              </a:prstGeom>
              <a:blipFill>
                <a:blip r:embed="rId2"/>
                <a:stretch>
                  <a:fillRect t="-2041" b="-14286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D3CDE6C-95C8-C9B4-0F94-0CF6729C0299}"/>
                  </a:ext>
                </a:extLst>
              </p:cNvPr>
              <p:cNvSpPr txBox="1"/>
              <p:nvPr/>
            </p:nvSpPr>
            <p:spPr>
              <a:xfrm>
                <a:off x="9810188" y="2787285"/>
                <a:ext cx="1532467" cy="430887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D3CDE6C-95C8-C9B4-0F94-0CF6729C02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0188" y="2787285"/>
                <a:ext cx="1532467" cy="430887"/>
              </a:xfrm>
              <a:prstGeom prst="rect">
                <a:avLst/>
              </a:prstGeom>
              <a:blipFill>
                <a:blip r:embed="rId3"/>
                <a:stretch>
                  <a:fillRect b="-10526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5FE4AF0-5939-DCED-86CE-327A08CCC340}"/>
                  </a:ext>
                </a:extLst>
              </p:cNvPr>
              <p:cNvSpPr txBox="1"/>
              <p:nvPr/>
            </p:nvSpPr>
            <p:spPr>
              <a:xfrm>
                <a:off x="9810188" y="1709587"/>
                <a:ext cx="2192867" cy="716928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5FE4AF0-5939-DCED-86CE-327A08CCC3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0188" y="1709587"/>
                <a:ext cx="2192867" cy="716928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Curved Connector 4">
            <a:extLst>
              <a:ext uri="{FF2B5EF4-FFF2-40B4-BE49-F238E27FC236}">
                <a16:creationId xmlns:a16="http://schemas.microsoft.com/office/drawing/2014/main" id="{080D1F2D-9F70-E184-ACF8-1B8AE0E3028A}"/>
              </a:ext>
            </a:extLst>
          </p:cNvPr>
          <p:cNvCxnSpPr>
            <a:cxnSpLocks/>
            <a:stCxn id="8" idx="1"/>
            <a:endCxn id="11" idx="3"/>
          </p:cNvCxnSpPr>
          <p:nvPr/>
        </p:nvCxnSpPr>
        <p:spPr>
          <a:xfrm rot="10800000" flipV="1">
            <a:off x="3629609" y="3934967"/>
            <a:ext cx="6180578" cy="28886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urved Connector 5">
            <a:extLst>
              <a:ext uri="{FF2B5EF4-FFF2-40B4-BE49-F238E27FC236}">
                <a16:creationId xmlns:a16="http://schemas.microsoft.com/office/drawing/2014/main" id="{25D8EE9C-08B0-41D8-8AE6-0CE1C86CAAF0}"/>
              </a:ext>
            </a:extLst>
          </p:cNvPr>
          <p:cNvCxnSpPr>
            <a:cxnSpLocks/>
            <a:stCxn id="4" idx="1"/>
            <a:endCxn id="2" idx="3"/>
          </p:cNvCxnSpPr>
          <p:nvPr/>
        </p:nvCxnSpPr>
        <p:spPr>
          <a:xfrm rot="10800000" flipV="1">
            <a:off x="2732576" y="2068050"/>
            <a:ext cx="7077612" cy="109757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F7504B-0CEB-A930-040D-1C3A96913ABD}"/>
                  </a:ext>
                </a:extLst>
              </p:cNvPr>
              <p:cNvSpPr txBox="1"/>
              <p:nvPr/>
            </p:nvSpPr>
            <p:spPr>
              <a:xfrm>
                <a:off x="4914122" y="770909"/>
                <a:ext cx="2672431" cy="769441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5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l-GR" sz="5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PH" sz="5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PH" sz="5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F7504B-0CEB-A930-040D-1C3A96913A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4122" y="770909"/>
                <a:ext cx="2672431" cy="769441"/>
              </a:xfrm>
              <a:prstGeom prst="rect">
                <a:avLst/>
              </a:prstGeom>
              <a:blipFill>
                <a:blip r:embed="rId5"/>
                <a:stretch>
                  <a:fillRect l="-5581" t="-6250" r="-2326" b="-32813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440D009-F59E-70DB-4E00-C402065C83FE}"/>
                  </a:ext>
                </a:extLst>
              </p:cNvPr>
              <p:cNvSpPr txBox="1"/>
              <p:nvPr/>
            </p:nvSpPr>
            <p:spPr>
              <a:xfrm>
                <a:off x="9810187" y="3582081"/>
                <a:ext cx="1606128" cy="705771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GB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440D009-F59E-70DB-4E00-C402065C83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0187" y="3582081"/>
                <a:ext cx="1606128" cy="705771"/>
              </a:xfrm>
              <a:prstGeom prst="rect">
                <a:avLst/>
              </a:prstGeom>
              <a:blipFill>
                <a:blip r:embed="rId6"/>
                <a:stretch>
                  <a:fillRect b="-6780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B91A88C-B548-2772-EDA3-38135C8F9358}"/>
                  </a:ext>
                </a:extLst>
              </p:cNvPr>
              <p:cNvSpPr txBox="1"/>
              <p:nvPr/>
            </p:nvSpPr>
            <p:spPr>
              <a:xfrm>
                <a:off x="84840" y="4498706"/>
                <a:ext cx="2686639" cy="718466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4+4</m:t>
                              </m:r>
                            </m:e>
                            <m:e>
                              <m:r>
                                <a:rPr lang="en-GB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4+4</m:t>
                              </m:r>
                            </m:e>
                          </m:eqArr>
                        </m:e>
                      </m:d>
                      <m:r>
                        <a:rPr lang="en-PH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B91A88C-B548-2772-EDA3-38135C8F93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40" y="4498706"/>
                <a:ext cx="2686639" cy="718466"/>
              </a:xfrm>
              <a:prstGeom prst="rect">
                <a:avLst/>
              </a:prstGeom>
              <a:blipFill>
                <a:blip r:embed="rId7"/>
                <a:stretch>
                  <a:fillRect b="-15789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0FE81F5-2E5A-4FBD-5C87-F2814017D533}"/>
                  </a:ext>
                </a:extLst>
              </p:cNvPr>
              <p:cNvSpPr txBox="1"/>
              <p:nvPr/>
            </p:nvSpPr>
            <p:spPr>
              <a:xfrm>
                <a:off x="515373" y="2813190"/>
                <a:ext cx="2154234" cy="61446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6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PH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0FE81F5-2E5A-4FBD-5C87-F2814017D5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373" y="2813190"/>
                <a:ext cx="2154234" cy="614464"/>
              </a:xfrm>
              <a:prstGeom prst="rect">
                <a:avLst/>
              </a:prstGeom>
              <a:blipFill>
                <a:blip r:embed="rId8"/>
                <a:stretch>
                  <a:fillRect t="-2041" b="-14286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72EF849-2527-6FEC-733E-3DF27C5328DF}"/>
                  </a:ext>
                </a:extLst>
              </p:cNvPr>
              <p:cNvSpPr txBox="1"/>
              <p:nvPr/>
            </p:nvSpPr>
            <p:spPr>
              <a:xfrm>
                <a:off x="452405" y="3639854"/>
                <a:ext cx="3177204" cy="64799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  <m:r>
                        <a:rPr lang="en-PH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72EF849-2527-6FEC-733E-3DF27C5328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405" y="3639854"/>
                <a:ext cx="3177204" cy="647998"/>
              </a:xfrm>
              <a:prstGeom prst="rect">
                <a:avLst/>
              </a:prstGeom>
              <a:blipFill>
                <a:blip r:embed="rId9"/>
                <a:stretch>
                  <a:fillRect b="-19231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5034EF26-F3E4-6DEF-FE46-D7FDE80D865D}"/>
              </a:ext>
            </a:extLst>
          </p:cNvPr>
          <p:cNvCxnSpPr>
            <a:cxnSpLocks/>
            <a:stCxn id="3" idx="1"/>
            <a:endCxn id="10" idx="3"/>
          </p:cNvCxnSpPr>
          <p:nvPr/>
        </p:nvCxnSpPr>
        <p:spPr>
          <a:xfrm rot="10800000" flipV="1">
            <a:off x="2669608" y="3002728"/>
            <a:ext cx="7140581" cy="117693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E89014F-880A-EA3D-95F8-E6894CF99C04}"/>
                  </a:ext>
                </a:extLst>
              </p:cNvPr>
              <p:cNvSpPr txBox="1"/>
              <p:nvPr/>
            </p:nvSpPr>
            <p:spPr>
              <a:xfrm>
                <a:off x="616973" y="5625511"/>
                <a:ext cx="1622374" cy="650819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eqArr>
                        </m:e>
                      </m:d>
                      <m:r>
                        <a:rPr lang="en-GB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PH" sz="2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E89014F-880A-EA3D-95F8-E6894CF99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973" y="5625511"/>
                <a:ext cx="1622374" cy="650819"/>
              </a:xfrm>
              <a:prstGeom prst="rect">
                <a:avLst/>
              </a:prstGeom>
              <a:blipFill>
                <a:blip r:embed="rId10"/>
                <a:stretch>
                  <a:fillRect b="-16364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8977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0" grpId="0"/>
      <p:bldP spid="11" grpId="0"/>
      <p:bldP spid="1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4788</TotalTime>
  <Words>1022</Words>
  <Application>Microsoft Macintosh PowerPoint</Application>
  <PresentationFormat>Widescreen</PresentationFormat>
  <Paragraphs>244</Paragraphs>
  <Slides>28</Slides>
  <Notes>1</Notes>
  <HiddenSlides>4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Aptos</vt:lpstr>
      <vt:lpstr>Aptos Display</vt:lpstr>
      <vt:lpstr>Arial</vt:lpstr>
      <vt:lpstr>Cambria Math</vt:lpstr>
      <vt:lpstr>Wingdings</vt:lpstr>
      <vt:lpstr>Office Theme</vt:lpstr>
      <vt:lpstr>PCA Example</vt:lpstr>
      <vt:lpstr>PowerPoint Presentation</vt:lpstr>
      <vt:lpstr>Compute the mean of each feature</vt:lpstr>
      <vt:lpstr>Center the Data</vt:lpstr>
      <vt:lpstr>Compute the Covariance Matrix</vt:lpstr>
      <vt:lpstr>Compute the Covariance Matrix</vt:lpstr>
      <vt:lpstr>Compute the Covariance Matrix</vt:lpstr>
      <vt:lpstr>Compute the Covariance Matrix</vt:lpstr>
      <vt:lpstr>PowerPoint Presentation</vt:lpstr>
      <vt:lpstr>PowerPoint Presentation</vt:lpstr>
      <vt:lpstr>PowerPoint Presentation</vt:lpstr>
      <vt:lpstr>Compute the determinant</vt:lpstr>
      <vt:lpstr>Solve for the eigenvalues</vt:lpstr>
      <vt:lpstr>Find the eigenvectors </vt:lpstr>
      <vt:lpstr>Find the eigenvectors </vt:lpstr>
      <vt:lpstr>PowerPoint Presentation</vt:lpstr>
      <vt:lpstr>PowerPoint Presentation</vt:lpstr>
      <vt:lpstr>Find the eigenvectors </vt:lpstr>
      <vt:lpstr>Find the eigenvectors </vt:lpstr>
      <vt:lpstr>Check if correct</vt:lpstr>
      <vt:lpstr>Check if correct</vt:lpstr>
      <vt:lpstr>Project the Data Along the Principal Component</vt:lpstr>
      <vt:lpstr>Project the Data Along the Principal Component</vt:lpstr>
      <vt:lpstr>Project the Data Along the Principal Component</vt:lpstr>
      <vt:lpstr>Project the Data Along the Principal Component</vt:lpstr>
      <vt:lpstr>Project the Data Along the Principal Component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Palenzuela, Ronnel</dc:creator>
  <cp:lastModifiedBy>Elizer Jr. D. Ponio</cp:lastModifiedBy>
  <cp:revision>855</cp:revision>
  <dcterms:created xsi:type="dcterms:W3CDTF">2024-08-08T01:29:50Z</dcterms:created>
  <dcterms:modified xsi:type="dcterms:W3CDTF">2026-01-08T01:49:04Z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a813f4b-519a-4481-a498-85770f517757_Enabled">
    <vt:lpwstr>true</vt:lpwstr>
  </property>
  <property fmtid="{D5CDD505-2E9C-101B-9397-08002B2CF9AE}" pid="3" name="MSIP_Label_8a813f4b-519a-4481-a498-85770f517757_SetDate">
    <vt:lpwstr>2024-08-08T02:28:55Z</vt:lpwstr>
  </property>
  <property fmtid="{D5CDD505-2E9C-101B-9397-08002B2CF9AE}" pid="4" name="MSIP_Label_8a813f4b-519a-4481-a498-85770f517757_Method">
    <vt:lpwstr>Standard</vt:lpwstr>
  </property>
  <property fmtid="{D5CDD505-2E9C-101B-9397-08002B2CF9AE}" pid="5" name="MSIP_Label_8a813f4b-519a-4481-a498-85770f517757_Name">
    <vt:lpwstr>Anyone (unrestricted)</vt:lpwstr>
  </property>
  <property fmtid="{D5CDD505-2E9C-101B-9397-08002B2CF9AE}" pid="6" name="MSIP_Label_8a813f4b-519a-4481-a498-85770f517757_SiteId">
    <vt:lpwstr>1d981f77-3ca3-46ae-b0d4-e8044e6c7f84</vt:lpwstr>
  </property>
  <property fmtid="{D5CDD505-2E9C-101B-9397-08002B2CF9AE}" pid="7" name="MSIP_Label_8a813f4b-519a-4481-a498-85770f517757_ActionId">
    <vt:lpwstr>6e000025-dfc4-466b-8a1a-3abd180e870b</vt:lpwstr>
  </property>
  <property fmtid="{D5CDD505-2E9C-101B-9397-08002B2CF9AE}" pid="8" name="MSIP_Label_8a813f4b-519a-4481-a498-85770f517757_ContentBits">
    <vt:lpwstr>0</vt:lpwstr>
  </property>
</Properties>
</file>