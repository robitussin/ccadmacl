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2.xml" ContentType="application/vnd.openxmlformats-officedocument.presentationml.notesSlid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drawings/drawing1.xml" ContentType="application/vnd.openxmlformats-officedocument.drawingml.chartshapes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charts/chart17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7"/>
  </p:notesMasterIdLst>
  <p:sldIdLst>
    <p:sldId id="257" r:id="rId2"/>
    <p:sldId id="263" r:id="rId3"/>
    <p:sldId id="337" r:id="rId4"/>
    <p:sldId id="338" r:id="rId5"/>
    <p:sldId id="265" r:id="rId6"/>
    <p:sldId id="266" r:id="rId7"/>
    <p:sldId id="267" r:id="rId8"/>
    <p:sldId id="268" r:id="rId9"/>
    <p:sldId id="269" r:id="rId10"/>
    <p:sldId id="270" r:id="rId11"/>
    <p:sldId id="318" r:id="rId12"/>
    <p:sldId id="322" r:id="rId13"/>
    <p:sldId id="323" r:id="rId14"/>
    <p:sldId id="324" r:id="rId15"/>
    <p:sldId id="274" r:id="rId16"/>
    <p:sldId id="275" r:id="rId17"/>
    <p:sldId id="276" r:id="rId18"/>
    <p:sldId id="277" r:id="rId19"/>
    <p:sldId id="278" r:id="rId20"/>
    <p:sldId id="314" r:id="rId21"/>
    <p:sldId id="313" r:id="rId22"/>
    <p:sldId id="312" r:id="rId23"/>
    <p:sldId id="281" r:id="rId24"/>
    <p:sldId id="282" r:id="rId25"/>
    <p:sldId id="283" r:id="rId26"/>
    <p:sldId id="307" r:id="rId27"/>
    <p:sldId id="309" r:id="rId28"/>
    <p:sldId id="284" r:id="rId29"/>
    <p:sldId id="285" r:id="rId30"/>
    <p:sldId id="286" r:id="rId31"/>
    <p:sldId id="287" r:id="rId32"/>
    <p:sldId id="289" r:id="rId33"/>
    <p:sldId id="291" r:id="rId34"/>
    <p:sldId id="296" r:id="rId35"/>
    <p:sldId id="295" r:id="rId36"/>
    <p:sldId id="294" r:id="rId37"/>
    <p:sldId id="298" r:id="rId38"/>
    <p:sldId id="299" r:id="rId39"/>
    <p:sldId id="300" r:id="rId40"/>
    <p:sldId id="325" r:id="rId41"/>
    <p:sldId id="326" r:id="rId42"/>
    <p:sldId id="333" r:id="rId43"/>
    <p:sldId id="334" r:id="rId44"/>
    <p:sldId id="335" r:id="rId45"/>
    <p:sldId id="328" r:id="rId46"/>
    <p:sldId id="329" r:id="rId47"/>
    <p:sldId id="331" r:id="rId48"/>
    <p:sldId id="332" r:id="rId49"/>
    <p:sldId id="301" r:id="rId50"/>
    <p:sldId id="302" r:id="rId51"/>
    <p:sldId id="303" r:id="rId52"/>
    <p:sldId id="304" r:id="rId53"/>
    <p:sldId id="305" r:id="rId54"/>
    <p:sldId id="320" r:id="rId55"/>
    <p:sldId id="321" r:id="rId5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40FF"/>
    <a:srgbClr val="CBD947"/>
    <a:srgbClr val="3241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6FF8E01-DE24-0F4F-A559-943D670B7764}" v="50" dt="2024-08-14T17:48:44.4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85"/>
    <p:restoredTop sz="93729" autoAdjust="0"/>
  </p:normalViewPr>
  <p:slideViewPr>
    <p:cSldViewPr snapToGrid="0">
      <p:cViewPr varScale="1">
        <p:scale>
          <a:sx n="141" d="100"/>
          <a:sy n="141" d="100"/>
        </p:scale>
        <p:origin x="1806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nnel D. Palenzuela" userId="27216d6f-a712-48da-bcb2-613e4bc945ac" providerId="ADAL" clId="{16736750-74B4-184C-AACF-97E7E4B9FAA6}"/>
    <pc:docChg chg="undo custSel addSld delSld modSld sldOrd modMainMaster">
      <pc:chgData name="Ronnel D. Palenzuela" userId="27216d6f-a712-48da-bcb2-613e4bc945ac" providerId="ADAL" clId="{16736750-74B4-184C-AACF-97E7E4B9FAA6}" dt="2024-08-13T03:37:12.131" v="3508" actId="207"/>
      <pc:docMkLst>
        <pc:docMk/>
      </pc:docMkLst>
      <pc:sldChg chg="modSp mod">
        <pc:chgData name="Ronnel D. Palenzuela" userId="27216d6f-a712-48da-bcb2-613e4bc945ac" providerId="ADAL" clId="{16736750-74B4-184C-AACF-97E7E4B9FAA6}" dt="2024-08-11T23:14:10.328" v="2625" actId="20577"/>
        <pc:sldMkLst>
          <pc:docMk/>
          <pc:sldMk cId="3455369248" sldId="257"/>
        </pc:sldMkLst>
        <pc:spChg chg="mod">
          <ac:chgData name="Ronnel D. Palenzuela" userId="27216d6f-a712-48da-bcb2-613e4bc945ac" providerId="ADAL" clId="{16736750-74B4-184C-AACF-97E7E4B9FAA6}" dt="2024-08-11T23:14:10.328" v="2625" actId="20577"/>
          <ac:spMkLst>
            <pc:docMk/>
            <pc:sldMk cId="3455369248" sldId="257"/>
            <ac:spMk id="3" creationId="{55CA8846-F5F9-9E2F-7E86-4EDFA1AEFED2}"/>
          </ac:spMkLst>
        </pc:spChg>
      </pc:sldChg>
      <pc:sldChg chg="addSp delSp modSp del mod setBg modNotesTx">
        <pc:chgData name="Ronnel D. Palenzuela" userId="27216d6f-a712-48da-bcb2-613e4bc945ac" providerId="ADAL" clId="{16736750-74B4-184C-AACF-97E7E4B9FAA6}" dt="2024-08-11T06:16:40.205" v="363" actId="2696"/>
        <pc:sldMkLst>
          <pc:docMk/>
          <pc:sldMk cId="218736974" sldId="258"/>
        </pc:sldMkLst>
        <pc:spChg chg="mod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16:25.529" v="353" actId="21"/>
          <ac:spMkLst>
            <pc:docMk/>
            <pc:sldMk cId="218736974" sldId="258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9" creationId="{04812C46-200A-4DEB-A05E-3ED6C68C2387}"/>
          </ac:spMkLst>
        </pc:spChg>
        <pc:spChg chg="add del">
          <ac:chgData name="Ronnel D. Palenzuela" userId="27216d6f-a712-48da-bcb2-613e4bc945ac" providerId="ADAL" clId="{16736750-74B4-184C-AACF-97E7E4B9FAA6}" dt="2024-08-11T06:16:07.116" v="348" actId="26606"/>
          <ac:spMkLst>
            <pc:docMk/>
            <pc:sldMk cId="218736974" sldId="258"/>
            <ac:spMk id="11" creationId="{D1EA859B-E555-4109-94F3-6700E046E008}"/>
          </ac:spMkLst>
        </pc:spChg>
        <pc:picChg chg="add del mod ord">
          <ac:chgData name="Ronnel D. Palenzuela" userId="27216d6f-a712-48da-bcb2-613e4bc945ac" providerId="ADAL" clId="{16736750-74B4-184C-AACF-97E7E4B9FAA6}" dt="2024-08-11T06:16:38.323" v="362" actId="21"/>
          <ac:picMkLst>
            <pc:docMk/>
            <pc:sldMk cId="218736974" sldId="258"/>
            <ac:picMk id="4" creationId="{98D0E626-B0C1-BC0F-8BBE-013B7E7B3AA6}"/>
          </ac:picMkLst>
        </pc:picChg>
      </pc:sldChg>
      <pc:sldChg chg="addSp delSp modSp mod modNotesTx">
        <pc:chgData name="Ronnel D. Palenzuela" userId="27216d6f-a712-48da-bcb2-613e4bc945ac" providerId="ADAL" clId="{16736750-74B4-184C-AACF-97E7E4B9FAA6}" dt="2024-08-11T12:37:53.539" v="2618" actId="20577"/>
        <pc:sldMkLst>
          <pc:docMk/>
          <pc:sldMk cId="3256538018" sldId="259"/>
        </pc:sldMkLst>
        <pc:spChg chg="mod">
          <ac:chgData name="Ronnel D. Palenzuela" userId="27216d6f-a712-48da-bcb2-613e4bc945ac" providerId="ADAL" clId="{16736750-74B4-184C-AACF-97E7E4B9FAA6}" dt="2024-08-11T06:18:47.941" v="388" actId="14100"/>
          <ac:spMkLst>
            <pc:docMk/>
            <pc:sldMk cId="3256538018" sldId="25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37:53.539" v="2618" actId="20577"/>
          <ac:spMkLst>
            <pc:docMk/>
            <pc:sldMk cId="3256538018" sldId="259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6:21:54.031" v="403" actId="1076"/>
          <ac:picMkLst>
            <pc:docMk/>
            <pc:sldMk cId="3256538018" sldId="259"/>
            <ac:picMk id="4" creationId="{E700435F-1E7A-3EEC-4AA8-86923D600596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5" creationId="{D3CE80CF-7820-04DC-00A6-061A45338617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6" creationId="{105319CD-EE8D-3939-D407-76A3761FCAFE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7" creationId="{763F4613-1B0F-8B43-1A32-113F3480FFDD}"/>
          </ac:picMkLst>
        </pc:picChg>
        <pc:picChg chg="del">
          <ac:chgData name="Ronnel D. Palenzuela" userId="27216d6f-a712-48da-bcb2-613e4bc945ac" providerId="ADAL" clId="{16736750-74B4-184C-AACF-97E7E4B9FAA6}" dt="2024-08-11T06:16:36.656" v="361" actId="478"/>
          <ac:picMkLst>
            <pc:docMk/>
            <pc:sldMk cId="3256538018" sldId="259"/>
            <ac:picMk id="8" creationId="{3F65A7A7-479E-10AB-F526-C7D8854988BE}"/>
          </ac:picMkLst>
        </pc:picChg>
        <pc:picChg chg="add mod">
          <ac:chgData name="Ronnel D. Palenzuela" userId="27216d6f-a712-48da-bcb2-613e4bc945ac" providerId="ADAL" clId="{16736750-74B4-184C-AACF-97E7E4B9FAA6}" dt="2024-08-11T06:21:54.464" v="404" actId="1076"/>
          <ac:picMkLst>
            <pc:docMk/>
            <pc:sldMk cId="3256538018" sldId="259"/>
            <ac:picMk id="9" creationId="{5039F99A-C68C-0B5B-1A0E-5505DF7E762C}"/>
          </ac:picMkLst>
        </pc:picChg>
      </pc:sldChg>
      <pc:sldChg chg="del modNotesTx">
        <pc:chgData name="Ronnel D. Palenzuela" userId="27216d6f-a712-48da-bcb2-613e4bc945ac" providerId="ADAL" clId="{16736750-74B4-184C-AACF-97E7E4B9FAA6}" dt="2024-08-11T06:22:16.116" v="405" actId="2696"/>
        <pc:sldMkLst>
          <pc:docMk/>
          <pc:sldMk cId="606913761" sldId="260"/>
        </pc:sldMkLst>
      </pc:sldChg>
      <pc:sldChg chg="del">
        <pc:chgData name="Ronnel D. Palenzuela" userId="27216d6f-a712-48da-bcb2-613e4bc945ac" providerId="ADAL" clId="{16736750-74B4-184C-AACF-97E7E4B9FAA6}" dt="2024-08-11T06:22:16.124" v="406" actId="2696"/>
        <pc:sldMkLst>
          <pc:docMk/>
          <pc:sldMk cId="285302475" sldId="261"/>
        </pc:sldMkLst>
      </pc:sldChg>
      <pc:sldChg chg="del modNotesTx">
        <pc:chgData name="Ronnel D. Palenzuela" userId="27216d6f-a712-48da-bcb2-613e4bc945ac" providerId="ADAL" clId="{16736750-74B4-184C-AACF-97E7E4B9FAA6}" dt="2024-08-11T09:23:38.794" v="1383" actId="2696"/>
        <pc:sldMkLst>
          <pc:docMk/>
          <pc:sldMk cId="1633078811" sldId="262"/>
        </pc:sldMkLst>
      </pc:sldChg>
      <pc:sldChg chg="addSp delSp modSp mod ord setBg modNotesTx">
        <pc:chgData name="Ronnel D. Palenzuela" userId="27216d6f-a712-48da-bcb2-613e4bc945ac" providerId="ADAL" clId="{16736750-74B4-184C-AACF-97E7E4B9FAA6}" dt="2024-08-11T07:26:40.554" v="869" actId="20577"/>
        <pc:sldMkLst>
          <pc:docMk/>
          <pc:sldMk cId="3611571112" sldId="263"/>
        </pc:sldMkLst>
        <pc:spChg chg="mod">
          <ac:chgData name="Ronnel D. Palenzuela" userId="27216d6f-a712-48da-bcb2-613e4bc945ac" providerId="ADAL" clId="{16736750-74B4-184C-AACF-97E7E4B9FAA6}" dt="2024-08-11T07:26:40.554" v="869" actId="20577"/>
          <ac:spMkLst>
            <pc:docMk/>
            <pc:sldMk cId="3611571112" sldId="263"/>
            <ac:spMk id="2" creationId="{4B9DC0FD-E73C-26A6-891F-61B461076958}"/>
          </ac:spMkLst>
        </pc:spChg>
        <pc:spChg chg="del mod">
          <ac:chgData name="Ronnel D. Palenzuela" userId="27216d6f-a712-48da-bcb2-613e4bc945ac" providerId="ADAL" clId="{16736750-74B4-184C-AACF-97E7E4B9FAA6}" dt="2024-08-11T05:58:13.516" v="174" actId="478"/>
          <ac:spMkLst>
            <pc:docMk/>
            <pc:sldMk cId="3611571112" sldId="263"/>
            <ac:spMk id="3" creationId="{55CA8846-F5F9-9E2F-7E86-4EDFA1AEFED2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9" creationId="{0DBF1ABE-8590-450D-BB49-BDDCCF3EEA9E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1" creationId="{18D32C3D-8F76-4E99-BE56-0836CC38CC84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3" creationId="{70766076-46F5-42D5-A773-2B3BEF2B8B74}"/>
          </ac:spMkLst>
        </pc:spChg>
        <pc:spChg chg="add del">
          <ac:chgData name="Ronnel D. Palenzuela" userId="27216d6f-a712-48da-bcb2-613e4bc945ac" providerId="ADAL" clId="{16736750-74B4-184C-AACF-97E7E4B9FAA6}" dt="2024-08-11T06:07:07.454" v="259" actId="26606"/>
          <ac:spMkLst>
            <pc:docMk/>
            <pc:sldMk cId="3611571112" sldId="263"/>
            <ac:spMk id="15" creationId="{CB7B90D9-1EC2-4A12-B24A-342C1BCA2FA1}"/>
          </ac:spMkLst>
        </pc:spChg>
        <pc:picChg chg="add del mod">
          <ac:chgData name="Ronnel D. Palenzuela" userId="27216d6f-a712-48da-bcb2-613e4bc945ac" providerId="ADAL" clId="{16736750-74B4-184C-AACF-97E7E4B9FAA6}" dt="2024-08-11T06:09:13.684" v="283" actId="478"/>
          <ac:picMkLst>
            <pc:docMk/>
            <pc:sldMk cId="3611571112" sldId="263"/>
            <ac:picMk id="4" creationId="{C459ACEE-C018-E6AA-F0E7-E4078174E3AF}"/>
          </ac:picMkLst>
        </pc:picChg>
      </pc:sldChg>
      <pc:sldChg chg="modSp mod">
        <pc:chgData name="Ronnel D. Palenzuela" userId="27216d6f-a712-48da-bcb2-613e4bc945ac" providerId="ADAL" clId="{16736750-74B4-184C-AACF-97E7E4B9FAA6}" dt="2024-08-11T05:45:49.289" v="62" actId="207"/>
        <pc:sldMkLst>
          <pc:docMk/>
          <pc:sldMk cId="261940385" sldId="264"/>
        </pc:sldMkLst>
        <pc:spChg chg="mod">
          <ac:chgData name="Ronnel D. Palenzuela" userId="27216d6f-a712-48da-bcb2-613e4bc945ac" providerId="ADAL" clId="{16736750-74B4-184C-AACF-97E7E4B9FAA6}" dt="2024-08-11T05:45:49.289" v="62" actId="207"/>
          <ac:spMkLst>
            <pc:docMk/>
            <pc:sldMk cId="261940385" sldId="264"/>
            <ac:spMk id="3" creationId="{A8B75234-3FB1-B597-DF46-CD5827D3C5AF}"/>
          </ac:spMkLst>
        </pc:spChg>
      </pc:sldChg>
      <pc:sldChg chg="addSp delSp modSp add mod modNotesTx">
        <pc:chgData name="Ronnel D. Palenzuela" userId="27216d6f-a712-48da-bcb2-613e4bc945ac" providerId="ADAL" clId="{16736750-74B4-184C-AACF-97E7E4B9FAA6}" dt="2024-08-11T06:53:23.498" v="651" actId="20577"/>
        <pc:sldMkLst>
          <pc:docMk/>
          <pc:sldMk cId="538568147" sldId="265"/>
        </pc:sldMkLst>
        <pc:spChg chg="mod">
          <ac:chgData name="Ronnel D. Palenzuela" userId="27216d6f-a712-48da-bcb2-613e4bc945ac" providerId="ADAL" clId="{16736750-74B4-184C-AACF-97E7E4B9FAA6}" dt="2024-08-11T06:24:33.995" v="426" actId="20577"/>
          <ac:spMkLst>
            <pc:docMk/>
            <pc:sldMk cId="538568147" sldId="26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53:05.724" v="648" actId="207"/>
          <ac:spMkLst>
            <pc:docMk/>
            <pc:sldMk cId="538568147" sldId="265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736750-74B4-184C-AACF-97E7E4B9FAA6}" dt="2024-08-11T06:53:08.656" v="650" actId="478"/>
          <ac:spMkLst>
            <pc:docMk/>
            <pc:sldMk cId="538568147" sldId="265"/>
            <ac:spMk id="11" creationId="{2E179526-39F5-A7F9-BE56-7FA6A5CD0F1A}"/>
          </ac:spMkLst>
        </pc:spChg>
        <pc:picChg chg="del">
          <ac:chgData name="Ronnel D. Palenzuela" userId="27216d6f-a712-48da-bcb2-613e4bc945ac" providerId="ADAL" clId="{16736750-74B4-184C-AACF-97E7E4B9FAA6}" dt="2024-08-11T06:28:11.603" v="470" actId="478"/>
          <ac:picMkLst>
            <pc:docMk/>
            <pc:sldMk cId="538568147" sldId="265"/>
            <ac:picMk id="4" creationId="{E700435F-1E7A-3EEC-4AA8-86923D600596}"/>
          </ac:picMkLst>
        </pc:picChg>
        <pc:picChg chg="add del mod">
          <ac:chgData name="Ronnel D. Palenzuela" userId="27216d6f-a712-48da-bcb2-613e4bc945ac" providerId="ADAL" clId="{16736750-74B4-184C-AACF-97E7E4B9FAA6}" dt="2024-08-11T06:29:57.039" v="479" actId="478"/>
          <ac:picMkLst>
            <pc:docMk/>
            <pc:sldMk cId="538568147" sldId="265"/>
            <ac:picMk id="5" creationId="{6120C7BE-6D16-542F-8D12-5F374110B259}"/>
          </ac:picMkLst>
        </pc:picChg>
        <pc:picChg chg="add mod">
          <ac:chgData name="Ronnel D. Palenzuela" userId="27216d6f-a712-48da-bcb2-613e4bc945ac" providerId="ADAL" clId="{16736750-74B4-184C-AACF-97E7E4B9FAA6}" dt="2024-08-11T06:37:15.786" v="541" actId="1076"/>
          <ac:picMkLst>
            <pc:docMk/>
            <pc:sldMk cId="538568147" sldId="265"/>
            <ac:picMk id="6" creationId="{E6F66661-8045-D9A5-7A22-9C32CFDC9130}"/>
          </ac:picMkLst>
        </pc:picChg>
        <pc:picChg chg="add mod">
          <ac:chgData name="Ronnel D. Palenzuela" userId="27216d6f-a712-48da-bcb2-613e4bc945ac" providerId="ADAL" clId="{16736750-74B4-184C-AACF-97E7E4B9FAA6}" dt="2024-08-11T06:38:05.418" v="564" actId="1076"/>
          <ac:picMkLst>
            <pc:docMk/>
            <pc:sldMk cId="538568147" sldId="265"/>
            <ac:picMk id="7" creationId="{034B6557-36A5-121F-76C7-3EA4B37D7CFA}"/>
          </ac:picMkLst>
        </pc:picChg>
        <pc:picChg chg="add mod">
          <ac:chgData name="Ronnel D. Palenzuela" userId="27216d6f-a712-48da-bcb2-613e4bc945ac" providerId="ADAL" clId="{16736750-74B4-184C-AACF-97E7E4B9FAA6}" dt="2024-08-11T06:38:07.200" v="565" actId="1076"/>
          <ac:picMkLst>
            <pc:docMk/>
            <pc:sldMk cId="538568147" sldId="265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736750-74B4-184C-AACF-97E7E4B9FAA6}" dt="2024-08-11T06:28:10.344" v="469" actId="478"/>
          <ac:picMkLst>
            <pc:docMk/>
            <pc:sldMk cId="538568147" sldId="265"/>
            <ac:picMk id="9" creationId="{5039F99A-C68C-0B5B-1A0E-5505DF7E762C}"/>
          </ac:picMkLst>
        </pc:picChg>
        <pc:picChg chg="add mod">
          <ac:chgData name="Ronnel D. Palenzuela" userId="27216d6f-a712-48da-bcb2-613e4bc945ac" providerId="ADAL" clId="{16736750-74B4-184C-AACF-97E7E4B9FAA6}" dt="2024-08-11T06:38:14.300" v="567" actId="1076"/>
          <ac:picMkLst>
            <pc:docMk/>
            <pc:sldMk cId="538568147" sldId="265"/>
            <ac:picMk id="10" creationId="{DA4EB7EF-513D-C40D-5DC5-6B39809CDC00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02:04.499" v="710" actId="207"/>
        <pc:sldMkLst>
          <pc:docMk/>
          <pc:sldMk cId="3029220167" sldId="266"/>
        </pc:sldMkLst>
        <pc:spChg chg="mod">
          <ac:chgData name="Ronnel D. Palenzuela" userId="27216d6f-a712-48da-bcb2-613e4bc945ac" providerId="ADAL" clId="{16736750-74B4-184C-AACF-97E7E4B9FAA6}" dt="2024-08-11T06:42:43.526" v="580"/>
          <ac:spMkLst>
            <pc:docMk/>
            <pc:sldMk cId="3029220167" sldId="26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02:04.499" v="710" actId="207"/>
          <ac:spMkLst>
            <pc:docMk/>
            <pc:sldMk cId="3029220167" sldId="266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6:50:04.050" v="627" actId="1076"/>
          <ac:picMkLst>
            <pc:docMk/>
            <pc:sldMk cId="3029220167" sldId="266"/>
            <ac:picMk id="4" creationId="{976997AD-2D0B-ADA0-F7E4-E6B598F2CBB8}"/>
          </ac:picMkLst>
        </pc:picChg>
        <pc:picChg chg="add mod">
          <ac:chgData name="Ronnel D. Palenzuela" userId="27216d6f-a712-48da-bcb2-613e4bc945ac" providerId="ADAL" clId="{16736750-74B4-184C-AACF-97E7E4B9FAA6}" dt="2024-08-11T06:50:05.208" v="628" actId="1076"/>
          <ac:picMkLst>
            <pc:docMk/>
            <pc:sldMk cId="3029220167" sldId="266"/>
            <ac:picMk id="5" creationId="{543B0815-1AAB-9A0C-012F-1501ED91F33D}"/>
          </ac:picMkLst>
        </pc:picChg>
        <pc:picChg chg="del">
          <ac:chgData name="Ronnel D. Palenzuela" userId="27216d6f-a712-48da-bcb2-613e4bc945ac" providerId="ADAL" clId="{16736750-74B4-184C-AACF-97E7E4B9FAA6}" dt="2024-08-11T06:42:45.638" v="581" actId="478"/>
          <ac:picMkLst>
            <pc:docMk/>
            <pc:sldMk cId="3029220167" sldId="266"/>
            <ac:picMk id="6" creationId="{E6F66661-8045-D9A5-7A22-9C32CFDC9130}"/>
          </ac:picMkLst>
        </pc:picChg>
        <pc:picChg chg="del">
          <ac:chgData name="Ronnel D. Palenzuela" userId="27216d6f-a712-48da-bcb2-613e4bc945ac" providerId="ADAL" clId="{16736750-74B4-184C-AACF-97E7E4B9FAA6}" dt="2024-08-11T06:42:46.348" v="583" actId="478"/>
          <ac:picMkLst>
            <pc:docMk/>
            <pc:sldMk cId="3029220167" sldId="266"/>
            <ac:picMk id="7" creationId="{034B6557-36A5-121F-76C7-3EA4B37D7CFA}"/>
          </ac:picMkLst>
        </pc:picChg>
        <pc:picChg chg="del">
          <ac:chgData name="Ronnel D. Palenzuela" userId="27216d6f-a712-48da-bcb2-613e4bc945ac" providerId="ADAL" clId="{16736750-74B4-184C-AACF-97E7E4B9FAA6}" dt="2024-08-11T06:42:46.099" v="582" actId="478"/>
          <ac:picMkLst>
            <pc:docMk/>
            <pc:sldMk cId="3029220167" sldId="266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736750-74B4-184C-AACF-97E7E4B9FAA6}" dt="2024-08-11T06:42:47.223" v="584" actId="478"/>
          <ac:picMkLst>
            <pc:docMk/>
            <pc:sldMk cId="3029220167" sldId="266"/>
            <ac:picMk id="10" creationId="{DA4EB7EF-513D-C40D-5DC5-6B39809CDC00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6:58:25.859" v="689" actId="1076"/>
        <pc:sldMkLst>
          <pc:docMk/>
          <pc:sldMk cId="3285671655" sldId="267"/>
        </pc:sldMkLst>
        <pc:spChg chg="mod">
          <ac:chgData name="Ronnel D. Palenzuela" userId="27216d6f-a712-48da-bcb2-613e4bc945ac" providerId="ADAL" clId="{16736750-74B4-184C-AACF-97E7E4B9FAA6}" dt="2024-08-11T06:51:36.841" v="633"/>
          <ac:spMkLst>
            <pc:docMk/>
            <pc:sldMk cId="3285671655" sldId="26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6:55:05.721" v="666" actId="207"/>
          <ac:spMkLst>
            <pc:docMk/>
            <pc:sldMk cId="3285671655" sldId="267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6:56:21.472" v="668" actId="22"/>
          <ac:spMkLst>
            <pc:docMk/>
            <pc:sldMk cId="3285671655" sldId="267"/>
            <ac:spMk id="7" creationId="{596F8A18-C394-6B31-5658-595AADFFEFA2}"/>
          </ac:spMkLst>
        </pc:spChg>
        <pc:picChg chg="del">
          <ac:chgData name="Ronnel D. Palenzuela" userId="27216d6f-a712-48da-bcb2-613e4bc945ac" providerId="ADAL" clId="{16736750-74B4-184C-AACF-97E7E4B9FAA6}" dt="2024-08-11T06:51:38.803" v="634" actId="478"/>
          <ac:picMkLst>
            <pc:docMk/>
            <pc:sldMk cId="3285671655" sldId="267"/>
            <ac:picMk id="4" creationId="{976997AD-2D0B-ADA0-F7E4-E6B598F2CBB8}"/>
          </ac:picMkLst>
        </pc:picChg>
        <pc:picChg chg="del">
          <ac:chgData name="Ronnel D. Palenzuela" userId="27216d6f-a712-48da-bcb2-613e4bc945ac" providerId="ADAL" clId="{16736750-74B4-184C-AACF-97E7E4B9FAA6}" dt="2024-08-11T06:51:39.955" v="635" actId="478"/>
          <ac:picMkLst>
            <pc:docMk/>
            <pc:sldMk cId="3285671655" sldId="267"/>
            <ac:picMk id="5" creationId="{543B0815-1AAB-9A0C-012F-1501ED91F33D}"/>
          </ac:picMkLst>
        </pc:picChg>
        <pc:picChg chg="add mod">
          <ac:chgData name="Ronnel D. Palenzuela" userId="27216d6f-a712-48da-bcb2-613e4bc945ac" providerId="ADAL" clId="{16736750-74B4-184C-AACF-97E7E4B9FAA6}" dt="2024-08-11T06:57:04.182" v="677" actId="1076"/>
          <ac:picMkLst>
            <pc:docMk/>
            <pc:sldMk cId="3285671655" sldId="267"/>
            <ac:picMk id="8" creationId="{35691684-4C7D-7C51-9845-5864FCF62DB6}"/>
          </ac:picMkLst>
        </pc:picChg>
        <pc:picChg chg="add mod">
          <ac:chgData name="Ronnel D. Palenzuela" userId="27216d6f-a712-48da-bcb2-613e4bc945ac" providerId="ADAL" clId="{16736750-74B4-184C-AACF-97E7E4B9FAA6}" dt="2024-08-11T06:58:22.395" v="688" actId="1076"/>
          <ac:picMkLst>
            <pc:docMk/>
            <pc:sldMk cId="3285671655" sldId="267"/>
            <ac:picMk id="9" creationId="{F54E6630-57D0-5DF2-6976-D72FAC436DA6}"/>
          </ac:picMkLst>
        </pc:picChg>
        <pc:picChg chg="add mod">
          <ac:chgData name="Ronnel D. Palenzuela" userId="27216d6f-a712-48da-bcb2-613e4bc945ac" providerId="ADAL" clId="{16736750-74B4-184C-AACF-97E7E4B9FAA6}" dt="2024-08-11T06:58:25.859" v="689" actId="1076"/>
          <ac:picMkLst>
            <pc:docMk/>
            <pc:sldMk cId="3285671655" sldId="267"/>
            <ac:picMk id="10" creationId="{13055B59-E94F-ADE5-68C0-75FBEF4CB41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12:26.720" v="817" actId="20577"/>
        <pc:sldMkLst>
          <pc:docMk/>
          <pc:sldMk cId="1637530094" sldId="268"/>
        </pc:sldMkLst>
        <pc:spChg chg="mod">
          <ac:chgData name="Ronnel D. Palenzuela" userId="27216d6f-a712-48da-bcb2-613e4bc945ac" providerId="ADAL" clId="{16736750-74B4-184C-AACF-97E7E4B9FAA6}" dt="2024-08-11T07:00:32.200" v="691"/>
          <ac:spMkLst>
            <pc:docMk/>
            <pc:sldMk cId="1637530094" sldId="26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06:36.137" v="780" actId="207"/>
          <ac:spMkLst>
            <pc:docMk/>
            <pc:sldMk cId="1637530094" sldId="26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7:11:16.031" v="804" actId="1076"/>
          <ac:picMkLst>
            <pc:docMk/>
            <pc:sldMk cId="1637530094" sldId="268"/>
            <ac:picMk id="4" creationId="{8DAC9A4B-5053-02D1-90FB-C7079F1A4364}"/>
          </ac:picMkLst>
        </pc:picChg>
        <pc:picChg chg="add mod">
          <ac:chgData name="Ronnel D. Palenzuela" userId="27216d6f-a712-48da-bcb2-613e4bc945ac" providerId="ADAL" clId="{16736750-74B4-184C-AACF-97E7E4B9FAA6}" dt="2024-08-11T07:11:22.625" v="808" actId="1076"/>
          <ac:picMkLst>
            <pc:docMk/>
            <pc:sldMk cId="1637530094" sldId="268"/>
            <ac:picMk id="5" creationId="{BBAB1D32-E234-CA12-BE46-CDECE16B2766}"/>
          </ac:picMkLst>
        </pc:picChg>
        <pc:picChg chg="add mod">
          <ac:chgData name="Ronnel D. Palenzuela" userId="27216d6f-a712-48da-bcb2-613e4bc945ac" providerId="ADAL" clId="{16736750-74B4-184C-AACF-97E7E4B9FAA6}" dt="2024-08-11T07:11:16.947" v="805" actId="1076"/>
          <ac:picMkLst>
            <pc:docMk/>
            <pc:sldMk cId="1637530094" sldId="268"/>
            <ac:picMk id="6" creationId="{A1B4DA84-5E5D-50EE-1E64-F68500316F28}"/>
          </ac:picMkLst>
        </pc:picChg>
        <pc:picChg chg="del">
          <ac:chgData name="Ronnel D. Palenzuela" userId="27216d6f-a712-48da-bcb2-613e4bc945ac" providerId="ADAL" clId="{16736750-74B4-184C-AACF-97E7E4B9FAA6}" dt="2024-08-11T07:00:35.202" v="692" actId="478"/>
          <ac:picMkLst>
            <pc:docMk/>
            <pc:sldMk cId="1637530094" sldId="268"/>
            <ac:picMk id="8" creationId="{35691684-4C7D-7C51-9845-5864FCF62DB6}"/>
          </ac:picMkLst>
        </pc:picChg>
        <pc:picChg chg="del">
          <ac:chgData name="Ronnel D. Palenzuela" userId="27216d6f-a712-48da-bcb2-613e4bc945ac" providerId="ADAL" clId="{16736750-74B4-184C-AACF-97E7E4B9FAA6}" dt="2024-08-11T07:00:35.776" v="694" actId="478"/>
          <ac:picMkLst>
            <pc:docMk/>
            <pc:sldMk cId="1637530094" sldId="268"/>
            <ac:picMk id="9" creationId="{F54E6630-57D0-5DF2-6976-D72FAC436DA6}"/>
          </ac:picMkLst>
        </pc:picChg>
        <pc:picChg chg="del">
          <ac:chgData name="Ronnel D. Palenzuela" userId="27216d6f-a712-48da-bcb2-613e4bc945ac" providerId="ADAL" clId="{16736750-74B4-184C-AACF-97E7E4B9FAA6}" dt="2024-08-11T07:00:35.569" v="693" actId="478"/>
          <ac:picMkLst>
            <pc:docMk/>
            <pc:sldMk cId="1637530094" sldId="268"/>
            <ac:picMk id="10" creationId="{13055B59-E94F-ADE5-68C0-75FBEF4CB41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7:44:59.535" v="983" actId="1076"/>
        <pc:sldMkLst>
          <pc:docMk/>
          <pc:sldMk cId="4018365145" sldId="269"/>
        </pc:sldMkLst>
        <pc:spChg chg="mod">
          <ac:chgData name="Ronnel D. Palenzuela" userId="27216d6f-a712-48da-bcb2-613e4bc945ac" providerId="ADAL" clId="{16736750-74B4-184C-AACF-97E7E4B9FAA6}" dt="2024-08-11T07:16:05.119" v="827"/>
          <ac:spMkLst>
            <pc:docMk/>
            <pc:sldMk cId="4018365145" sldId="26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7:35:30.083" v="915" actId="20577"/>
          <ac:spMkLst>
            <pc:docMk/>
            <pc:sldMk cId="4018365145" sldId="269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736750-74B4-184C-AACF-97E7E4B9FAA6}" dt="2024-08-11T07:32:02.501" v="903" actId="478"/>
          <ac:spMkLst>
            <pc:docMk/>
            <pc:sldMk cId="4018365145" sldId="269"/>
            <ac:spMk id="10" creationId="{2210EC6B-E565-AE8A-6A22-E5A42BCDC8C6}"/>
          </ac:spMkLst>
        </pc:spChg>
        <pc:picChg chg="add del">
          <ac:chgData name="Ronnel D. Palenzuela" userId="27216d6f-a712-48da-bcb2-613e4bc945ac" providerId="ADAL" clId="{16736750-74B4-184C-AACF-97E7E4B9FAA6}" dt="2024-08-11T07:12:39.765" v="821" actId="478"/>
          <ac:picMkLst>
            <pc:docMk/>
            <pc:sldMk cId="4018365145" sldId="269"/>
            <ac:picMk id="4" creationId="{8DAC9A4B-5053-02D1-90FB-C7079F1A4364}"/>
          </ac:picMkLst>
        </pc:picChg>
        <pc:picChg chg="add del">
          <ac:chgData name="Ronnel D. Palenzuela" userId="27216d6f-a712-48da-bcb2-613e4bc945ac" providerId="ADAL" clId="{16736750-74B4-184C-AACF-97E7E4B9FAA6}" dt="2024-08-11T07:12:39.556" v="820" actId="478"/>
          <ac:picMkLst>
            <pc:docMk/>
            <pc:sldMk cId="4018365145" sldId="269"/>
            <ac:picMk id="5" creationId="{BBAB1D32-E234-CA12-BE46-CDECE16B2766}"/>
          </ac:picMkLst>
        </pc:picChg>
        <pc:picChg chg="add del">
          <ac:chgData name="Ronnel D. Palenzuela" userId="27216d6f-a712-48da-bcb2-613e4bc945ac" providerId="ADAL" clId="{16736750-74B4-184C-AACF-97E7E4B9FAA6}" dt="2024-08-11T07:12:39.082" v="819" actId="478"/>
          <ac:picMkLst>
            <pc:docMk/>
            <pc:sldMk cId="4018365145" sldId="269"/>
            <ac:picMk id="6" creationId="{A1B4DA84-5E5D-50EE-1E64-F68500316F28}"/>
          </ac:picMkLst>
        </pc:picChg>
        <pc:picChg chg="add del mod modCrop">
          <ac:chgData name="Ronnel D. Palenzuela" userId="27216d6f-a712-48da-bcb2-613e4bc945ac" providerId="ADAL" clId="{16736750-74B4-184C-AACF-97E7E4B9FAA6}" dt="2024-08-11T07:25:14.336" v="838" actId="478"/>
          <ac:picMkLst>
            <pc:docMk/>
            <pc:sldMk cId="4018365145" sldId="269"/>
            <ac:picMk id="7" creationId="{24E2E089-CDE5-B152-E63B-AF3B2C77DA83}"/>
          </ac:picMkLst>
        </pc:picChg>
        <pc:picChg chg="add mod">
          <ac:chgData name="Ronnel D. Palenzuela" userId="27216d6f-a712-48da-bcb2-613e4bc945ac" providerId="ADAL" clId="{16736750-74B4-184C-AACF-97E7E4B9FAA6}" dt="2024-08-11T07:44:45.826" v="980" actId="1076"/>
          <ac:picMkLst>
            <pc:docMk/>
            <pc:sldMk cId="4018365145" sldId="269"/>
            <ac:picMk id="8" creationId="{0B4C34F2-2634-FB62-A93A-843DDDFAA85D}"/>
          </ac:picMkLst>
        </pc:picChg>
        <pc:picChg chg="add mod">
          <ac:chgData name="Ronnel D. Palenzuela" userId="27216d6f-a712-48da-bcb2-613e4bc945ac" providerId="ADAL" clId="{16736750-74B4-184C-AACF-97E7E4B9FAA6}" dt="2024-08-11T07:44:44.353" v="979" actId="1076"/>
          <ac:picMkLst>
            <pc:docMk/>
            <pc:sldMk cId="4018365145" sldId="269"/>
            <ac:picMk id="9" creationId="{0A80EF80-4C5E-8CE0-3F3B-ECF4BE782924}"/>
          </ac:picMkLst>
        </pc:picChg>
        <pc:picChg chg="add mod">
          <ac:chgData name="Ronnel D. Palenzuela" userId="27216d6f-a712-48da-bcb2-613e4bc945ac" providerId="ADAL" clId="{16736750-74B4-184C-AACF-97E7E4B9FAA6}" dt="2024-08-11T07:44:59.535" v="983" actId="1076"/>
          <ac:picMkLst>
            <pc:docMk/>
            <pc:sldMk cId="4018365145" sldId="269"/>
            <ac:picMk id="11" creationId="{366A9246-6DE2-2DC2-8255-E647DD2BB3B9}"/>
          </ac:picMkLst>
        </pc:picChg>
        <pc:picChg chg="add mod">
          <ac:chgData name="Ronnel D. Palenzuela" userId="27216d6f-a712-48da-bcb2-613e4bc945ac" providerId="ADAL" clId="{16736750-74B4-184C-AACF-97E7E4B9FAA6}" dt="2024-08-11T07:44:56.447" v="982" actId="1076"/>
          <ac:picMkLst>
            <pc:docMk/>
            <pc:sldMk cId="4018365145" sldId="269"/>
            <ac:picMk id="12" creationId="{26BABAC0-44F4-586F-DED0-718E3F89CC72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05:47.119" v="1143" actId="20577"/>
        <pc:sldMkLst>
          <pc:docMk/>
          <pc:sldMk cId="1107698705" sldId="270"/>
        </pc:sldMkLst>
        <pc:spChg chg="mod">
          <ac:chgData name="Ronnel D. Palenzuela" userId="27216d6f-a712-48da-bcb2-613e4bc945ac" providerId="ADAL" clId="{16736750-74B4-184C-AACF-97E7E4B9FAA6}" dt="2024-08-11T07:46:29.276" v="985"/>
          <ac:spMkLst>
            <pc:docMk/>
            <pc:sldMk cId="1107698705" sldId="27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05:47.119" v="1143" actId="20577"/>
          <ac:spMkLst>
            <pc:docMk/>
            <pc:sldMk cId="1107698705" sldId="270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07:47:33" v="994" actId="22"/>
          <ac:spMkLst>
            <pc:docMk/>
            <pc:sldMk cId="1107698705" sldId="270"/>
            <ac:spMk id="5" creationId="{0260329E-59D7-30D5-FD3B-CA26C6DA4CC2}"/>
          </ac:spMkLst>
        </pc:spChg>
        <pc:picChg chg="add del mod">
          <ac:chgData name="Ronnel D. Palenzuela" userId="27216d6f-a712-48da-bcb2-613e4bc945ac" providerId="ADAL" clId="{16736750-74B4-184C-AACF-97E7E4B9FAA6}" dt="2024-08-11T08:04:21.279" v="1113" actId="478"/>
          <ac:picMkLst>
            <pc:docMk/>
            <pc:sldMk cId="1107698705" sldId="270"/>
            <ac:picMk id="6" creationId="{F6F0913D-5280-6557-E0D6-37177696C3FE}"/>
          </ac:picMkLst>
        </pc:picChg>
        <pc:picChg chg="add del mod">
          <ac:chgData name="Ronnel D. Palenzuela" userId="27216d6f-a712-48da-bcb2-613e4bc945ac" providerId="ADAL" clId="{16736750-74B4-184C-AACF-97E7E4B9FAA6}" dt="2024-08-11T08:04:30.393" v="1121" actId="478"/>
          <ac:picMkLst>
            <pc:docMk/>
            <pc:sldMk cId="1107698705" sldId="270"/>
            <ac:picMk id="7" creationId="{73AC98AD-0135-55B1-7582-41B411BF169A}"/>
          </ac:picMkLst>
        </pc:picChg>
        <pc:picChg chg="del">
          <ac:chgData name="Ronnel D. Palenzuela" userId="27216d6f-a712-48da-bcb2-613e4bc945ac" providerId="ADAL" clId="{16736750-74B4-184C-AACF-97E7E4B9FAA6}" dt="2024-08-11T07:46:30.576" v="986" actId="478"/>
          <ac:picMkLst>
            <pc:docMk/>
            <pc:sldMk cId="1107698705" sldId="270"/>
            <ac:picMk id="8" creationId="{0B4C34F2-2634-FB62-A93A-843DDDFAA85D}"/>
          </ac:picMkLst>
        </pc:picChg>
        <pc:picChg chg="del">
          <ac:chgData name="Ronnel D. Palenzuela" userId="27216d6f-a712-48da-bcb2-613e4bc945ac" providerId="ADAL" clId="{16736750-74B4-184C-AACF-97E7E4B9FAA6}" dt="2024-08-11T07:46:30.931" v="987" actId="478"/>
          <ac:picMkLst>
            <pc:docMk/>
            <pc:sldMk cId="1107698705" sldId="270"/>
            <ac:picMk id="9" creationId="{0A80EF80-4C5E-8CE0-3F3B-ECF4BE782924}"/>
          </ac:picMkLst>
        </pc:picChg>
        <pc:picChg chg="add del mod">
          <ac:chgData name="Ronnel D. Palenzuela" userId="27216d6f-a712-48da-bcb2-613e4bc945ac" providerId="ADAL" clId="{16736750-74B4-184C-AACF-97E7E4B9FAA6}" dt="2024-08-11T08:04:21.761" v="1114" actId="478"/>
          <ac:picMkLst>
            <pc:docMk/>
            <pc:sldMk cId="1107698705" sldId="270"/>
            <ac:picMk id="10" creationId="{FB900905-76C3-10D6-5718-53388A3313CC}"/>
          </ac:picMkLst>
        </pc:picChg>
        <pc:picChg chg="del">
          <ac:chgData name="Ronnel D. Palenzuela" userId="27216d6f-a712-48da-bcb2-613e4bc945ac" providerId="ADAL" clId="{16736750-74B4-184C-AACF-97E7E4B9FAA6}" dt="2024-08-11T07:46:31.747" v="989" actId="478"/>
          <ac:picMkLst>
            <pc:docMk/>
            <pc:sldMk cId="1107698705" sldId="270"/>
            <ac:picMk id="11" creationId="{366A9246-6DE2-2DC2-8255-E647DD2BB3B9}"/>
          </ac:picMkLst>
        </pc:picChg>
        <pc:picChg chg="del">
          <ac:chgData name="Ronnel D. Palenzuela" userId="27216d6f-a712-48da-bcb2-613e4bc945ac" providerId="ADAL" clId="{16736750-74B4-184C-AACF-97E7E4B9FAA6}" dt="2024-08-11T07:46:31.281" v="988" actId="478"/>
          <ac:picMkLst>
            <pc:docMk/>
            <pc:sldMk cId="1107698705" sldId="270"/>
            <ac:picMk id="12" creationId="{26BABAC0-44F4-586F-DED0-718E3F89CC72}"/>
          </ac:picMkLst>
        </pc:picChg>
        <pc:picChg chg="add del mod">
          <ac:chgData name="Ronnel D. Palenzuela" userId="27216d6f-a712-48da-bcb2-613e4bc945ac" providerId="ADAL" clId="{16736750-74B4-184C-AACF-97E7E4B9FAA6}" dt="2024-08-11T08:04:34.244" v="1123" actId="478"/>
          <ac:picMkLst>
            <pc:docMk/>
            <pc:sldMk cId="1107698705" sldId="270"/>
            <ac:picMk id="13" creationId="{40D2E8AD-13B2-4451-835B-FE5BF5DE9D4C}"/>
          </ac:picMkLst>
        </pc:picChg>
        <pc:picChg chg="add mod">
          <ac:chgData name="Ronnel D. Palenzuela" userId="27216d6f-a712-48da-bcb2-613e4bc945ac" providerId="ADAL" clId="{16736750-74B4-184C-AACF-97E7E4B9FAA6}" dt="2024-08-11T08:04:58.108" v="1137" actId="1076"/>
          <ac:picMkLst>
            <pc:docMk/>
            <pc:sldMk cId="1107698705" sldId="270"/>
            <ac:picMk id="14" creationId="{DEEFCEAC-1237-459D-26DA-27A3A5A33B86}"/>
          </ac:picMkLst>
        </pc:picChg>
        <pc:picChg chg="add mod">
          <ac:chgData name="Ronnel D. Palenzuela" userId="27216d6f-a712-48da-bcb2-613e4bc945ac" providerId="ADAL" clId="{16736750-74B4-184C-AACF-97E7E4B9FAA6}" dt="2024-08-11T08:04:59.410" v="1138" actId="1076"/>
          <ac:picMkLst>
            <pc:docMk/>
            <pc:sldMk cId="1107698705" sldId="270"/>
            <ac:picMk id="15" creationId="{A5B516AB-1652-AF5A-4C75-50F95BAF6284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30:17.053" v="1250" actId="20577"/>
        <pc:sldMkLst>
          <pc:docMk/>
          <pc:sldMk cId="4120804606" sldId="271"/>
        </pc:sldMkLst>
        <pc:spChg chg="mod">
          <ac:chgData name="Ronnel D. Palenzuela" userId="27216d6f-a712-48da-bcb2-613e4bc945ac" providerId="ADAL" clId="{16736750-74B4-184C-AACF-97E7E4B9FAA6}" dt="2024-08-11T08:08:21.681" v="1145"/>
          <ac:spMkLst>
            <pc:docMk/>
            <pc:sldMk cId="4120804606" sldId="27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30:17.053" v="1250" actId="20577"/>
          <ac:spMkLst>
            <pc:docMk/>
            <pc:sldMk cId="4120804606" sldId="271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736750-74B4-184C-AACF-97E7E4B9FAA6}" dt="2024-08-11T08:09:48.461" v="1154" actId="478"/>
          <ac:picMkLst>
            <pc:docMk/>
            <pc:sldMk cId="4120804606" sldId="271"/>
            <ac:picMk id="4" creationId="{05CF3097-3CF3-75ED-05FC-9536932B2EE9}"/>
          </ac:picMkLst>
        </pc:picChg>
        <pc:picChg chg="add del mod">
          <ac:chgData name="Ronnel D. Palenzuela" userId="27216d6f-a712-48da-bcb2-613e4bc945ac" providerId="ADAL" clId="{16736750-74B4-184C-AACF-97E7E4B9FAA6}" dt="2024-08-11T08:18:17.760" v="1203" actId="478"/>
          <ac:picMkLst>
            <pc:docMk/>
            <pc:sldMk cId="4120804606" sldId="271"/>
            <ac:picMk id="5" creationId="{665C9A19-3821-78C6-FC0A-487058CA88E4}"/>
          </ac:picMkLst>
        </pc:picChg>
        <pc:picChg chg="add del mod">
          <ac:chgData name="Ronnel D. Palenzuela" userId="27216d6f-a712-48da-bcb2-613e4bc945ac" providerId="ADAL" clId="{16736750-74B4-184C-AACF-97E7E4B9FAA6}" dt="2024-08-11T08:18:10.881" v="1199" actId="478"/>
          <ac:picMkLst>
            <pc:docMk/>
            <pc:sldMk cId="4120804606" sldId="271"/>
            <ac:picMk id="6" creationId="{571E8300-9783-5EBD-3CC8-5324DBDFD52C}"/>
          </ac:picMkLst>
        </pc:picChg>
        <pc:picChg chg="add del mod">
          <ac:chgData name="Ronnel D. Palenzuela" userId="27216d6f-a712-48da-bcb2-613e4bc945ac" providerId="ADAL" clId="{16736750-74B4-184C-AACF-97E7E4B9FAA6}" dt="2024-08-11T08:19:22.200" v="1207" actId="478"/>
          <ac:picMkLst>
            <pc:docMk/>
            <pc:sldMk cId="4120804606" sldId="271"/>
            <ac:picMk id="7" creationId="{28745F73-0D36-24F7-98C0-E083AC4F1A88}"/>
          </ac:picMkLst>
        </pc:picChg>
        <pc:picChg chg="add mod">
          <ac:chgData name="Ronnel D. Palenzuela" userId="27216d6f-a712-48da-bcb2-613e4bc945ac" providerId="ADAL" clId="{16736750-74B4-184C-AACF-97E7E4B9FAA6}" dt="2024-08-11T08:28:37.501" v="1248" actId="1076"/>
          <ac:picMkLst>
            <pc:docMk/>
            <pc:sldMk cId="4120804606" sldId="271"/>
            <ac:picMk id="8" creationId="{762CEDE9-A9D3-C688-E605-DC73BE380267}"/>
          </ac:picMkLst>
        </pc:picChg>
        <pc:picChg chg="add del mod">
          <ac:chgData name="Ronnel D. Palenzuela" userId="27216d6f-a712-48da-bcb2-613e4bc945ac" providerId="ADAL" clId="{16736750-74B4-184C-AACF-97E7E4B9FAA6}" dt="2024-08-11T08:21:51.715" v="1233" actId="478"/>
          <ac:picMkLst>
            <pc:docMk/>
            <pc:sldMk cId="4120804606" sldId="271"/>
            <ac:picMk id="9" creationId="{B6DAC2B0-EC1A-2208-6BFC-EAB9EA85DF1C}"/>
          </ac:picMkLst>
        </pc:picChg>
        <pc:picChg chg="add mod">
          <ac:chgData name="Ronnel D. Palenzuela" userId="27216d6f-a712-48da-bcb2-613e4bc945ac" providerId="ADAL" clId="{16736750-74B4-184C-AACF-97E7E4B9FAA6}" dt="2024-08-11T08:28:33.027" v="1244" actId="1076"/>
          <ac:picMkLst>
            <pc:docMk/>
            <pc:sldMk cId="4120804606" sldId="271"/>
            <ac:picMk id="11" creationId="{14161C46-4147-A2BC-6E6B-03C93F3A5393}"/>
          </ac:picMkLst>
        </pc:picChg>
        <pc:picChg chg="del">
          <ac:chgData name="Ronnel D. Palenzuela" userId="27216d6f-a712-48da-bcb2-613e4bc945ac" providerId="ADAL" clId="{16736750-74B4-184C-AACF-97E7E4B9FAA6}" dt="2024-08-11T08:08:26.254" v="1146" actId="478"/>
          <ac:picMkLst>
            <pc:docMk/>
            <pc:sldMk cId="4120804606" sldId="271"/>
            <ac:picMk id="14" creationId="{DEEFCEAC-1237-459D-26DA-27A3A5A33B86}"/>
          </ac:picMkLst>
        </pc:picChg>
        <pc:picChg chg="del">
          <ac:chgData name="Ronnel D. Palenzuela" userId="27216d6f-a712-48da-bcb2-613e4bc945ac" providerId="ADAL" clId="{16736750-74B4-184C-AACF-97E7E4B9FAA6}" dt="2024-08-11T08:08:26.809" v="1147" actId="478"/>
          <ac:picMkLst>
            <pc:docMk/>
            <pc:sldMk cId="4120804606" sldId="271"/>
            <ac:picMk id="15" creationId="{A5B516AB-1652-AF5A-4C75-50F95BAF6284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8:38:43.052" v="1339" actId="20577"/>
        <pc:sldMkLst>
          <pc:docMk/>
          <pc:sldMk cId="2005021045" sldId="272"/>
        </pc:sldMkLst>
        <pc:spChg chg="mod">
          <ac:chgData name="Ronnel D. Palenzuela" userId="27216d6f-a712-48da-bcb2-613e4bc945ac" providerId="ADAL" clId="{16736750-74B4-184C-AACF-97E7E4B9FAA6}" dt="2024-08-11T08:33:35.166" v="1280" actId="20577"/>
          <ac:spMkLst>
            <pc:docMk/>
            <pc:sldMk cId="2005021045" sldId="27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8:38:43.052" v="1339" actId="20577"/>
          <ac:spMkLst>
            <pc:docMk/>
            <pc:sldMk cId="2005021045" sldId="272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8:38:33.161" v="1335" actId="1076"/>
          <ac:picMkLst>
            <pc:docMk/>
            <pc:sldMk cId="2005021045" sldId="272"/>
            <ac:picMk id="4" creationId="{C58E0955-A6E5-3DF9-60B5-434CA13B5223}"/>
          </ac:picMkLst>
        </pc:picChg>
        <pc:picChg chg="add mod">
          <ac:chgData name="Ronnel D. Palenzuela" userId="27216d6f-a712-48da-bcb2-613e4bc945ac" providerId="ADAL" clId="{16736750-74B4-184C-AACF-97E7E4B9FAA6}" dt="2024-08-11T08:38:22.972" v="1329" actId="1076"/>
          <ac:picMkLst>
            <pc:docMk/>
            <pc:sldMk cId="2005021045" sldId="272"/>
            <ac:picMk id="5" creationId="{011B8271-BC30-5D9C-4A14-C6A2BD722232}"/>
          </ac:picMkLst>
        </pc:picChg>
        <pc:picChg chg="add mod">
          <ac:chgData name="Ronnel D. Palenzuela" userId="27216d6f-a712-48da-bcb2-613e4bc945ac" providerId="ADAL" clId="{16736750-74B4-184C-AACF-97E7E4B9FAA6}" dt="2024-08-11T08:38:30.888" v="1333" actId="1076"/>
          <ac:picMkLst>
            <pc:docMk/>
            <pc:sldMk cId="2005021045" sldId="272"/>
            <ac:picMk id="6" creationId="{7318861F-9B77-C07E-C1CE-32F286B82B60}"/>
          </ac:picMkLst>
        </pc:picChg>
        <pc:picChg chg="add mod">
          <ac:chgData name="Ronnel D. Palenzuela" userId="27216d6f-a712-48da-bcb2-613e4bc945ac" providerId="ADAL" clId="{16736750-74B4-184C-AACF-97E7E4B9FAA6}" dt="2024-08-11T08:38:32.013" v="1334" actId="1076"/>
          <ac:picMkLst>
            <pc:docMk/>
            <pc:sldMk cId="2005021045" sldId="272"/>
            <ac:picMk id="7" creationId="{C8697425-57CC-FF65-50F6-27D241D928DA}"/>
          </ac:picMkLst>
        </pc:picChg>
        <pc:picChg chg="del">
          <ac:chgData name="Ronnel D. Palenzuela" userId="27216d6f-a712-48da-bcb2-613e4bc945ac" providerId="ADAL" clId="{16736750-74B4-184C-AACF-97E7E4B9FAA6}" dt="2024-08-11T08:30:57.107" v="1253" actId="478"/>
          <ac:picMkLst>
            <pc:docMk/>
            <pc:sldMk cId="2005021045" sldId="272"/>
            <ac:picMk id="8" creationId="{762CEDE9-A9D3-C688-E605-DC73BE380267}"/>
          </ac:picMkLst>
        </pc:picChg>
        <pc:picChg chg="del">
          <ac:chgData name="Ronnel D. Palenzuela" userId="27216d6f-a712-48da-bcb2-613e4bc945ac" providerId="ADAL" clId="{16736750-74B4-184C-AACF-97E7E4B9FAA6}" dt="2024-08-11T08:30:57.503" v="1254" actId="478"/>
          <ac:picMkLst>
            <pc:docMk/>
            <pc:sldMk cId="2005021045" sldId="272"/>
            <ac:picMk id="11" creationId="{14161C46-4147-A2BC-6E6B-03C93F3A5393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9:34:36.582" v="1494" actId="207"/>
        <pc:sldMkLst>
          <pc:docMk/>
          <pc:sldMk cId="716507679" sldId="273"/>
        </pc:sldMkLst>
        <pc:spChg chg="mod">
          <ac:chgData name="Ronnel D. Palenzuela" userId="27216d6f-a712-48da-bcb2-613e4bc945ac" providerId="ADAL" clId="{16736750-74B4-184C-AACF-97E7E4B9FAA6}" dt="2024-08-11T09:27:17.626" v="1447"/>
          <ac:spMkLst>
            <pc:docMk/>
            <pc:sldMk cId="716507679" sldId="27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9:34:36.582" v="1494" actId="207"/>
          <ac:spMkLst>
            <pc:docMk/>
            <pc:sldMk cId="716507679" sldId="273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08:41:45.309" v="1346" actId="478"/>
          <ac:picMkLst>
            <pc:docMk/>
            <pc:sldMk cId="716507679" sldId="273"/>
            <ac:picMk id="4" creationId="{C58E0955-A6E5-3DF9-60B5-434CA13B5223}"/>
          </ac:picMkLst>
        </pc:picChg>
        <pc:picChg chg="del">
          <ac:chgData name="Ronnel D. Palenzuela" userId="27216d6f-a712-48da-bcb2-613e4bc945ac" providerId="ADAL" clId="{16736750-74B4-184C-AACF-97E7E4B9FAA6}" dt="2024-08-11T08:41:44.959" v="1345" actId="478"/>
          <ac:picMkLst>
            <pc:docMk/>
            <pc:sldMk cId="716507679" sldId="273"/>
            <ac:picMk id="5" creationId="{011B8271-BC30-5D9C-4A14-C6A2BD722232}"/>
          </ac:picMkLst>
        </pc:picChg>
        <pc:picChg chg="del">
          <ac:chgData name="Ronnel D. Palenzuela" userId="27216d6f-a712-48da-bcb2-613e4bc945ac" providerId="ADAL" clId="{16736750-74B4-184C-AACF-97E7E4B9FAA6}" dt="2024-08-11T08:41:44.691" v="1344" actId="478"/>
          <ac:picMkLst>
            <pc:docMk/>
            <pc:sldMk cId="716507679" sldId="273"/>
            <ac:picMk id="6" creationId="{7318861F-9B77-C07E-C1CE-32F286B82B60}"/>
          </ac:picMkLst>
        </pc:picChg>
        <pc:picChg chg="del">
          <ac:chgData name="Ronnel D. Palenzuela" userId="27216d6f-a712-48da-bcb2-613e4bc945ac" providerId="ADAL" clId="{16736750-74B4-184C-AACF-97E7E4B9FAA6}" dt="2024-08-11T08:41:44.331" v="1343" actId="478"/>
          <ac:picMkLst>
            <pc:docMk/>
            <pc:sldMk cId="716507679" sldId="273"/>
            <ac:picMk id="7" creationId="{C8697425-57CC-FF65-50F6-27D241D928DA}"/>
          </ac:picMkLst>
        </pc:picChg>
        <pc:picChg chg="add mod">
          <ac:chgData name="Ronnel D. Palenzuela" userId="27216d6f-a712-48da-bcb2-613e4bc945ac" providerId="ADAL" clId="{16736750-74B4-184C-AACF-97E7E4B9FAA6}" dt="2024-08-11T09:33:19.257" v="1478" actId="1076"/>
          <ac:picMkLst>
            <pc:docMk/>
            <pc:sldMk cId="716507679" sldId="273"/>
            <ac:picMk id="8" creationId="{6A41232A-1391-85E0-E984-111E1B99BCB9}"/>
          </ac:picMkLst>
        </pc:picChg>
        <pc:picChg chg="add mod">
          <ac:chgData name="Ronnel D. Palenzuela" userId="27216d6f-a712-48da-bcb2-613e4bc945ac" providerId="ADAL" clId="{16736750-74B4-184C-AACF-97E7E4B9FAA6}" dt="2024-08-11T09:33:17.730" v="1477" actId="1076"/>
          <ac:picMkLst>
            <pc:docMk/>
            <pc:sldMk cId="716507679" sldId="273"/>
            <ac:picMk id="9" creationId="{EC279DBC-B987-F36B-2CF3-861842904062}"/>
          </ac:picMkLst>
        </pc:picChg>
      </pc:sldChg>
      <pc:sldChg chg="modSp add del mod">
        <pc:chgData name="Ronnel D. Palenzuela" userId="27216d6f-a712-48da-bcb2-613e4bc945ac" providerId="ADAL" clId="{16736750-74B4-184C-AACF-97E7E4B9FAA6}" dt="2024-08-11T09:23:48.477" v="1385" actId="2696"/>
        <pc:sldMkLst>
          <pc:docMk/>
          <pc:sldMk cId="1830806133" sldId="274"/>
        </pc:sldMkLst>
        <pc:spChg chg="mod">
          <ac:chgData name="Ronnel D. Palenzuela" userId="27216d6f-a712-48da-bcb2-613e4bc945ac" providerId="ADAL" clId="{16736750-74B4-184C-AACF-97E7E4B9FAA6}" dt="2024-08-11T09:23:37.355" v="1382" actId="1076"/>
          <ac:spMkLst>
            <pc:docMk/>
            <pc:sldMk cId="1830806133" sldId="274"/>
            <ac:spMk id="2" creationId="{1FD87645-D8E6-23DE-A822-448BF1054783}"/>
          </ac:spMkLst>
        </pc:spChg>
      </pc:sldChg>
      <pc:sldChg chg="addSp delSp modSp new add del mod modShow">
        <pc:chgData name="Ronnel D. Palenzuela" userId="27216d6f-a712-48da-bcb2-613e4bc945ac" providerId="ADAL" clId="{16736750-74B4-184C-AACF-97E7E4B9FAA6}" dt="2024-08-12T01:08:08.349" v="2627" actId="478"/>
        <pc:sldMkLst>
          <pc:docMk/>
          <pc:sldMk cId="4070147815" sldId="275"/>
        </pc:sldMkLst>
        <pc:spChg chg="mod">
          <ac:chgData name="Ronnel D. Palenzuela" userId="27216d6f-a712-48da-bcb2-613e4bc945ac" providerId="ADAL" clId="{16736750-74B4-184C-AACF-97E7E4B9FAA6}" dt="2024-08-11T09:23:54.422" v="1398" actId="207"/>
          <ac:spMkLst>
            <pc:docMk/>
            <pc:sldMk cId="4070147815" sldId="275"/>
            <ac:spMk id="2" creationId="{72D16057-EC3B-FB8F-5DA4-3B5CAD5F2095}"/>
          </ac:spMkLst>
        </pc:spChg>
        <pc:spChg chg="del">
          <ac:chgData name="Ronnel D. Palenzuela" userId="27216d6f-a712-48da-bcb2-613e4bc945ac" providerId="ADAL" clId="{16736750-74B4-184C-AACF-97E7E4B9FAA6}" dt="2024-08-11T09:25:00.857" v="1434" actId="478"/>
          <ac:spMkLst>
            <pc:docMk/>
            <pc:sldMk cId="4070147815" sldId="275"/>
            <ac:spMk id="3" creationId="{61C2E07B-D7DC-27D2-F796-78B79090AD46}"/>
          </ac:spMkLst>
        </pc:spChg>
        <pc:spChg chg="del mod">
          <ac:chgData name="Ronnel D. Palenzuela" userId="27216d6f-a712-48da-bcb2-613e4bc945ac" providerId="ADAL" clId="{16736750-74B4-184C-AACF-97E7E4B9FAA6}" dt="2024-08-11T09:25:04.168" v="1436" actId="478"/>
          <ac:spMkLst>
            <pc:docMk/>
            <pc:sldMk cId="4070147815" sldId="275"/>
            <ac:spMk id="4" creationId="{BFAA05E5-3AFA-16A4-35BE-E3698034E94A}"/>
          </ac:spMkLst>
        </pc:spChg>
        <pc:spChg chg="del">
          <ac:chgData name="Ronnel D. Palenzuela" userId="27216d6f-a712-48da-bcb2-613e4bc945ac" providerId="ADAL" clId="{16736750-74B4-184C-AACF-97E7E4B9FAA6}" dt="2024-08-11T09:25:02.528" v="1435" actId="478"/>
          <ac:spMkLst>
            <pc:docMk/>
            <pc:sldMk cId="4070147815" sldId="275"/>
            <ac:spMk id="5" creationId="{9090BE7E-E541-40F4-CAB7-4ED9ED41B3E7}"/>
          </ac:spMkLst>
        </pc:spChg>
        <pc:spChg chg="del">
          <ac:chgData name="Ronnel D. Palenzuela" userId="27216d6f-a712-48da-bcb2-613e4bc945ac" providerId="ADAL" clId="{16736750-74B4-184C-AACF-97E7E4B9FAA6}" dt="2024-08-11T09:25:06.438" v="1437" actId="478"/>
          <ac:spMkLst>
            <pc:docMk/>
            <pc:sldMk cId="4070147815" sldId="275"/>
            <ac:spMk id="6" creationId="{AAD5694D-5962-5E7B-910A-644A4450844C}"/>
          </ac:spMkLst>
        </pc:spChg>
        <pc:picChg chg="add mod">
          <ac:chgData name="Ronnel D. Palenzuela" userId="27216d6f-a712-48da-bcb2-613e4bc945ac" providerId="ADAL" clId="{16736750-74B4-184C-AACF-97E7E4B9FAA6}" dt="2024-08-11T09:25:08.382" v="1439" actId="1076"/>
          <ac:picMkLst>
            <pc:docMk/>
            <pc:sldMk cId="4070147815" sldId="275"/>
            <ac:picMk id="7" creationId="{99864649-FA50-6FFA-B187-2476F03C0B8A}"/>
          </ac:picMkLst>
        </pc:picChg>
        <pc:picChg chg="add mod">
          <ac:chgData name="Ronnel D. Palenzuela" userId="27216d6f-a712-48da-bcb2-613e4bc945ac" providerId="ADAL" clId="{16736750-74B4-184C-AACF-97E7E4B9FAA6}" dt="2024-08-11T09:25:23.798" v="1441" actId="1076"/>
          <ac:picMkLst>
            <pc:docMk/>
            <pc:sldMk cId="4070147815" sldId="275"/>
            <ac:picMk id="8" creationId="{D3D96A7B-3E18-8096-4822-82F2190AA200}"/>
          </ac:picMkLst>
        </pc:picChg>
        <pc:picChg chg="add mod">
          <ac:chgData name="Ronnel D. Palenzuela" userId="27216d6f-a712-48da-bcb2-613e4bc945ac" providerId="ADAL" clId="{16736750-74B4-184C-AACF-97E7E4B9FAA6}" dt="2024-08-11T09:26:15.599" v="1444" actId="1076"/>
          <ac:picMkLst>
            <pc:docMk/>
            <pc:sldMk cId="4070147815" sldId="275"/>
            <ac:picMk id="9" creationId="{DC8ADF69-4686-1FA6-97CE-7E914C4105AC}"/>
          </ac:picMkLst>
        </pc:picChg>
        <pc:picChg chg="add del mod">
          <ac:chgData name="Ronnel D. Palenzuela" userId="27216d6f-a712-48da-bcb2-613e4bc945ac" providerId="ADAL" clId="{16736750-74B4-184C-AACF-97E7E4B9FAA6}" dt="2024-08-12T01:08:08.349" v="2627" actId="478"/>
          <ac:picMkLst>
            <pc:docMk/>
            <pc:sldMk cId="4070147815" sldId="275"/>
            <ac:picMk id="10" creationId="{D6F205F6-07AF-131A-C9BC-55B5083256ED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09:37:58.074" v="1526" actId="20577"/>
        <pc:sldMkLst>
          <pc:docMk/>
          <pc:sldMk cId="3621742425" sldId="276"/>
        </pc:sldMkLst>
        <pc:spChg chg="mod">
          <ac:chgData name="Ronnel D. Palenzuela" userId="27216d6f-a712-48da-bcb2-613e4bc945ac" providerId="ADAL" clId="{16736750-74B4-184C-AACF-97E7E4B9FAA6}" dt="2024-08-11T09:36:08.788" v="1507"/>
          <ac:spMkLst>
            <pc:docMk/>
            <pc:sldMk cId="3621742425" sldId="27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09:37:58.074" v="1526" actId="20577"/>
          <ac:spMkLst>
            <pc:docMk/>
            <pc:sldMk cId="3621742425" sldId="276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09:36:18.848" v="1513" actId="1076"/>
          <ac:picMkLst>
            <pc:docMk/>
            <pc:sldMk cId="3621742425" sldId="276"/>
            <ac:picMk id="4" creationId="{7D236930-8DEA-71E6-6EFE-32878ED88FCB}"/>
          </ac:picMkLst>
        </pc:picChg>
        <pc:picChg chg="add mod">
          <ac:chgData name="Ronnel D. Palenzuela" userId="27216d6f-a712-48da-bcb2-613e4bc945ac" providerId="ADAL" clId="{16736750-74B4-184C-AACF-97E7E4B9FAA6}" dt="2024-08-11T09:36:21.005" v="1514" actId="1076"/>
          <ac:picMkLst>
            <pc:docMk/>
            <pc:sldMk cId="3621742425" sldId="276"/>
            <ac:picMk id="5" creationId="{48A92B06-E8F1-465B-BA38-C701071C2CB0}"/>
          </ac:picMkLst>
        </pc:picChg>
        <pc:picChg chg="del">
          <ac:chgData name="Ronnel D. Palenzuela" userId="27216d6f-a712-48da-bcb2-613e4bc945ac" providerId="ADAL" clId="{16736750-74B4-184C-AACF-97E7E4B9FAA6}" dt="2024-08-11T09:35:36.078" v="1496" actId="478"/>
          <ac:picMkLst>
            <pc:docMk/>
            <pc:sldMk cId="3621742425" sldId="276"/>
            <ac:picMk id="8" creationId="{6A41232A-1391-85E0-E984-111E1B99BCB9}"/>
          </ac:picMkLst>
        </pc:picChg>
        <pc:picChg chg="del">
          <ac:chgData name="Ronnel D. Palenzuela" userId="27216d6f-a712-48da-bcb2-613e4bc945ac" providerId="ADAL" clId="{16736750-74B4-184C-AACF-97E7E4B9FAA6}" dt="2024-08-11T09:35:36.389" v="1497" actId="478"/>
          <ac:picMkLst>
            <pc:docMk/>
            <pc:sldMk cId="3621742425" sldId="276"/>
            <ac:picMk id="9" creationId="{EC279DBC-B987-F36B-2CF3-861842904062}"/>
          </ac:picMkLst>
        </pc:picChg>
      </pc:sldChg>
      <pc:sldChg chg="addSp delSp modSp add del mod modNotesTx">
        <pc:chgData name="Ronnel D. Palenzuela" userId="27216d6f-a712-48da-bcb2-613e4bc945ac" providerId="ADAL" clId="{16736750-74B4-184C-AACF-97E7E4B9FAA6}" dt="2024-08-11T10:21:41.293" v="1630"/>
        <pc:sldMkLst>
          <pc:docMk/>
          <pc:sldMk cId="908275361" sldId="277"/>
        </pc:sldMkLst>
        <pc:spChg chg="mod">
          <ac:chgData name="Ronnel D. Palenzuela" userId="27216d6f-a712-48da-bcb2-613e4bc945ac" providerId="ADAL" clId="{16736750-74B4-184C-AACF-97E7E4B9FAA6}" dt="2024-08-11T10:17:35.535" v="1565" actId="20577"/>
          <ac:spMkLst>
            <pc:docMk/>
            <pc:sldMk cId="908275361" sldId="27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19:03.303" v="1605" actId="207"/>
          <ac:spMkLst>
            <pc:docMk/>
            <pc:sldMk cId="908275361" sldId="277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12:20.490" v="1529" actId="478"/>
          <ac:picMkLst>
            <pc:docMk/>
            <pc:sldMk cId="908275361" sldId="277"/>
            <ac:picMk id="4" creationId="{7D236930-8DEA-71E6-6EFE-32878ED88FCB}"/>
          </ac:picMkLst>
        </pc:picChg>
        <pc:picChg chg="del">
          <ac:chgData name="Ronnel D. Palenzuela" userId="27216d6f-a712-48da-bcb2-613e4bc945ac" providerId="ADAL" clId="{16736750-74B4-184C-AACF-97E7E4B9FAA6}" dt="2024-08-11T10:12:20.868" v="1530" actId="478"/>
          <ac:picMkLst>
            <pc:docMk/>
            <pc:sldMk cId="908275361" sldId="277"/>
            <ac:picMk id="5" creationId="{48A92B06-E8F1-465B-BA38-C701071C2CB0}"/>
          </ac:picMkLst>
        </pc:picChg>
        <pc:picChg chg="add del mod">
          <ac:chgData name="Ronnel D. Palenzuela" userId="27216d6f-a712-48da-bcb2-613e4bc945ac" providerId="ADAL" clId="{16736750-74B4-184C-AACF-97E7E4B9FAA6}" dt="2024-08-11T10:17:55.266" v="1566" actId="478"/>
          <ac:picMkLst>
            <pc:docMk/>
            <pc:sldMk cId="908275361" sldId="277"/>
            <ac:picMk id="6" creationId="{95424F7C-61E3-7971-3ED3-0E45DFC06ACC}"/>
          </ac:picMkLst>
        </pc:picChg>
        <pc:picChg chg="add mod">
          <ac:chgData name="Ronnel D. Palenzuela" userId="27216d6f-a712-48da-bcb2-613e4bc945ac" providerId="ADAL" clId="{16736750-74B4-184C-AACF-97E7E4B9FAA6}" dt="2024-08-11T10:18:17.368" v="1576" actId="1076"/>
          <ac:picMkLst>
            <pc:docMk/>
            <pc:sldMk cId="908275361" sldId="277"/>
            <ac:picMk id="7" creationId="{9516A05D-894B-7EC0-51E9-33F7A244CA5D}"/>
          </ac:picMkLst>
        </pc:picChg>
        <pc:picChg chg="add mod">
          <ac:chgData name="Ronnel D. Palenzuela" userId="27216d6f-a712-48da-bcb2-613e4bc945ac" providerId="ADAL" clId="{16736750-74B4-184C-AACF-97E7E4B9FAA6}" dt="2024-08-11T10:18:22.970" v="1580" actId="14100"/>
          <ac:picMkLst>
            <pc:docMk/>
            <pc:sldMk cId="908275361" sldId="277"/>
            <ac:picMk id="8" creationId="{597AEF6E-CBAA-343D-A111-EC13F3B7896F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0:29:24.402" v="1741" actId="1076"/>
        <pc:sldMkLst>
          <pc:docMk/>
          <pc:sldMk cId="928633288" sldId="278"/>
        </pc:sldMkLst>
        <pc:spChg chg="mod">
          <ac:chgData name="Ronnel D. Palenzuela" userId="27216d6f-a712-48da-bcb2-613e4bc945ac" providerId="ADAL" clId="{16736750-74B4-184C-AACF-97E7E4B9FAA6}" dt="2024-08-11T10:22:14.060" v="1661" actId="20577"/>
          <ac:spMkLst>
            <pc:docMk/>
            <pc:sldMk cId="928633288" sldId="27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28:32.158" v="1730" actId="207"/>
          <ac:spMkLst>
            <pc:docMk/>
            <pc:sldMk cId="928633288" sldId="27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0:29:23.562" v="1740" actId="1076"/>
          <ac:picMkLst>
            <pc:docMk/>
            <pc:sldMk cId="928633288" sldId="278"/>
            <ac:picMk id="4" creationId="{52F48CE9-2A4C-9BB0-0621-C561F6B91A33}"/>
          </ac:picMkLst>
        </pc:picChg>
        <pc:picChg chg="add mod">
          <ac:chgData name="Ronnel D. Palenzuela" userId="27216d6f-a712-48da-bcb2-613e4bc945ac" providerId="ADAL" clId="{16736750-74B4-184C-AACF-97E7E4B9FAA6}" dt="2024-08-11T10:29:24.402" v="1741" actId="1076"/>
          <ac:picMkLst>
            <pc:docMk/>
            <pc:sldMk cId="928633288" sldId="278"/>
            <ac:picMk id="5" creationId="{59B35BCD-7340-3A02-2CB8-2FBE0A617B62}"/>
          </ac:picMkLst>
        </pc:picChg>
        <pc:picChg chg="del">
          <ac:chgData name="Ronnel D. Palenzuela" userId="27216d6f-a712-48da-bcb2-613e4bc945ac" providerId="ADAL" clId="{16736750-74B4-184C-AACF-97E7E4B9FAA6}" dt="2024-08-11T10:22:22.851" v="1662" actId="478"/>
          <ac:picMkLst>
            <pc:docMk/>
            <pc:sldMk cId="928633288" sldId="278"/>
            <ac:picMk id="7" creationId="{9516A05D-894B-7EC0-51E9-33F7A244CA5D}"/>
          </ac:picMkLst>
        </pc:picChg>
        <pc:picChg chg="del">
          <ac:chgData name="Ronnel D. Palenzuela" userId="27216d6f-a712-48da-bcb2-613e4bc945ac" providerId="ADAL" clId="{16736750-74B4-184C-AACF-97E7E4B9FAA6}" dt="2024-08-11T10:22:24.031" v="1663" actId="478"/>
          <ac:picMkLst>
            <pc:docMk/>
            <pc:sldMk cId="928633288" sldId="278"/>
            <ac:picMk id="8" creationId="{597AEF6E-CBAA-343D-A111-EC13F3B7896F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0:50:20.515" v="1826" actId="1076"/>
        <pc:sldMkLst>
          <pc:docMk/>
          <pc:sldMk cId="2220697961" sldId="279"/>
        </pc:sldMkLst>
        <pc:spChg chg="mod">
          <ac:chgData name="Ronnel D. Palenzuela" userId="27216d6f-a712-48da-bcb2-613e4bc945ac" providerId="ADAL" clId="{16736750-74B4-184C-AACF-97E7E4B9FAA6}" dt="2024-08-11T10:33:50.865" v="1743"/>
          <ac:spMkLst>
            <pc:docMk/>
            <pc:sldMk cId="2220697961" sldId="27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0:36:20.786" v="1790"/>
          <ac:spMkLst>
            <pc:docMk/>
            <pc:sldMk cId="2220697961" sldId="279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33:52.820" v="1744" actId="478"/>
          <ac:picMkLst>
            <pc:docMk/>
            <pc:sldMk cId="2220697961" sldId="279"/>
            <ac:picMk id="4" creationId="{52F48CE9-2A4C-9BB0-0621-C561F6B91A33}"/>
          </ac:picMkLst>
        </pc:picChg>
        <pc:picChg chg="del">
          <ac:chgData name="Ronnel D. Palenzuela" userId="27216d6f-a712-48da-bcb2-613e4bc945ac" providerId="ADAL" clId="{16736750-74B4-184C-AACF-97E7E4B9FAA6}" dt="2024-08-11T10:33:53.161" v="1745" actId="478"/>
          <ac:picMkLst>
            <pc:docMk/>
            <pc:sldMk cId="2220697961" sldId="279"/>
            <ac:picMk id="5" creationId="{59B35BCD-7340-3A02-2CB8-2FBE0A617B62}"/>
          </ac:picMkLst>
        </pc:picChg>
        <pc:picChg chg="add del mod">
          <ac:chgData name="Ronnel D. Palenzuela" userId="27216d6f-a712-48da-bcb2-613e4bc945ac" providerId="ADAL" clId="{16736750-74B4-184C-AACF-97E7E4B9FAA6}" dt="2024-08-11T10:35:17.454" v="1755" actId="478"/>
          <ac:picMkLst>
            <pc:docMk/>
            <pc:sldMk cId="2220697961" sldId="279"/>
            <ac:picMk id="6" creationId="{444F1BE0-3550-1DD3-6280-D3193130D524}"/>
          </ac:picMkLst>
        </pc:picChg>
        <pc:picChg chg="add mod">
          <ac:chgData name="Ronnel D. Palenzuela" userId="27216d6f-a712-48da-bcb2-613e4bc945ac" providerId="ADAL" clId="{16736750-74B4-184C-AACF-97E7E4B9FAA6}" dt="2024-08-11T10:50:20.515" v="1826" actId="1076"/>
          <ac:picMkLst>
            <pc:docMk/>
            <pc:sldMk cId="2220697961" sldId="279"/>
            <ac:picMk id="7" creationId="{BFD45AA0-5DC9-0774-19EF-195C6A1F5405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02:07.030" v="1881"/>
        <pc:sldMkLst>
          <pc:docMk/>
          <pc:sldMk cId="2456681114" sldId="280"/>
        </pc:sldMkLst>
        <pc:spChg chg="mod">
          <ac:chgData name="Ronnel D. Palenzuela" userId="27216d6f-a712-48da-bcb2-613e4bc945ac" providerId="ADAL" clId="{16736750-74B4-184C-AACF-97E7E4B9FAA6}" dt="2024-08-11T10:50:13.888" v="1824" actId="20577"/>
          <ac:spMkLst>
            <pc:docMk/>
            <pc:sldMk cId="2456681114" sldId="28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01:42.294" v="1880" actId="27636"/>
          <ac:spMkLst>
            <pc:docMk/>
            <pc:sldMk cId="2456681114" sldId="280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0:52:05.480" v="1866" actId="1076"/>
          <ac:picMkLst>
            <pc:docMk/>
            <pc:sldMk cId="2456681114" sldId="280"/>
            <ac:picMk id="4" creationId="{73833336-6A94-55AD-10D0-0089D9921599}"/>
          </ac:picMkLst>
        </pc:picChg>
        <pc:picChg chg="add mod">
          <ac:chgData name="Ronnel D. Palenzuela" userId="27216d6f-a712-48da-bcb2-613e4bc945ac" providerId="ADAL" clId="{16736750-74B4-184C-AACF-97E7E4B9FAA6}" dt="2024-08-11T10:52:07.011" v="1867" actId="1076"/>
          <ac:picMkLst>
            <pc:docMk/>
            <pc:sldMk cId="2456681114" sldId="280"/>
            <ac:picMk id="5" creationId="{A413D30E-4FEC-659F-7A93-6D8C19127C82}"/>
          </ac:picMkLst>
        </pc:picChg>
        <pc:picChg chg="del">
          <ac:chgData name="Ronnel D. Palenzuela" userId="27216d6f-a712-48da-bcb2-613e4bc945ac" providerId="ADAL" clId="{16736750-74B4-184C-AACF-97E7E4B9FAA6}" dt="2024-08-11T10:50:15.693" v="1825" actId="478"/>
          <ac:picMkLst>
            <pc:docMk/>
            <pc:sldMk cId="2456681114" sldId="280"/>
            <ac:picMk id="7" creationId="{BFD45AA0-5DC9-0774-19EF-195C6A1F5405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25:32.352" v="2048" actId="1076"/>
        <pc:sldMkLst>
          <pc:docMk/>
          <pc:sldMk cId="1557213172" sldId="281"/>
        </pc:sldMkLst>
        <pc:spChg chg="mod">
          <ac:chgData name="Ronnel D. Palenzuela" userId="27216d6f-a712-48da-bcb2-613e4bc945ac" providerId="ADAL" clId="{16736750-74B4-184C-AACF-97E7E4B9FAA6}" dt="2024-08-11T11:15:51.541" v="1975" actId="20577"/>
          <ac:spMkLst>
            <pc:docMk/>
            <pc:sldMk cId="1557213172" sldId="28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16:45.122" v="2003" actId="207"/>
          <ac:spMkLst>
            <pc:docMk/>
            <pc:sldMk cId="1557213172" sldId="281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0:58:22.444" v="1871" actId="478"/>
          <ac:picMkLst>
            <pc:docMk/>
            <pc:sldMk cId="1557213172" sldId="281"/>
            <ac:picMk id="4" creationId="{73833336-6A94-55AD-10D0-0089D9921599}"/>
          </ac:picMkLst>
        </pc:picChg>
        <pc:picChg chg="del">
          <ac:chgData name="Ronnel D. Palenzuela" userId="27216d6f-a712-48da-bcb2-613e4bc945ac" providerId="ADAL" clId="{16736750-74B4-184C-AACF-97E7E4B9FAA6}" dt="2024-08-11T10:58:21.160" v="1870" actId="478"/>
          <ac:picMkLst>
            <pc:docMk/>
            <pc:sldMk cId="1557213172" sldId="281"/>
            <ac:picMk id="5" creationId="{A413D30E-4FEC-659F-7A93-6D8C19127C82}"/>
          </ac:picMkLst>
        </pc:picChg>
        <pc:picChg chg="add del mod">
          <ac:chgData name="Ronnel D. Palenzuela" userId="27216d6f-a712-48da-bcb2-613e4bc945ac" providerId="ADAL" clId="{16736750-74B4-184C-AACF-97E7E4B9FAA6}" dt="2024-08-11T11:23:21.071" v="2009" actId="478"/>
          <ac:picMkLst>
            <pc:docMk/>
            <pc:sldMk cId="1557213172" sldId="281"/>
            <ac:picMk id="6" creationId="{852FA35F-6B76-3ACC-4F39-F65EF2740076}"/>
          </ac:picMkLst>
        </pc:picChg>
        <pc:picChg chg="add mod">
          <ac:chgData name="Ronnel D. Palenzuela" userId="27216d6f-a712-48da-bcb2-613e4bc945ac" providerId="ADAL" clId="{16736750-74B4-184C-AACF-97E7E4B9FAA6}" dt="2024-08-11T11:25:32.352" v="2048" actId="1076"/>
          <ac:picMkLst>
            <pc:docMk/>
            <pc:sldMk cId="1557213172" sldId="281"/>
            <ac:picMk id="7" creationId="{C0442B70-B5E1-0D06-9A6B-2C529318C43C}"/>
          </ac:picMkLst>
        </pc:picChg>
        <pc:picChg chg="add mod">
          <ac:chgData name="Ronnel D. Palenzuela" userId="27216d6f-a712-48da-bcb2-613e4bc945ac" providerId="ADAL" clId="{16736750-74B4-184C-AACF-97E7E4B9FAA6}" dt="2024-08-11T11:25:25.205" v="2043" actId="1076"/>
          <ac:picMkLst>
            <pc:docMk/>
            <pc:sldMk cId="1557213172" sldId="281"/>
            <ac:picMk id="8" creationId="{2E2C6D27-AF3A-A4C2-F435-87D1586FAACA}"/>
          </ac:picMkLst>
        </pc:picChg>
        <pc:picChg chg="add mod">
          <ac:chgData name="Ronnel D. Palenzuela" userId="27216d6f-a712-48da-bcb2-613e4bc945ac" providerId="ADAL" clId="{16736750-74B4-184C-AACF-97E7E4B9FAA6}" dt="2024-08-11T11:25:26.120" v="2044" actId="1076"/>
          <ac:picMkLst>
            <pc:docMk/>
            <pc:sldMk cId="1557213172" sldId="281"/>
            <ac:picMk id="9" creationId="{18FD6C3D-98D6-CC9C-69FF-706FEBC56D5E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38:34.643" v="2166" actId="1076"/>
        <pc:sldMkLst>
          <pc:docMk/>
          <pc:sldMk cId="296683317" sldId="282"/>
        </pc:sldMkLst>
        <pc:spChg chg="mod">
          <ac:chgData name="Ronnel D. Palenzuela" userId="27216d6f-a712-48da-bcb2-613e4bc945ac" providerId="ADAL" clId="{16736750-74B4-184C-AACF-97E7E4B9FAA6}" dt="2024-08-11T11:36:00.243" v="2116"/>
          <ac:spMkLst>
            <pc:docMk/>
            <pc:sldMk cId="296683317" sldId="28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36:43.156" v="2154" actId="33524"/>
          <ac:spMkLst>
            <pc:docMk/>
            <pc:sldMk cId="296683317" sldId="282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736750-74B4-184C-AACF-97E7E4B9FAA6}" dt="2024-08-11T11:37:17.460" v="2156" actId="22"/>
          <ac:spMkLst>
            <pc:docMk/>
            <pc:sldMk cId="296683317" sldId="282"/>
            <ac:spMk id="5" creationId="{01186E94-225A-646B-6BE7-DE3170C2B523}"/>
          </ac:spMkLst>
        </pc:spChg>
        <pc:picChg chg="add mod">
          <ac:chgData name="Ronnel D. Palenzuela" userId="27216d6f-a712-48da-bcb2-613e4bc945ac" providerId="ADAL" clId="{16736750-74B4-184C-AACF-97E7E4B9FAA6}" dt="2024-08-11T11:38:34.643" v="2166" actId="1076"/>
          <ac:picMkLst>
            <pc:docMk/>
            <pc:sldMk cId="296683317" sldId="282"/>
            <ac:picMk id="6" creationId="{C94A0A88-9294-A7B5-558E-0329F8DF2C01}"/>
          </ac:picMkLst>
        </pc:picChg>
        <pc:picChg chg="del">
          <ac:chgData name="Ronnel D. Palenzuela" userId="27216d6f-a712-48da-bcb2-613e4bc945ac" providerId="ADAL" clId="{16736750-74B4-184C-AACF-97E7E4B9FAA6}" dt="2024-08-11T11:35:26.093" v="2099" actId="478"/>
          <ac:picMkLst>
            <pc:docMk/>
            <pc:sldMk cId="296683317" sldId="282"/>
            <ac:picMk id="7" creationId="{C0442B70-B5E1-0D06-9A6B-2C529318C43C}"/>
          </ac:picMkLst>
        </pc:picChg>
        <pc:picChg chg="del">
          <ac:chgData name="Ronnel D. Palenzuela" userId="27216d6f-a712-48da-bcb2-613e4bc945ac" providerId="ADAL" clId="{16736750-74B4-184C-AACF-97E7E4B9FAA6}" dt="2024-08-11T11:35:26.422" v="2100" actId="478"/>
          <ac:picMkLst>
            <pc:docMk/>
            <pc:sldMk cId="296683317" sldId="282"/>
            <ac:picMk id="8" creationId="{2E2C6D27-AF3A-A4C2-F435-87D1586FAACA}"/>
          </ac:picMkLst>
        </pc:picChg>
        <pc:picChg chg="del">
          <ac:chgData name="Ronnel D. Palenzuela" userId="27216d6f-a712-48da-bcb2-613e4bc945ac" providerId="ADAL" clId="{16736750-74B4-184C-AACF-97E7E4B9FAA6}" dt="2024-08-11T11:35:26.655" v="2101" actId="478"/>
          <ac:picMkLst>
            <pc:docMk/>
            <pc:sldMk cId="296683317" sldId="282"/>
            <ac:picMk id="9" creationId="{18FD6C3D-98D6-CC9C-69FF-706FEBC56D5E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44:29.650" v="2204" actId="20577"/>
        <pc:sldMkLst>
          <pc:docMk/>
          <pc:sldMk cId="993575964" sldId="283"/>
        </pc:sldMkLst>
        <pc:spChg chg="mod">
          <ac:chgData name="Ronnel D. Palenzuela" userId="27216d6f-a712-48da-bcb2-613e4bc945ac" providerId="ADAL" clId="{16736750-74B4-184C-AACF-97E7E4B9FAA6}" dt="2024-08-11T11:39:12.084" v="2168"/>
          <ac:spMkLst>
            <pc:docMk/>
            <pc:sldMk cId="993575964" sldId="28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40:34.052" v="2197" actId="207"/>
          <ac:spMkLst>
            <pc:docMk/>
            <pc:sldMk cId="993575964" sldId="283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1:43:38.835" v="2202" actId="1076"/>
          <ac:picMkLst>
            <pc:docMk/>
            <pc:sldMk cId="993575964" sldId="283"/>
            <ac:picMk id="4" creationId="{B7960360-83A2-6270-EECE-30A36048B200}"/>
          </ac:picMkLst>
        </pc:picChg>
        <pc:picChg chg="del">
          <ac:chgData name="Ronnel D. Palenzuela" userId="27216d6f-a712-48da-bcb2-613e4bc945ac" providerId="ADAL" clId="{16736750-74B4-184C-AACF-97E7E4B9FAA6}" dt="2024-08-11T11:39:13.621" v="2169" actId="478"/>
          <ac:picMkLst>
            <pc:docMk/>
            <pc:sldMk cId="993575964" sldId="283"/>
            <ac:picMk id="6" creationId="{C94A0A88-9294-A7B5-558E-0329F8DF2C01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1:50:32.912" v="2231" actId="1076"/>
        <pc:sldMkLst>
          <pc:docMk/>
          <pc:sldMk cId="1253337562" sldId="284"/>
        </pc:sldMkLst>
        <pc:spChg chg="mod">
          <ac:chgData name="Ronnel D. Palenzuela" userId="27216d6f-a712-48da-bcb2-613e4bc945ac" providerId="ADAL" clId="{16736750-74B4-184C-AACF-97E7E4B9FAA6}" dt="2024-08-11T11:45:06.797" v="2206"/>
          <ac:spMkLst>
            <pc:docMk/>
            <pc:sldMk cId="1253337562" sldId="284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1:48:12.471" v="2222"/>
          <ac:spMkLst>
            <pc:docMk/>
            <pc:sldMk cId="1253337562" sldId="284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1T11:48:48.651" v="2224" actId="478"/>
          <ac:picMkLst>
            <pc:docMk/>
            <pc:sldMk cId="1253337562" sldId="284"/>
            <ac:picMk id="4" creationId="{B7960360-83A2-6270-EECE-30A36048B200}"/>
          </ac:picMkLst>
        </pc:picChg>
        <pc:picChg chg="add mod">
          <ac:chgData name="Ronnel D. Palenzuela" userId="27216d6f-a712-48da-bcb2-613e4bc945ac" providerId="ADAL" clId="{16736750-74B4-184C-AACF-97E7E4B9FAA6}" dt="2024-08-11T11:50:17.104" v="2227" actId="1076"/>
          <ac:picMkLst>
            <pc:docMk/>
            <pc:sldMk cId="1253337562" sldId="284"/>
            <ac:picMk id="5" creationId="{9D0F0297-4AB5-4797-A885-928619C7A572}"/>
          </ac:picMkLst>
        </pc:picChg>
        <pc:picChg chg="add mod">
          <ac:chgData name="Ronnel D. Palenzuela" userId="27216d6f-a712-48da-bcb2-613e4bc945ac" providerId="ADAL" clId="{16736750-74B4-184C-AACF-97E7E4B9FAA6}" dt="2024-08-11T11:50:32.912" v="2231" actId="1076"/>
          <ac:picMkLst>
            <pc:docMk/>
            <pc:sldMk cId="1253337562" sldId="284"/>
            <ac:picMk id="6" creationId="{F1C8719A-AF10-CA25-32B8-5B12B63B6F48}"/>
          </ac:picMkLst>
        </pc:picChg>
      </pc:sldChg>
      <pc:sldChg chg="addSp delSp modSp add mod">
        <pc:chgData name="Ronnel D. Palenzuela" userId="27216d6f-a712-48da-bcb2-613e4bc945ac" providerId="ADAL" clId="{16736750-74B4-184C-AACF-97E7E4B9FAA6}" dt="2024-08-11T12:26:02.933" v="2546" actId="20577"/>
        <pc:sldMkLst>
          <pc:docMk/>
          <pc:sldMk cId="2980579114" sldId="285"/>
        </pc:sldMkLst>
        <pc:spChg chg="mod">
          <ac:chgData name="Ronnel D. Palenzuela" userId="27216d6f-a712-48da-bcb2-613e4bc945ac" providerId="ADAL" clId="{16736750-74B4-184C-AACF-97E7E4B9FAA6}" dt="2024-08-11T12:25:58.060" v="2543" actId="20577"/>
          <ac:spMkLst>
            <pc:docMk/>
            <pc:sldMk cId="2980579114" sldId="28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26:02.933" v="2546" actId="20577"/>
          <ac:spMkLst>
            <pc:docMk/>
            <pc:sldMk cId="2980579114" sldId="285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736750-74B4-184C-AACF-97E7E4B9FAA6}" dt="2024-08-11T12:11:35.139" v="2251" actId="1076"/>
          <ac:picMkLst>
            <pc:docMk/>
            <pc:sldMk cId="2980579114" sldId="285"/>
            <ac:picMk id="4" creationId="{74248AEE-FABF-0F2A-B1B2-1777799F48BD}"/>
          </ac:picMkLst>
        </pc:picChg>
        <pc:picChg chg="del">
          <ac:chgData name="Ronnel D. Palenzuela" userId="27216d6f-a712-48da-bcb2-613e4bc945ac" providerId="ADAL" clId="{16736750-74B4-184C-AACF-97E7E4B9FAA6}" dt="2024-08-11T12:09:33.931" v="2234" actId="478"/>
          <ac:picMkLst>
            <pc:docMk/>
            <pc:sldMk cId="2980579114" sldId="285"/>
            <ac:picMk id="5" creationId="{9D0F0297-4AB5-4797-A885-928619C7A572}"/>
          </ac:picMkLst>
        </pc:picChg>
        <pc:picChg chg="del">
          <ac:chgData name="Ronnel D. Palenzuela" userId="27216d6f-a712-48da-bcb2-613e4bc945ac" providerId="ADAL" clId="{16736750-74B4-184C-AACF-97E7E4B9FAA6}" dt="2024-08-11T12:09:35.158" v="2235" actId="478"/>
          <ac:picMkLst>
            <pc:docMk/>
            <pc:sldMk cId="2980579114" sldId="285"/>
            <ac:picMk id="6" creationId="{F1C8719A-AF10-CA25-32B8-5B12B63B6F48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2:25:18.008" v="2520" actId="1076"/>
        <pc:sldMkLst>
          <pc:docMk/>
          <pc:sldMk cId="1581186720" sldId="286"/>
        </pc:sldMkLst>
        <pc:spChg chg="mod">
          <ac:chgData name="Ronnel D. Palenzuela" userId="27216d6f-a712-48da-bcb2-613e4bc945ac" providerId="ADAL" clId="{16736750-74B4-184C-AACF-97E7E4B9FAA6}" dt="2024-08-11T12:25:16.630" v="2519" actId="1076"/>
          <ac:spMkLst>
            <pc:docMk/>
            <pc:sldMk cId="1581186720" sldId="286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736750-74B4-184C-AACF-97E7E4B9FAA6}" dt="2024-08-11T12:25:18.008" v="2520" actId="1076"/>
          <ac:spMkLst>
            <pc:docMk/>
            <pc:sldMk cId="1581186720" sldId="286"/>
            <ac:spMk id="5" creationId="{63E79591-2F27-370E-329D-A0B622A8CFA5}"/>
          </ac:spMkLst>
        </pc:spChg>
        <pc:spChg chg="add mod">
          <ac:chgData name="Ronnel D. Palenzuela" userId="27216d6f-a712-48da-bcb2-613e4bc945ac" providerId="ADAL" clId="{16736750-74B4-184C-AACF-97E7E4B9FAA6}" dt="2024-08-11T12:22:19.024" v="2454"/>
          <ac:spMkLst>
            <pc:docMk/>
            <pc:sldMk cId="1581186720" sldId="286"/>
            <ac:spMk id="6" creationId="{8E044E04-0B5A-32C0-8EEE-D905F6C6381E}"/>
          </ac:spMkLst>
        </pc:spChg>
        <pc:spChg chg="add mod">
          <ac:chgData name="Ronnel D. Palenzuela" userId="27216d6f-a712-48da-bcb2-613e4bc945ac" providerId="ADAL" clId="{16736750-74B4-184C-AACF-97E7E4B9FAA6}" dt="2024-08-11T12:22:33.783" v="2457" actId="767"/>
          <ac:spMkLst>
            <pc:docMk/>
            <pc:sldMk cId="1581186720" sldId="286"/>
            <ac:spMk id="7" creationId="{75AD83E7-4E98-C144-0CA8-1D34A9078DFC}"/>
          </ac:spMkLst>
        </pc:spChg>
        <pc:spChg chg="add del">
          <ac:chgData name="Ronnel D. Palenzuela" userId="27216d6f-a712-48da-bcb2-613e4bc945ac" providerId="ADAL" clId="{16736750-74B4-184C-AACF-97E7E4B9FAA6}" dt="2024-08-11T12:24:47.787" v="2511" actId="22"/>
          <ac:spMkLst>
            <pc:docMk/>
            <pc:sldMk cId="1581186720" sldId="286"/>
            <ac:spMk id="9" creationId="{5AFEA3DF-0E3B-7218-22F8-B412FEC8C03F}"/>
          </ac:spMkLst>
        </pc:spChg>
        <pc:picChg chg="del">
          <ac:chgData name="Ronnel D. Palenzuela" userId="27216d6f-a712-48da-bcb2-613e4bc945ac" providerId="ADAL" clId="{16736750-74B4-184C-AACF-97E7E4B9FAA6}" dt="2024-08-11T12:15:21.761" v="2282" actId="478"/>
          <ac:picMkLst>
            <pc:docMk/>
            <pc:sldMk cId="1581186720" sldId="286"/>
            <ac:picMk id="4" creationId="{74248AEE-FABF-0F2A-B1B2-1777799F48BD}"/>
          </ac:picMkLst>
        </pc:picChg>
      </pc:sldChg>
      <pc:sldChg chg="addSp delSp modSp add mod modNotesTx">
        <pc:chgData name="Ronnel D. Palenzuela" userId="27216d6f-a712-48da-bcb2-613e4bc945ac" providerId="ADAL" clId="{16736750-74B4-184C-AACF-97E7E4B9FAA6}" dt="2024-08-11T12:32:58.139" v="2586"/>
        <pc:sldMkLst>
          <pc:docMk/>
          <pc:sldMk cId="4278137860" sldId="287"/>
        </pc:sldMkLst>
        <pc:spChg chg="mod">
          <ac:chgData name="Ronnel D. Palenzuela" userId="27216d6f-a712-48da-bcb2-613e4bc945ac" providerId="ADAL" clId="{16736750-74B4-184C-AACF-97E7E4B9FAA6}" dt="2024-08-11T12:26:17.544" v="2548"/>
          <ac:spMkLst>
            <pc:docMk/>
            <pc:sldMk cId="4278137860" sldId="28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1T12:27:02.548" v="2568"/>
          <ac:spMkLst>
            <pc:docMk/>
            <pc:sldMk cId="4278137860" sldId="287"/>
            <ac:spMk id="3" creationId="{F9E9654B-D8E5-22CA-371A-57FADD13842B}"/>
          </ac:spMkLst>
        </pc:spChg>
        <pc:spChg chg="del">
          <ac:chgData name="Ronnel D. Palenzuela" userId="27216d6f-a712-48da-bcb2-613e4bc945ac" providerId="ADAL" clId="{16736750-74B4-184C-AACF-97E7E4B9FAA6}" dt="2024-08-11T12:26:19.941" v="2549" actId="478"/>
          <ac:spMkLst>
            <pc:docMk/>
            <pc:sldMk cId="4278137860" sldId="287"/>
            <ac:spMk id="5" creationId="{63E79591-2F27-370E-329D-A0B622A8CFA5}"/>
          </ac:spMkLst>
        </pc:spChg>
        <pc:picChg chg="add mod">
          <ac:chgData name="Ronnel D. Palenzuela" userId="27216d6f-a712-48da-bcb2-613e4bc945ac" providerId="ADAL" clId="{16736750-74B4-184C-AACF-97E7E4B9FAA6}" dt="2024-08-11T12:30:03.374" v="2578" actId="1076"/>
          <ac:picMkLst>
            <pc:docMk/>
            <pc:sldMk cId="4278137860" sldId="287"/>
            <ac:picMk id="4" creationId="{C94F73C7-EE3C-5039-6716-AA5F092B56AC}"/>
          </ac:picMkLst>
        </pc:picChg>
        <pc:picChg chg="add mod">
          <ac:chgData name="Ronnel D. Palenzuela" userId="27216d6f-a712-48da-bcb2-613e4bc945ac" providerId="ADAL" clId="{16736750-74B4-184C-AACF-97E7E4B9FAA6}" dt="2024-08-11T12:30:04.674" v="2579" actId="1076"/>
          <ac:picMkLst>
            <pc:docMk/>
            <pc:sldMk cId="4278137860" sldId="287"/>
            <ac:picMk id="6" creationId="{7982849D-C7FF-134E-B589-F96BF9176D03}"/>
          </ac:picMkLst>
        </pc:picChg>
      </pc:sldChg>
      <pc:sldChg chg="delSp modSp add mod">
        <pc:chgData name="Ronnel D. Palenzuela" userId="27216d6f-a712-48da-bcb2-613e4bc945ac" providerId="ADAL" clId="{16736750-74B4-184C-AACF-97E7E4B9FAA6}" dt="2024-08-12T02:16:02.449" v="3153" actId="20577"/>
        <pc:sldMkLst>
          <pc:docMk/>
          <pc:sldMk cId="3972629357" sldId="288"/>
        </pc:sldMkLst>
        <pc:spChg chg="mod">
          <ac:chgData name="Ronnel D. Palenzuela" userId="27216d6f-a712-48da-bcb2-613e4bc945ac" providerId="ADAL" clId="{16736750-74B4-184C-AACF-97E7E4B9FAA6}" dt="2024-08-12T02:16:02.449" v="3153" actId="20577"/>
          <ac:spMkLst>
            <pc:docMk/>
            <pc:sldMk cId="3972629357" sldId="28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11:51.983" v="3029" actId="207"/>
          <ac:spMkLst>
            <pc:docMk/>
            <pc:sldMk cId="3972629357" sldId="288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736750-74B4-184C-AACF-97E7E4B9FAA6}" dt="2024-08-12T01:08:18.288" v="2654" actId="478"/>
          <ac:picMkLst>
            <pc:docMk/>
            <pc:sldMk cId="3972629357" sldId="288"/>
            <ac:picMk id="4" creationId="{C94F73C7-EE3C-5039-6716-AA5F092B56AC}"/>
          </ac:picMkLst>
        </pc:picChg>
        <pc:picChg chg="del">
          <ac:chgData name="Ronnel D. Palenzuela" userId="27216d6f-a712-48da-bcb2-613e4bc945ac" providerId="ADAL" clId="{16736750-74B4-184C-AACF-97E7E4B9FAA6}" dt="2024-08-12T01:08:18.480" v="2655" actId="478"/>
          <ac:picMkLst>
            <pc:docMk/>
            <pc:sldMk cId="3972629357" sldId="288"/>
            <ac:picMk id="6" creationId="{7982849D-C7FF-134E-B589-F96BF9176D03}"/>
          </ac:picMkLst>
        </pc:picChg>
      </pc:sldChg>
      <pc:sldChg chg="modSp add mod">
        <pc:chgData name="Ronnel D. Palenzuela" userId="27216d6f-a712-48da-bcb2-613e4bc945ac" providerId="ADAL" clId="{16736750-74B4-184C-AACF-97E7E4B9FAA6}" dt="2024-08-12T02:22:03.220" v="3182" actId="11"/>
        <pc:sldMkLst>
          <pc:docMk/>
          <pc:sldMk cId="2990164252" sldId="289"/>
        </pc:sldMkLst>
        <pc:spChg chg="mod">
          <ac:chgData name="Ronnel D. Palenzuela" userId="27216d6f-a712-48da-bcb2-613e4bc945ac" providerId="ADAL" clId="{16736750-74B4-184C-AACF-97E7E4B9FAA6}" dt="2024-08-12T02:16:06.498" v="3154" actId="20577"/>
          <ac:spMkLst>
            <pc:docMk/>
            <pc:sldMk cId="2990164252" sldId="28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22:03.220" v="3182" actId="11"/>
          <ac:spMkLst>
            <pc:docMk/>
            <pc:sldMk cId="2990164252" sldId="289"/>
            <ac:spMk id="3" creationId="{F9E9654B-D8E5-22CA-371A-57FADD13842B}"/>
          </ac:spMkLst>
        </pc:spChg>
      </pc:sldChg>
      <pc:sldChg chg="modSp add mod">
        <pc:chgData name="Ronnel D. Palenzuela" userId="27216d6f-a712-48da-bcb2-613e4bc945ac" providerId="ADAL" clId="{16736750-74B4-184C-AACF-97E7E4B9FAA6}" dt="2024-08-13T03:37:12.131" v="3508" actId="207"/>
        <pc:sldMkLst>
          <pc:docMk/>
          <pc:sldMk cId="1111498698" sldId="290"/>
        </pc:sldMkLst>
        <pc:spChg chg="mod">
          <ac:chgData name="Ronnel D. Palenzuela" userId="27216d6f-a712-48da-bcb2-613e4bc945ac" providerId="ADAL" clId="{16736750-74B4-184C-AACF-97E7E4B9FAA6}" dt="2024-08-13T03:27:17.210" v="3359" actId="20577"/>
          <ac:spMkLst>
            <pc:docMk/>
            <pc:sldMk cId="1111498698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3T03:37:12.131" v="3508" actId="207"/>
          <ac:spMkLst>
            <pc:docMk/>
            <pc:sldMk cId="1111498698" sldId="290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927110459" sldId="290"/>
        </pc:sldMkLst>
        <pc:spChg chg="mod">
          <ac:chgData name="Ronnel D. Palenzuela" userId="27216d6f-a712-48da-bcb2-613e4bc945ac" providerId="ADAL" clId="{16736750-74B4-184C-AACF-97E7E4B9FAA6}" dt="2024-08-12T02:17:40.195" v="3179" actId="20577"/>
          <ac:spMkLst>
            <pc:docMk/>
            <pc:sldMk cId="1927110459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736750-74B4-184C-AACF-97E7E4B9FAA6}" dt="2024-08-12T02:25:46.161" v="3276" actId="20577"/>
          <ac:spMkLst>
            <pc:docMk/>
            <pc:sldMk cId="1927110459" sldId="290"/>
            <ac:spMk id="3" creationId="{F9E9654B-D8E5-22CA-371A-57FADD13842B}"/>
          </ac:spMkLst>
        </pc:spChg>
      </pc:sldChg>
      <pc:sldChg chg="modSp add mod ord">
        <pc:chgData name="Ronnel D. Palenzuela" userId="27216d6f-a712-48da-bcb2-613e4bc945ac" providerId="ADAL" clId="{16736750-74B4-184C-AACF-97E7E4B9FAA6}" dt="2024-08-13T03:34:24.591" v="3466" actId="207"/>
        <pc:sldMkLst>
          <pc:docMk/>
          <pc:sldMk cId="815011119" sldId="291"/>
        </pc:sldMkLst>
        <pc:spChg chg="mod">
          <ac:chgData name="Ronnel D. Palenzuela" userId="27216d6f-a712-48da-bcb2-613e4bc945ac" providerId="ADAL" clId="{16736750-74B4-184C-AACF-97E7E4B9FAA6}" dt="2024-08-13T03:34:24.591" v="3466" actId="207"/>
          <ac:spMkLst>
            <pc:docMk/>
            <pc:sldMk cId="815011119" sldId="291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781441069" sldId="291"/>
        </pc:sldMkLst>
        <pc:spChg chg="mod">
          <ac:chgData name="Ronnel D. Palenzuela" userId="27216d6f-a712-48da-bcb2-613e4bc945ac" providerId="ADAL" clId="{16736750-74B4-184C-AACF-97E7E4B9FAA6}" dt="2024-08-12T02:28:06.903" v="3321" actId="11"/>
          <ac:spMkLst>
            <pc:docMk/>
            <pc:sldMk cId="1781441069" sldId="291"/>
            <ac:spMk id="3" creationId="{F9E9654B-D8E5-22CA-371A-57FADD13842B}"/>
          </ac:spMkLst>
        </pc:spChg>
      </pc:sldChg>
      <pc:sldChg chg="modSp add del mod">
        <pc:chgData name="Ronnel D. Palenzuela" userId="27216d6f-a712-48da-bcb2-613e4bc945ac" providerId="ADAL" clId="{16736750-74B4-184C-AACF-97E7E4B9FAA6}" dt="2024-08-12T02:54:12.156" v="3325" actId="2696"/>
        <pc:sldMkLst>
          <pc:docMk/>
          <pc:sldMk cId="1765234647" sldId="292"/>
        </pc:sldMkLst>
        <pc:spChg chg="mod">
          <ac:chgData name="Ronnel D. Palenzuela" userId="27216d6f-a712-48da-bcb2-613e4bc945ac" providerId="ADAL" clId="{16736750-74B4-184C-AACF-97E7E4B9FAA6}" dt="2024-08-12T02:28:26.710" v="3324" actId="403"/>
          <ac:spMkLst>
            <pc:docMk/>
            <pc:sldMk cId="1765234647" sldId="292"/>
            <ac:spMk id="3" creationId="{F9E9654B-D8E5-22CA-371A-57FADD13842B}"/>
          </ac:spMkLst>
        </pc:spChg>
      </pc:sldChg>
      <pc:sldMasterChg chg="modSldLayout">
        <pc:chgData name="Ronnel D. Palenzuela" userId="27216d6f-a712-48da-bcb2-613e4bc945ac" providerId="ADAL" clId="{16736750-74B4-184C-AACF-97E7E4B9FAA6}" dt="2024-08-11T07:03:06.010" v="731" actId="20577"/>
        <pc:sldMasterMkLst>
          <pc:docMk/>
          <pc:sldMasterMk cId="651270159" sldId="2147483648"/>
        </pc:sldMasterMkLst>
        <pc:sldLayoutChg chg="modSp mod">
          <pc:chgData name="Ronnel D. Palenzuela" userId="27216d6f-a712-48da-bcb2-613e4bc945ac" providerId="ADAL" clId="{16736750-74B4-184C-AACF-97E7E4B9FAA6}" dt="2024-08-11T07:03:06.010" v="731" actId="20577"/>
          <pc:sldLayoutMkLst>
            <pc:docMk/>
            <pc:sldMasterMk cId="651270159" sldId="2147483648"/>
            <pc:sldLayoutMk cId="2921653432" sldId="2147483649"/>
          </pc:sldLayoutMkLst>
          <pc:spChg chg="mod">
            <ac:chgData name="Ronnel D. Palenzuela" userId="27216d6f-a712-48da-bcb2-613e4bc945ac" providerId="ADAL" clId="{16736750-74B4-184C-AACF-97E7E4B9FAA6}" dt="2024-08-11T07:03:06.010" v="731" actId="20577"/>
            <ac:spMkLst>
              <pc:docMk/>
              <pc:sldMasterMk cId="651270159" sldId="2147483648"/>
              <pc:sldLayoutMk cId="2921653432" sldId="2147483649"/>
              <ac:spMk id="5" creationId="{3794B7A0-4232-A0AC-7E3A-3BF632F0C83D}"/>
            </ac:spMkLst>
          </pc:spChg>
        </pc:sldLayoutChg>
      </pc:sldMasterChg>
    </pc:docChg>
  </pc:docChgLst>
  <pc:docChgLst>
    <pc:chgData name="Ronnel D. Palenzuela" userId="27216d6f-a712-48da-bcb2-613e4bc945ac" providerId="ADAL" clId="{16FF8E01-DE24-0F4F-A559-943D670B7764}"/>
    <pc:docChg chg="undo custSel addSld delSld modSld sldOrd modMainMaster">
      <pc:chgData name="Ronnel D. Palenzuela" userId="27216d6f-a712-48da-bcb2-613e4bc945ac" providerId="ADAL" clId="{16FF8E01-DE24-0F4F-A559-943D670B7764}" dt="2024-08-15T06:12:31.924" v="2533" actId="729"/>
      <pc:docMkLst>
        <pc:docMk/>
      </pc:docMkLst>
      <pc:sldChg chg="modSp mod">
        <pc:chgData name="Ronnel D. Palenzuela" userId="27216d6f-a712-48da-bcb2-613e4bc945ac" providerId="ADAL" clId="{16FF8E01-DE24-0F4F-A559-943D670B7764}" dt="2024-08-14T16:09:01.930" v="1419" actId="20577"/>
        <pc:sldMkLst>
          <pc:docMk/>
          <pc:sldMk cId="3455369248" sldId="257"/>
        </pc:sldMkLst>
        <pc:spChg chg="mod">
          <ac:chgData name="Ronnel D. Palenzuela" userId="27216d6f-a712-48da-bcb2-613e4bc945ac" providerId="ADAL" clId="{16FF8E01-DE24-0F4F-A559-943D670B7764}" dt="2024-08-14T16:08:42.416" v="1364" actId="14100"/>
          <ac:spMkLst>
            <pc:docMk/>
            <pc:sldMk cId="3455369248" sldId="257"/>
            <ac:spMk id="2" creationId="{4B9DC0FD-E73C-26A6-891F-61B461076958}"/>
          </ac:spMkLst>
        </pc:spChg>
        <pc:spChg chg="mod">
          <ac:chgData name="Ronnel D. Palenzuela" userId="27216d6f-a712-48da-bcb2-613e4bc945ac" providerId="ADAL" clId="{16FF8E01-DE24-0F4F-A559-943D670B7764}" dt="2024-08-14T16:09:01.930" v="1419" actId="20577"/>
          <ac:spMkLst>
            <pc:docMk/>
            <pc:sldMk cId="3455369248" sldId="257"/>
            <ac:spMk id="3" creationId="{55CA8846-F5F9-9E2F-7E86-4EDFA1AEFED2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256538018" sldId="259"/>
        </pc:sldMkLst>
      </pc:sldChg>
      <pc:sldChg chg="modSp mod modNotesTx">
        <pc:chgData name="Ronnel D. Palenzuela" userId="27216d6f-a712-48da-bcb2-613e4bc945ac" providerId="ADAL" clId="{16FF8E01-DE24-0F4F-A559-943D670B7764}" dt="2024-08-14T16:25:10.072" v="1665" actId="20577"/>
        <pc:sldMkLst>
          <pc:docMk/>
          <pc:sldMk cId="3611571112" sldId="263"/>
        </pc:sldMkLst>
        <pc:spChg chg="mod">
          <ac:chgData name="Ronnel D. Palenzuela" userId="27216d6f-a712-48da-bcb2-613e4bc945ac" providerId="ADAL" clId="{16FF8E01-DE24-0F4F-A559-943D670B7764}" dt="2024-08-14T16:09:37.186" v="1435" actId="1076"/>
          <ac:spMkLst>
            <pc:docMk/>
            <pc:sldMk cId="3611571112" sldId="263"/>
            <ac:spMk id="2" creationId="{4B9DC0FD-E73C-26A6-891F-61B461076958}"/>
          </ac:spMkLst>
        </pc:spChg>
      </pc:sldChg>
      <pc:sldChg chg="modSp mod">
        <pc:chgData name="Ronnel D. Palenzuela" userId="27216d6f-a712-48da-bcb2-613e4bc945ac" providerId="ADAL" clId="{16FF8E01-DE24-0F4F-A559-943D670B7764}" dt="2024-08-14T15:58:28.162" v="1311" actId="207"/>
        <pc:sldMkLst>
          <pc:docMk/>
          <pc:sldMk cId="261940385" sldId="264"/>
        </pc:sldMkLst>
        <pc:spChg chg="mod">
          <ac:chgData name="Ronnel D. Palenzuela" userId="27216d6f-a712-48da-bcb2-613e4bc945ac" providerId="ADAL" clId="{16FF8E01-DE24-0F4F-A559-943D670B7764}" dt="2024-08-14T15:58:28.162" v="1311" actId="207"/>
          <ac:spMkLst>
            <pc:docMk/>
            <pc:sldMk cId="261940385" sldId="264"/>
            <ac:spMk id="3" creationId="{A8B75234-3FB1-B597-DF46-CD5827D3C5AF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1.309" v="136" actId="2890"/>
        <pc:sldMkLst>
          <pc:docMk/>
          <pc:sldMk cId="393610469" sldId="265"/>
        </pc:sldMkLst>
      </pc:sldChg>
      <pc:sldChg chg="addSp delSp modSp add del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538568147" sldId="265"/>
        </pc:sldMkLst>
        <pc:spChg chg="mod">
          <ac:chgData name="Ronnel D. Palenzuela" userId="27216d6f-a712-48da-bcb2-613e4bc945ac" providerId="ADAL" clId="{16FF8E01-DE24-0F4F-A559-943D670B7764}" dt="2024-08-14T14:55:35.293" v="832" actId="20577"/>
          <ac:spMkLst>
            <pc:docMk/>
            <pc:sldMk cId="538568147" sldId="26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3:46:58.170" v="402" actId="113"/>
          <ac:spMkLst>
            <pc:docMk/>
            <pc:sldMk cId="538568147" sldId="265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4:08:52.904" v="652" actId="1076"/>
          <ac:picMkLst>
            <pc:docMk/>
            <pc:sldMk cId="538568147" sldId="265"/>
            <ac:picMk id="5" creationId="{70008023-F501-145C-0B44-5194C048510F}"/>
          </ac:picMkLst>
        </pc:picChg>
        <pc:picChg chg="add mod">
          <ac:chgData name="Ronnel D. Palenzuela" userId="27216d6f-a712-48da-bcb2-613e4bc945ac" providerId="ADAL" clId="{16FF8E01-DE24-0F4F-A559-943D670B7764}" dt="2024-08-14T14:08:59.711" v="656" actId="1076"/>
          <ac:picMkLst>
            <pc:docMk/>
            <pc:sldMk cId="538568147" sldId="265"/>
            <ac:picMk id="6" creationId="{24353777-D960-C968-46B2-C9D39EBD397E}"/>
          </ac:picMkLst>
        </pc:picChg>
        <pc:picChg chg="del">
          <ac:chgData name="Ronnel D. Palenzuela" userId="27216d6f-a712-48da-bcb2-613e4bc945ac" providerId="ADAL" clId="{16FF8E01-DE24-0F4F-A559-943D670B7764}" dt="2024-08-14T13:36:35.785" v="186" actId="478"/>
          <ac:picMkLst>
            <pc:docMk/>
            <pc:sldMk cId="538568147" sldId="265"/>
            <ac:picMk id="6" creationId="{E6F66661-8045-D9A5-7A22-9C32CFDC9130}"/>
          </ac:picMkLst>
        </pc:picChg>
        <pc:picChg chg="del">
          <ac:chgData name="Ronnel D. Palenzuela" userId="27216d6f-a712-48da-bcb2-613e4bc945ac" providerId="ADAL" clId="{16FF8E01-DE24-0F4F-A559-943D670B7764}" dt="2024-08-14T13:36:36.302" v="188" actId="478"/>
          <ac:picMkLst>
            <pc:docMk/>
            <pc:sldMk cId="538568147" sldId="265"/>
            <ac:picMk id="7" creationId="{034B6557-36A5-121F-76C7-3EA4B37D7CFA}"/>
          </ac:picMkLst>
        </pc:picChg>
        <pc:picChg chg="del">
          <ac:chgData name="Ronnel D. Palenzuela" userId="27216d6f-a712-48da-bcb2-613e4bc945ac" providerId="ADAL" clId="{16FF8E01-DE24-0F4F-A559-943D670B7764}" dt="2024-08-14T13:36:36.076" v="187" actId="478"/>
          <ac:picMkLst>
            <pc:docMk/>
            <pc:sldMk cId="538568147" sldId="265"/>
            <ac:picMk id="8" creationId="{1FB21C6D-D0A1-8AEB-319B-0296807954C0}"/>
          </ac:picMkLst>
        </pc:picChg>
        <pc:picChg chg="del">
          <ac:chgData name="Ronnel D. Palenzuela" userId="27216d6f-a712-48da-bcb2-613e4bc945ac" providerId="ADAL" clId="{16FF8E01-DE24-0F4F-A559-943D670B7764}" dt="2024-08-14T13:36:36.597" v="189" actId="478"/>
          <ac:picMkLst>
            <pc:docMk/>
            <pc:sldMk cId="538568147" sldId="265"/>
            <ac:picMk id="10" creationId="{DA4EB7EF-513D-C40D-5DC5-6B39809CDC00}"/>
          </ac:picMkLst>
        </pc:picChg>
      </pc:sldChg>
      <pc:sldChg chg="addSp delSp 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782960047" sldId="266"/>
        </pc:sldMkLst>
        <pc:spChg chg="mod">
          <ac:chgData name="Ronnel D. Palenzuela" userId="27216d6f-a712-48da-bcb2-613e4bc945ac" providerId="ADAL" clId="{16FF8E01-DE24-0F4F-A559-943D670B7764}" dt="2024-08-14T13:45:50.997" v="383" actId="20577"/>
          <ac:spMkLst>
            <pc:docMk/>
            <pc:sldMk cId="1782960047" sldId="26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3:52:01.538" v="473" actId="207"/>
          <ac:spMkLst>
            <pc:docMk/>
            <pc:sldMk cId="1782960047" sldId="266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3:54:36.838" v="483" actId="1076"/>
          <ac:spMkLst>
            <pc:docMk/>
            <pc:sldMk cId="1782960047" sldId="266"/>
            <ac:spMk id="6" creationId="{D96DF1EF-8473-896F-2BBC-6D1558971D10}"/>
          </ac:spMkLst>
        </pc:spChg>
        <pc:picChg chg="del">
          <ac:chgData name="Ronnel D. Palenzuela" userId="27216d6f-a712-48da-bcb2-613e4bc945ac" providerId="ADAL" clId="{16FF8E01-DE24-0F4F-A559-943D670B7764}" dt="2024-08-14T13:45:55.174" v="384" actId="478"/>
          <ac:picMkLst>
            <pc:docMk/>
            <pc:sldMk cId="1782960047" sldId="266"/>
            <ac:picMk id="5" creationId="{70008023-F501-145C-0B44-5194C048510F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029220167" sldId="266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149631211" sldId="267"/>
        </pc:sldMkLst>
        <pc:spChg chg="mod">
          <ac:chgData name="Ronnel D. Palenzuela" userId="27216d6f-a712-48da-bcb2-613e4bc945ac" providerId="ADAL" clId="{16FF8E01-DE24-0F4F-A559-943D670B7764}" dt="2024-08-14T15:58:59.103" v="1314" actId="11"/>
          <ac:spMkLst>
            <pc:docMk/>
            <pc:sldMk cId="2149631211" sldId="267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13:54:04.562" v="479" actId="2696"/>
        <pc:sldMkLst>
          <pc:docMk/>
          <pc:sldMk cId="2717857131" sldId="267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285671655" sldId="267"/>
        </pc:sldMkLst>
      </pc:sldChg>
      <pc:sldChg chg="add del">
        <pc:chgData name="Ronnel D. Palenzuela" userId="27216d6f-a712-48da-bcb2-613e4bc945ac" providerId="ADAL" clId="{16FF8E01-DE24-0F4F-A559-943D670B7764}" dt="2024-08-14T13:54:30.391" v="482" actId="2696"/>
        <pc:sldMkLst>
          <pc:docMk/>
          <pc:sldMk cId="3367849497" sldId="267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55138258" sldId="268"/>
        </pc:sldMkLst>
        <pc:spChg chg="mod">
          <ac:chgData name="Ronnel D. Palenzuela" userId="27216d6f-a712-48da-bcb2-613e4bc945ac" providerId="ADAL" clId="{16FF8E01-DE24-0F4F-A559-943D670B7764}" dt="2024-08-14T15:59:15.816" v="1315" actId="11"/>
          <ac:spMkLst>
            <pc:docMk/>
            <pc:sldMk cId="155138258" sldId="268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637530094" sldId="268"/>
        </pc:sldMkLst>
      </pc:sldChg>
      <pc:sldChg chg="addSp 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831007090" sldId="269"/>
        </pc:sldMkLst>
        <pc:spChg chg="mod">
          <ac:chgData name="Ronnel D. Palenzuela" userId="27216d6f-a712-48da-bcb2-613e4bc945ac" providerId="ADAL" clId="{16FF8E01-DE24-0F4F-A559-943D670B7764}" dt="2024-08-14T14:10:47.606" v="696" actId="20577"/>
          <ac:spMkLst>
            <pc:docMk/>
            <pc:sldMk cId="2831007090" sldId="26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4:16:06.339" v="778" actId="1076"/>
          <ac:spMkLst>
            <pc:docMk/>
            <pc:sldMk cId="2831007090" sldId="269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4:15:42.779" v="771" actId="113"/>
          <ac:spMkLst>
            <pc:docMk/>
            <pc:sldMk cId="2831007090" sldId="269"/>
            <ac:spMk id="4" creationId="{CB6DD4F9-08BE-3AF6-FDDC-AB693A0D38F1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018365145" sldId="269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107698705" sldId="270"/>
        </pc:sldMkLst>
      </pc:sldChg>
      <pc:sldChg chg="addSp delSp 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073403413" sldId="270"/>
        </pc:sldMkLst>
        <pc:spChg chg="mod">
          <ac:chgData name="Ronnel D. Palenzuela" userId="27216d6f-a712-48da-bcb2-613e4bc945ac" providerId="ADAL" clId="{16FF8E01-DE24-0F4F-A559-943D670B7764}" dt="2024-08-14T14:55:39.952" v="834" actId="20577"/>
          <ac:spMkLst>
            <pc:docMk/>
            <pc:sldMk cId="2073403413" sldId="27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5:31:54.057" v="880" actId="207"/>
          <ac:spMkLst>
            <pc:docMk/>
            <pc:sldMk cId="2073403413" sldId="270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5:09:23.422" v="836" actId="478"/>
          <ac:picMkLst>
            <pc:docMk/>
            <pc:sldMk cId="2073403413" sldId="270"/>
            <ac:picMk id="4" creationId="{369191B6-2A1C-3113-9BFD-747A4657F8D7}"/>
          </ac:picMkLst>
        </pc:picChg>
        <pc:picChg chg="del">
          <ac:chgData name="Ronnel D. Palenzuela" userId="27216d6f-a712-48da-bcb2-613e4bc945ac" providerId="ADAL" clId="{16FF8E01-DE24-0F4F-A559-943D670B7764}" dt="2024-08-14T14:53:40.293" v="791" actId="478"/>
          <ac:picMkLst>
            <pc:docMk/>
            <pc:sldMk cId="2073403413" sldId="270"/>
            <ac:picMk id="5" creationId="{70008023-F501-145C-0B44-5194C048510F}"/>
          </ac:picMkLst>
        </pc:picChg>
        <pc:picChg chg="del">
          <ac:chgData name="Ronnel D. Palenzuela" userId="27216d6f-a712-48da-bcb2-613e4bc945ac" providerId="ADAL" clId="{16FF8E01-DE24-0F4F-A559-943D670B7764}" dt="2024-08-14T14:53:41.454" v="792" actId="478"/>
          <ac:picMkLst>
            <pc:docMk/>
            <pc:sldMk cId="2073403413" sldId="270"/>
            <ac:picMk id="6" creationId="{24353777-D960-C968-46B2-C9D39EBD397E}"/>
          </ac:picMkLst>
        </pc:picChg>
        <pc:picChg chg="add del mod">
          <ac:chgData name="Ronnel D. Palenzuela" userId="27216d6f-a712-48da-bcb2-613e4bc945ac" providerId="ADAL" clId="{16FF8E01-DE24-0F4F-A559-943D670B7764}" dt="2024-08-14T15:09:24.556" v="837" actId="478"/>
          <ac:picMkLst>
            <pc:docMk/>
            <pc:sldMk cId="2073403413" sldId="270"/>
            <ac:picMk id="7" creationId="{CFF5A6F2-A391-E973-A9F9-EEAEDEBC41C8}"/>
          </ac:picMkLst>
        </pc:picChg>
        <pc:picChg chg="add del mod">
          <ac:chgData name="Ronnel D. Palenzuela" userId="27216d6f-a712-48da-bcb2-613e4bc945ac" providerId="ADAL" clId="{16FF8E01-DE24-0F4F-A559-943D670B7764}" dt="2024-08-14T15:38:21.939" v="921"/>
          <ac:picMkLst>
            <pc:docMk/>
            <pc:sldMk cId="2073403413" sldId="270"/>
            <ac:picMk id="8" creationId="{7628CA4E-3E92-F09C-D2FD-C46202C5E649}"/>
          </ac:picMkLst>
        </pc:picChg>
        <pc:picChg chg="add mod">
          <ac:chgData name="Ronnel D. Palenzuela" userId="27216d6f-a712-48da-bcb2-613e4bc945ac" providerId="ADAL" clId="{16FF8E01-DE24-0F4F-A559-943D670B7764}" dt="2024-08-14T15:34:34.583" v="908" actId="1076"/>
          <ac:picMkLst>
            <pc:docMk/>
            <pc:sldMk cId="2073403413" sldId="270"/>
            <ac:picMk id="9" creationId="{FFA2BE38-0E04-5FB6-310F-C9B71C57486B}"/>
          </ac:picMkLst>
        </pc:picChg>
        <pc:picChg chg="add mod">
          <ac:chgData name="Ronnel D. Palenzuela" userId="27216d6f-a712-48da-bcb2-613e4bc945ac" providerId="ADAL" clId="{16FF8E01-DE24-0F4F-A559-943D670B7764}" dt="2024-08-14T15:34:23.881" v="905" actId="1076"/>
          <ac:picMkLst>
            <pc:docMk/>
            <pc:sldMk cId="2073403413" sldId="270"/>
            <ac:picMk id="10" creationId="{667804E6-901E-3F8A-8E71-F3840CE73713}"/>
          </ac:picMkLst>
        </pc:picChg>
      </pc:sldChg>
      <pc:sldChg chg="addSp delSp 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406508294" sldId="271"/>
        </pc:sldMkLst>
        <pc:spChg chg="mod">
          <ac:chgData name="Ronnel D. Palenzuela" userId="27216d6f-a712-48da-bcb2-613e4bc945ac" providerId="ADAL" clId="{16FF8E01-DE24-0F4F-A559-943D670B7764}" dt="2024-08-14T15:45:04.117" v="1046" actId="20577"/>
          <ac:spMkLst>
            <pc:docMk/>
            <pc:sldMk cId="2406508294" sldId="271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FF8E01-DE24-0F4F-A559-943D670B7764}" dt="2024-08-14T15:35:02.613" v="915" actId="22"/>
          <ac:spMkLst>
            <pc:docMk/>
            <pc:sldMk cId="2406508294" sldId="271"/>
            <ac:spMk id="5" creationId="{4142F3C9-0F99-D487-F109-5D1080BCD242}"/>
          </ac:spMkLst>
        </pc:spChg>
        <pc:spChg chg="add mod">
          <ac:chgData name="Ronnel D. Palenzuela" userId="27216d6f-a712-48da-bcb2-613e4bc945ac" providerId="ADAL" clId="{16FF8E01-DE24-0F4F-A559-943D670B7764}" dt="2024-08-14T15:35:21.596" v="919" actId="1076"/>
          <ac:spMkLst>
            <pc:docMk/>
            <pc:sldMk cId="2406508294" sldId="271"/>
            <ac:spMk id="7" creationId="{59101826-B0CF-114B-0320-F5905D2B047C}"/>
          </ac:spMkLst>
        </pc:spChg>
        <pc:picChg chg="del">
          <ac:chgData name="Ronnel D. Palenzuela" userId="27216d6f-a712-48da-bcb2-613e4bc945ac" providerId="ADAL" clId="{16FF8E01-DE24-0F4F-A559-943D670B7764}" dt="2024-08-14T15:34:53.519" v="911" actId="478"/>
          <ac:picMkLst>
            <pc:docMk/>
            <pc:sldMk cId="2406508294" sldId="271"/>
            <ac:picMk id="8" creationId="{7628CA4E-3E92-F09C-D2FD-C46202C5E649}"/>
          </ac:picMkLst>
        </pc:picChg>
        <pc:picChg chg="del">
          <ac:chgData name="Ronnel D. Palenzuela" userId="27216d6f-a712-48da-bcb2-613e4bc945ac" providerId="ADAL" clId="{16FF8E01-DE24-0F4F-A559-943D670B7764}" dt="2024-08-14T15:34:52.857" v="910" actId="478"/>
          <ac:picMkLst>
            <pc:docMk/>
            <pc:sldMk cId="2406508294" sldId="271"/>
            <ac:picMk id="9" creationId="{FFA2BE38-0E04-5FB6-310F-C9B71C57486B}"/>
          </ac:picMkLst>
        </pc:picChg>
        <pc:picChg chg="del">
          <ac:chgData name="Ronnel D. Palenzuela" userId="27216d6f-a712-48da-bcb2-613e4bc945ac" providerId="ADAL" clId="{16FF8E01-DE24-0F4F-A559-943D670B7764}" dt="2024-08-14T15:34:53.775" v="912" actId="478"/>
          <ac:picMkLst>
            <pc:docMk/>
            <pc:sldMk cId="2406508294" sldId="271"/>
            <ac:picMk id="10" creationId="{667804E6-901E-3F8A-8E71-F3840CE73713}"/>
          </ac:picMkLst>
        </pc:picChg>
        <pc:picChg chg="add del mod">
          <ac:chgData name="Ronnel D. Palenzuela" userId="27216d6f-a712-48da-bcb2-613e4bc945ac" providerId="ADAL" clId="{16FF8E01-DE24-0F4F-A559-943D670B7764}" dt="2024-08-14T15:40:56.703" v="965" actId="478"/>
          <ac:picMkLst>
            <pc:docMk/>
            <pc:sldMk cId="2406508294" sldId="271"/>
            <ac:picMk id="11" creationId="{7451C57A-98EA-DF71-2373-89D7F90904CF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120804606" sldId="271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005021045" sldId="272"/>
        </pc:sldMkLst>
      </pc:sldChg>
      <pc:sldChg chg="modSp add mo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2217730064" sldId="272"/>
        </pc:sldMkLst>
        <pc:spChg chg="mod">
          <ac:chgData name="Ronnel D. Palenzuela" userId="27216d6f-a712-48da-bcb2-613e4bc945ac" providerId="ADAL" clId="{16FF8E01-DE24-0F4F-A559-943D670B7764}" dt="2024-08-14T15:59:35.416" v="1316" actId="11"/>
          <ac:spMkLst>
            <pc:docMk/>
            <pc:sldMk cId="2217730064" sldId="272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716507679" sldId="273"/>
        </pc:sldMkLst>
      </pc:sldChg>
      <pc:sldChg chg="modSp add mod ord modShow modNotesTx">
        <pc:chgData name="Ronnel D. Palenzuela" userId="27216d6f-a712-48da-bcb2-613e4bc945ac" providerId="ADAL" clId="{16FF8E01-DE24-0F4F-A559-943D670B7764}" dt="2024-08-15T06:12:31.924" v="2533" actId="729"/>
        <pc:sldMkLst>
          <pc:docMk/>
          <pc:sldMk cId="1773650369" sldId="273"/>
        </pc:sldMkLst>
        <pc:spChg chg="mod">
          <ac:chgData name="Ronnel D. Palenzuela" userId="27216d6f-a712-48da-bcb2-613e4bc945ac" providerId="ADAL" clId="{16FF8E01-DE24-0F4F-A559-943D670B7764}" dt="2024-08-14T15:59:48.974" v="1318" actId="11"/>
          <ac:spMkLst>
            <pc:docMk/>
            <pc:sldMk cId="1773650369" sldId="273"/>
            <ac:spMk id="3" creationId="{F9E9654B-D8E5-22CA-371A-57FADD13842B}"/>
          </ac:spMkLst>
        </pc:spChg>
      </pc:sldChg>
      <pc:sldChg chg="add del ord">
        <pc:chgData name="Ronnel D. Palenzuela" userId="27216d6f-a712-48da-bcb2-613e4bc945ac" providerId="ADAL" clId="{16FF8E01-DE24-0F4F-A559-943D670B7764}" dt="2024-08-14T16:09:44.931" v="1436" actId="2696"/>
        <pc:sldMkLst>
          <pc:docMk/>
          <pc:sldMk cId="415108391" sldId="274"/>
        </pc:sldMkLst>
      </pc:sldChg>
      <pc:sldChg chg="addSp modSp add mod modNotesTx">
        <pc:chgData name="Ronnel D. Palenzuela" userId="27216d6f-a712-48da-bcb2-613e4bc945ac" providerId="ADAL" clId="{16FF8E01-DE24-0F4F-A559-943D670B7764}" dt="2024-08-14T17:35:56.996" v="2348" actId="207"/>
        <pc:sldMkLst>
          <pc:docMk/>
          <pc:sldMk cId="3520817057" sldId="274"/>
        </pc:sldMkLst>
        <pc:spChg chg="mod">
          <ac:chgData name="Ronnel D. Palenzuela" userId="27216d6f-a712-48da-bcb2-613e4bc945ac" providerId="ADAL" clId="{16FF8E01-DE24-0F4F-A559-943D670B7764}" dt="2024-08-14T16:34:48.838" v="1740" actId="1076"/>
          <ac:spMkLst>
            <pc:docMk/>
            <pc:sldMk cId="3520817057" sldId="274"/>
            <ac:spMk id="2" creationId="{4B9DC0FD-E73C-26A6-891F-61B461076958}"/>
          </ac:spMkLst>
        </pc:spChg>
        <pc:spChg chg="add mod">
          <ac:chgData name="Ronnel D. Palenzuela" userId="27216d6f-a712-48da-bcb2-613e4bc945ac" providerId="ADAL" clId="{16FF8E01-DE24-0F4F-A559-943D670B7764}" dt="2024-08-14T17:35:56.996" v="2348" actId="207"/>
          <ac:spMkLst>
            <pc:docMk/>
            <pc:sldMk cId="3520817057" sldId="274"/>
            <ac:spMk id="4" creationId="{02334A40-A4A9-25FE-DC7A-9B1C1C6A0886}"/>
          </ac:spMkLst>
        </pc:spChg>
      </pc:sldChg>
      <pc:sldChg chg="addSp delSp modSp add del mod">
        <pc:chgData name="Ronnel D. Palenzuela" userId="27216d6f-a712-48da-bcb2-613e4bc945ac" providerId="ADAL" clId="{16FF8E01-DE24-0F4F-A559-943D670B7764}" dt="2024-08-14T16:15:45.956" v="1532" actId="2696"/>
        <pc:sldMkLst>
          <pc:docMk/>
          <pc:sldMk cId="2172138736" sldId="275"/>
        </pc:sldMkLst>
        <pc:spChg chg="mod">
          <ac:chgData name="Ronnel D. Palenzuela" userId="27216d6f-a712-48da-bcb2-613e4bc945ac" providerId="ADAL" clId="{16FF8E01-DE24-0F4F-A559-943D670B7764}" dt="2024-08-14T16:15:14.648" v="1524" actId="20577"/>
          <ac:spMkLst>
            <pc:docMk/>
            <pc:sldMk cId="2172138736" sldId="275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5:40.915" v="1531"/>
          <ac:spMkLst>
            <pc:docMk/>
            <pc:sldMk cId="2172138736" sldId="275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6:15:16.283" v="1525" actId="478"/>
          <ac:picMkLst>
            <pc:docMk/>
            <pc:sldMk cId="2172138736" sldId="275"/>
            <ac:picMk id="4" creationId="{3DD2775A-1217-7607-D818-9986C2B95701}"/>
          </ac:picMkLst>
        </pc:picChg>
        <pc:picChg chg="del">
          <ac:chgData name="Ronnel D. Palenzuela" userId="27216d6f-a712-48da-bcb2-613e4bc945ac" providerId="ADAL" clId="{16FF8E01-DE24-0F4F-A559-943D670B7764}" dt="2024-08-14T16:10:15.858" v="1472" actId="478"/>
          <ac:picMkLst>
            <pc:docMk/>
            <pc:sldMk cId="2172138736" sldId="275"/>
            <ac:picMk id="8" creationId="{7628CA4E-3E92-F09C-D2FD-C46202C5E649}"/>
          </ac:picMkLst>
        </pc:picChg>
        <pc:picChg chg="del">
          <ac:chgData name="Ronnel D. Palenzuela" userId="27216d6f-a712-48da-bcb2-613e4bc945ac" providerId="ADAL" clId="{16FF8E01-DE24-0F4F-A559-943D670B7764}" dt="2024-08-14T16:10:15.605" v="1471" actId="478"/>
          <ac:picMkLst>
            <pc:docMk/>
            <pc:sldMk cId="2172138736" sldId="275"/>
            <ac:picMk id="9" creationId="{FFA2BE38-0E04-5FB6-310F-C9B71C57486B}"/>
          </ac:picMkLst>
        </pc:picChg>
        <pc:picChg chg="del">
          <ac:chgData name="Ronnel D. Palenzuela" userId="27216d6f-a712-48da-bcb2-613e4bc945ac" providerId="ADAL" clId="{16FF8E01-DE24-0F4F-A559-943D670B7764}" dt="2024-08-14T16:10:16.066" v="1473" actId="478"/>
          <ac:picMkLst>
            <pc:docMk/>
            <pc:sldMk cId="2172138736" sldId="275"/>
            <ac:picMk id="10" creationId="{667804E6-901E-3F8A-8E71-F3840CE73713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070147815" sldId="275"/>
        </pc:sldMkLst>
      </pc:sldChg>
      <pc:sldChg chg="modSp add mod ord modNotesTx">
        <pc:chgData name="Ronnel D. Palenzuela" userId="27216d6f-a712-48da-bcb2-613e4bc945ac" providerId="ADAL" clId="{16FF8E01-DE24-0F4F-A559-943D670B7764}" dt="2024-08-14T16:34:54.089" v="1743" actId="20577"/>
        <pc:sldMkLst>
          <pc:docMk/>
          <pc:sldMk cId="2154677164" sldId="276"/>
        </pc:sldMkLst>
        <pc:spChg chg="mod">
          <ac:chgData name="Ronnel D. Palenzuela" userId="27216d6f-a712-48da-bcb2-613e4bc945ac" providerId="ADAL" clId="{16FF8E01-DE24-0F4F-A559-943D670B7764}" dt="2024-08-14T16:34:54.089" v="1743" actId="20577"/>
          <ac:spMkLst>
            <pc:docMk/>
            <pc:sldMk cId="2154677164" sldId="27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5:04.817" v="1513" actId="207"/>
          <ac:spMkLst>
            <pc:docMk/>
            <pc:sldMk cId="2154677164" sldId="276"/>
            <ac:spMk id="3" creationId="{F9E9654B-D8E5-22CA-371A-57FADD13842B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621742425" sldId="276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08275361" sldId="277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6:24:40.231" v="1652"/>
        <pc:sldMkLst>
          <pc:docMk/>
          <pc:sldMk cId="1655093992" sldId="277"/>
        </pc:sldMkLst>
        <pc:spChg chg="mod">
          <ac:chgData name="Ronnel D. Palenzuela" userId="27216d6f-a712-48da-bcb2-613e4bc945ac" providerId="ADAL" clId="{16FF8E01-DE24-0F4F-A559-943D670B7764}" dt="2024-08-14T16:15:53.933" v="1548" actId="20577"/>
          <ac:spMkLst>
            <pc:docMk/>
            <pc:sldMk cId="1655093992" sldId="27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6:03.761" v="1554" actId="207"/>
          <ac:spMkLst>
            <pc:docMk/>
            <pc:sldMk cId="1655093992" sldId="277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FF8E01-DE24-0F4F-A559-943D670B7764}" dt="2024-08-14T16:15:49.738" v="1534" actId="478"/>
          <ac:picMkLst>
            <pc:docMk/>
            <pc:sldMk cId="1655093992" sldId="277"/>
            <ac:picMk id="4" creationId="{3DD2775A-1217-7607-D818-9986C2B95701}"/>
          </ac:picMkLst>
        </pc:picChg>
        <pc:picChg chg="add mod">
          <ac:chgData name="Ronnel D. Palenzuela" userId="27216d6f-a712-48da-bcb2-613e4bc945ac" providerId="ADAL" clId="{16FF8E01-DE24-0F4F-A559-943D670B7764}" dt="2024-08-14T16:22:20.410" v="1645" actId="1076"/>
          <ac:picMkLst>
            <pc:docMk/>
            <pc:sldMk cId="1655093992" sldId="277"/>
            <ac:picMk id="5" creationId="{21F98874-7EDA-6F8F-7A52-E913F2501EF4}"/>
          </ac:picMkLst>
        </pc:picChg>
        <pc:picChg chg="add mod">
          <ac:chgData name="Ronnel D. Palenzuela" userId="27216d6f-a712-48da-bcb2-613e4bc945ac" providerId="ADAL" clId="{16FF8E01-DE24-0F4F-A559-943D670B7764}" dt="2024-08-14T16:22:19.327" v="1644" actId="1076"/>
          <ac:picMkLst>
            <pc:docMk/>
            <pc:sldMk cId="1655093992" sldId="277"/>
            <ac:picMk id="6" creationId="{AB87846A-7FEB-769F-7BA7-C9DDDB12476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28633288" sldId="278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6:25:33.500" v="1670"/>
        <pc:sldMkLst>
          <pc:docMk/>
          <pc:sldMk cId="1084106175" sldId="278"/>
        </pc:sldMkLst>
        <pc:spChg chg="mod">
          <ac:chgData name="Ronnel D. Palenzuela" userId="27216d6f-a712-48da-bcb2-613e4bc945ac" providerId="ADAL" clId="{16FF8E01-DE24-0F4F-A559-943D670B7764}" dt="2024-08-14T16:16:15.683" v="1568" actId="20577"/>
          <ac:spMkLst>
            <pc:docMk/>
            <pc:sldMk cId="1084106175" sldId="27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13.356" v="1628" actId="207"/>
          <ac:spMkLst>
            <pc:docMk/>
            <pc:sldMk cId="1084106175" sldId="278"/>
            <ac:spMk id="3" creationId="{F9E9654B-D8E5-22CA-371A-57FADD13842B}"/>
          </ac:spMkLst>
        </pc:spChg>
        <pc:spChg chg="add del">
          <ac:chgData name="Ronnel D. Palenzuela" userId="27216d6f-a712-48da-bcb2-613e4bc945ac" providerId="ADAL" clId="{16FF8E01-DE24-0F4F-A559-943D670B7764}" dt="2024-08-14T16:17:30.269" v="1608" actId="22"/>
          <ac:spMkLst>
            <pc:docMk/>
            <pc:sldMk cId="1084106175" sldId="278"/>
            <ac:spMk id="5" creationId="{161974CA-D17A-C7C9-D387-4B786DACE39F}"/>
          </ac:spMkLst>
        </pc:spChg>
        <pc:picChg chg="add mod">
          <ac:chgData name="Ronnel D. Palenzuela" userId="27216d6f-a712-48da-bcb2-613e4bc945ac" providerId="ADAL" clId="{16FF8E01-DE24-0F4F-A559-943D670B7764}" dt="2024-08-14T16:24:18.313" v="1650" actId="1076"/>
          <ac:picMkLst>
            <pc:docMk/>
            <pc:sldMk cId="1084106175" sldId="278"/>
            <ac:picMk id="6" creationId="{1DBAEE34-611C-C72E-D674-1D598742FCFC}"/>
          </ac:picMkLst>
        </pc:picChg>
      </pc:sldChg>
      <pc:sldChg chg="addSp delSp modSp add mod modNotesTx">
        <pc:chgData name="Ronnel D. Palenzuela" userId="27216d6f-a712-48da-bcb2-613e4bc945ac" providerId="ADAL" clId="{16FF8E01-DE24-0F4F-A559-943D670B7764}" dt="2024-08-14T16:28:49.228" v="1688" actId="1076"/>
        <pc:sldMkLst>
          <pc:docMk/>
          <pc:sldMk cId="562485659" sldId="279"/>
        </pc:sldMkLst>
        <pc:spChg chg="mod">
          <ac:chgData name="Ronnel D. Palenzuela" userId="27216d6f-a712-48da-bcb2-613e4bc945ac" providerId="ADAL" clId="{16FF8E01-DE24-0F4F-A559-943D670B7764}" dt="2024-08-14T16:16:20.804" v="1575" actId="20577"/>
          <ac:spMkLst>
            <pc:docMk/>
            <pc:sldMk cId="562485659" sldId="279"/>
            <ac:spMk id="2" creationId="{1FD87645-D8E6-23DE-A822-448BF1054783}"/>
          </ac:spMkLst>
        </pc:spChg>
        <pc:spChg chg="add del mod">
          <ac:chgData name="Ronnel D. Palenzuela" userId="27216d6f-a712-48da-bcb2-613e4bc945ac" providerId="ADAL" clId="{16FF8E01-DE24-0F4F-A559-943D670B7764}" dt="2024-08-14T16:18:17.416" v="1630" actId="207"/>
          <ac:spMkLst>
            <pc:docMk/>
            <pc:sldMk cId="562485659" sldId="279"/>
            <ac:spMk id="3" creationId="{F9E9654B-D8E5-22CA-371A-57FADD13842B}"/>
          </ac:spMkLst>
        </pc:spChg>
        <pc:spChg chg="add del mod">
          <ac:chgData name="Ronnel D. Palenzuela" userId="27216d6f-a712-48da-bcb2-613e4bc945ac" providerId="ADAL" clId="{16FF8E01-DE24-0F4F-A559-943D670B7764}" dt="2024-08-14T16:17:08.500" v="1600" actId="478"/>
          <ac:spMkLst>
            <pc:docMk/>
            <pc:sldMk cId="562485659" sldId="279"/>
            <ac:spMk id="5" creationId="{C512883A-C3F1-9C1D-1BC0-B118C33FB485}"/>
          </ac:spMkLst>
        </pc:spChg>
        <pc:picChg chg="add mod">
          <ac:chgData name="Ronnel D. Palenzuela" userId="27216d6f-a712-48da-bcb2-613e4bc945ac" providerId="ADAL" clId="{16FF8E01-DE24-0F4F-A559-943D670B7764}" dt="2024-08-14T16:28:47.407" v="1687" actId="1076"/>
          <ac:picMkLst>
            <pc:docMk/>
            <pc:sldMk cId="562485659" sldId="279"/>
            <ac:picMk id="6" creationId="{25F73CC1-53BA-4567-E3BA-1C63F2D9CE93}"/>
          </ac:picMkLst>
        </pc:picChg>
        <pc:picChg chg="add mod">
          <ac:chgData name="Ronnel D. Palenzuela" userId="27216d6f-a712-48da-bcb2-613e4bc945ac" providerId="ADAL" clId="{16FF8E01-DE24-0F4F-A559-943D670B7764}" dt="2024-08-14T16:28:49.228" v="1688" actId="1076"/>
          <ac:picMkLst>
            <pc:docMk/>
            <pc:sldMk cId="562485659" sldId="279"/>
            <ac:picMk id="7" creationId="{3FAF6F31-D00C-5848-28EC-E4192A65B293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220697961" sldId="279"/>
        </pc:sldMkLst>
      </pc:sldChg>
      <pc:sldChg chg="addSp modSp add mod modNotesTx">
        <pc:chgData name="Ronnel D. Palenzuela" userId="27216d6f-a712-48da-bcb2-613e4bc945ac" providerId="ADAL" clId="{16FF8E01-DE24-0F4F-A559-943D670B7764}" dt="2024-08-14T17:09:09.590" v="2182"/>
        <pc:sldMkLst>
          <pc:docMk/>
          <pc:sldMk cId="2101055377" sldId="280"/>
        </pc:sldMkLst>
        <pc:spChg chg="mod">
          <ac:chgData name="Ronnel D. Palenzuela" userId="27216d6f-a712-48da-bcb2-613e4bc945ac" providerId="ADAL" clId="{16FF8E01-DE24-0F4F-A559-943D670B7764}" dt="2024-08-14T16:16:29.753" v="1592" actId="20577"/>
          <ac:spMkLst>
            <pc:docMk/>
            <pc:sldMk cId="2101055377" sldId="28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21.161" v="1632" actId="207"/>
          <ac:spMkLst>
            <pc:docMk/>
            <pc:sldMk cId="2101055377" sldId="280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6:30:09.396" v="1697" actId="1076"/>
          <ac:picMkLst>
            <pc:docMk/>
            <pc:sldMk cId="2101055377" sldId="280"/>
            <ac:picMk id="4" creationId="{B5ABF6ED-2604-A356-F8D2-8A031F072FC1}"/>
          </ac:picMkLst>
        </pc:picChg>
        <pc:picChg chg="add mod">
          <ac:chgData name="Ronnel D. Palenzuela" userId="27216d6f-a712-48da-bcb2-613e4bc945ac" providerId="ADAL" clId="{16FF8E01-DE24-0F4F-A559-943D670B7764}" dt="2024-08-14T16:30:09.396" v="1697" actId="1076"/>
          <ac:picMkLst>
            <pc:docMk/>
            <pc:sldMk cId="2101055377" sldId="280"/>
            <ac:picMk id="5" creationId="{EE318E40-1124-8135-1738-B9359FE81254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456681114" sldId="280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557213172" sldId="281"/>
        </pc:sldMkLst>
      </pc:sldChg>
      <pc:sldChg chg="addSp modSp add mod ord modNotesTx">
        <pc:chgData name="Ronnel D. Palenzuela" userId="27216d6f-a712-48da-bcb2-613e4bc945ac" providerId="ADAL" clId="{16FF8E01-DE24-0F4F-A559-943D670B7764}" dt="2024-08-14T17:09:31.130" v="2186"/>
        <pc:sldMkLst>
          <pc:docMk/>
          <pc:sldMk cId="4052999246" sldId="281"/>
        </pc:sldMkLst>
        <pc:spChg chg="mod">
          <ac:chgData name="Ronnel D. Palenzuela" userId="27216d6f-a712-48da-bcb2-613e4bc945ac" providerId="ADAL" clId="{16FF8E01-DE24-0F4F-A559-943D670B7764}" dt="2024-08-14T16:16:42.177" v="1594"/>
          <ac:spMkLst>
            <pc:docMk/>
            <pc:sldMk cId="4052999246" sldId="28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18:25.511" v="1634" actId="207"/>
          <ac:spMkLst>
            <pc:docMk/>
            <pc:sldMk cId="4052999246" sldId="281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6:31:29.020" v="1716" actId="1076"/>
          <ac:picMkLst>
            <pc:docMk/>
            <pc:sldMk cId="4052999246" sldId="281"/>
            <ac:picMk id="4" creationId="{5548C54F-301E-DCA9-21D7-E0AD96A9FA43}"/>
          </ac:picMkLst>
        </pc:picChg>
        <pc:picChg chg="add mod">
          <ac:chgData name="Ronnel D. Palenzuela" userId="27216d6f-a712-48da-bcb2-613e4bc945ac" providerId="ADAL" clId="{16FF8E01-DE24-0F4F-A559-943D670B7764}" dt="2024-08-14T16:31:30.328" v="1717" actId="1076"/>
          <ac:picMkLst>
            <pc:docMk/>
            <pc:sldMk cId="4052999246" sldId="281"/>
            <ac:picMk id="5" creationId="{89C006CD-3837-CB39-23CD-A101C01CDA9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6683317" sldId="282"/>
        </pc:sldMkLst>
      </pc:sldChg>
      <pc:sldChg chg="addSp delSp modSp add mod ord">
        <pc:chgData name="Ronnel D. Palenzuela" userId="27216d6f-a712-48da-bcb2-613e4bc945ac" providerId="ADAL" clId="{16FF8E01-DE24-0F4F-A559-943D670B7764}" dt="2024-08-14T16:58:26.475" v="2121" actId="20577"/>
        <pc:sldMkLst>
          <pc:docMk/>
          <pc:sldMk cId="3651396270" sldId="282"/>
        </pc:sldMkLst>
        <pc:spChg chg="mod">
          <ac:chgData name="Ronnel D. Palenzuela" userId="27216d6f-a712-48da-bcb2-613e4bc945ac" providerId="ADAL" clId="{16FF8E01-DE24-0F4F-A559-943D670B7764}" dt="2024-08-14T16:38:16.616" v="1763" actId="20577"/>
          <ac:spMkLst>
            <pc:docMk/>
            <pc:sldMk cId="3651396270" sldId="282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8:26.475" v="2121" actId="20577"/>
          <ac:spMkLst>
            <pc:docMk/>
            <pc:sldMk cId="3651396270" sldId="282"/>
            <ac:spMk id="3" creationId="{F9E9654B-D8E5-22CA-371A-57FADD13842B}"/>
          </ac:spMkLst>
        </pc:spChg>
        <pc:picChg chg="del">
          <ac:chgData name="Ronnel D. Palenzuela" userId="27216d6f-a712-48da-bcb2-613e4bc945ac" providerId="ADAL" clId="{16FF8E01-DE24-0F4F-A559-943D670B7764}" dt="2024-08-14T16:33:50.779" v="1722" actId="478"/>
          <ac:picMkLst>
            <pc:docMk/>
            <pc:sldMk cId="3651396270" sldId="282"/>
            <ac:picMk id="4" creationId="{3DD2775A-1217-7607-D818-9986C2B95701}"/>
          </ac:picMkLst>
        </pc:picChg>
        <pc:picChg chg="add del mod">
          <ac:chgData name="Ronnel D. Palenzuela" userId="27216d6f-a712-48da-bcb2-613e4bc945ac" providerId="ADAL" clId="{16FF8E01-DE24-0F4F-A559-943D670B7764}" dt="2024-08-14T16:33:57.413" v="1726" actId="478"/>
          <ac:picMkLst>
            <pc:docMk/>
            <pc:sldMk cId="3651396270" sldId="282"/>
            <ac:picMk id="5" creationId="{5C4865FA-8A85-CD96-7E00-91EA3C1322EA}"/>
          </ac:picMkLst>
        </pc:picChg>
        <pc:picChg chg="add mod">
          <ac:chgData name="Ronnel D. Palenzuela" userId="27216d6f-a712-48da-bcb2-613e4bc945ac" providerId="ADAL" clId="{16FF8E01-DE24-0F4F-A559-943D670B7764}" dt="2024-08-14T16:37:32.689" v="1754" actId="1076"/>
          <ac:picMkLst>
            <pc:docMk/>
            <pc:sldMk cId="3651396270" sldId="282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993575964" sldId="283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02:26.342" v="2138"/>
        <pc:sldMkLst>
          <pc:docMk/>
          <pc:sldMk cId="3162599194" sldId="283"/>
        </pc:sldMkLst>
        <pc:spChg chg="mod">
          <ac:chgData name="Ronnel D. Palenzuela" userId="27216d6f-a712-48da-bcb2-613e4bc945ac" providerId="ADAL" clId="{16FF8E01-DE24-0F4F-A559-943D670B7764}" dt="2024-08-14T16:47:28.766" v="1822"/>
          <ac:spMkLst>
            <pc:docMk/>
            <pc:sldMk cId="3162599194" sldId="283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2:16.070" v="1994" actId="207"/>
          <ac:spMkLst>
            <pc:docMk/>
            <pc:sldMk cId="3162599194" sldId="283"/>
            <ac:spMk id="3" creationId="{F9E9654B-D8E5-22CA-371A-57FADD13842B}"/>
          </ac:spMkLst>
        </pc:spChg>
        <pc:spChg chg="add mod">
          <ac:chgData name="Ronnel D. Palenzuela" userId="27216d6f-a712-48da-bcb2-613e4bc945ac" providerId="ADAL" clId="{16FF8E01-DE24-0F4F-A559-943D670B7764}" dt="2024-08-14T16:57:40.683" v="2117" actId="1076"/>
          <ac:spMkLst>
            <pc:docMk/>
            <pc:sldMk cId="3162599194" sldId="283"/>
            <ac:spMk id="4" creationId="{B086C906-76C1-C80B-2402-3CD150AED030}"/>
          </ac:spMkLst>
        </pc:spChg>
        <pc:spChg chg="add mod">
          <ac:chgData name="Ronnel D. Palenzuela" userId="27216d6f-a712-48da-bcb2-613e4bc945ac" providerId="ADAL" clId="{16FF8E01-DE24-0F4F-A559-943D670B7764}" dt="2024-08-14T16:52:23.273" v="2000" actId="113"/>
          <ac:spMkLst>
            <pc:docMk/>
            <pc:sldMk cId="3162599194" sldId="283"/>
            <ac:spMk id="5" creationId="{374C59D7-230E-26A4-3307-5D188332993A}"/>
          </ac:spMkLst>
        </pc:spChg>
        <pc:picChg chg="del">
          <ac:chgData name="Ronnel D. Palenzuela" userId="27216d6f-a712-48da-bcb2-613e4bc945ac" providerId="ADAL" clId="{16FF8E01-DE24-0F4F-A559-943D670B7764}" dt="2024-08-14T16:39:23.886" v="1788" actId="478"/>
          <ac:picMkLst>
            <pc:docMk/>
            <pc:sldMk cId="3162599194" sldId="283"/>
            <ac:picMk id="6" creationId="{FB4307CA-B2C0-91D7-AC3C-D22C8F2AE28E}"/>
          </ac:picMkLst>
        </pc:picChg>
      </pc:sldChg>
      <pc:sldChg chg="delSp modSp add del mod">
        <pc:chgData name="Ronnel D. Palenzuela" userId="27216d6f-a712-48da-bcb2-613e4bc945ac" providerId="ADAL" clId="{16FF8E01-DE24-0F4F-A559-943D670B7764}" dt="2024-08-14T16:52:56.130" v="2002" actId="2696"/>
        <pc:sldMkLst>
          <pc:docMk/>
          <pc:sldMk cId="476145324" sldId="284"/>
        </pc:sldMkLst>
        <pc:spChg chg="mod">
          <ac:chgData name="Ronnel D. Palenzuela" userId="27216d6f-a712-48da-bcb2-613e4bc945ac" providerId="ADAL" clId="{16FF8E01-DE24-0F4F-A559-943D670B7764}" dt="2024-08-14T16:39:28.295" v="1798" actId="20577"/>
          <ac:spMkLst>
            <pc:docMk/>
            <pc:sldMk cId="476145324" sldId="284"/>
            <ac:spMk id="2" creationId="{1FD87645-D8E6-23DE-A822-448BF1054783}"/>
          </ac:spMkLst>
        </pc:spChg>
        <pc:picChg chg="del">
          <ac:chgData name="Ronnel D. Palenzuela" userId="27216d6f-a712-48da-bcb2-613e4bc945ac" providerId="ADAL" clId="{16FF8E01-DE24-0F4F-A559-943D670B7764}" dt="2024-08-14T16:39:22.241" v="1787" actId="478"/>
          <ac:picMkLst>
            <pc:docMk/>
            <pc:sldMk cId="476145324" sldId="284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253337562" sldId="284"/>
        </pc:sldMkLst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80579114" sldId="285"/>
        </pc:sldMkLst>
      </pc:sldChg>
      <pc:sldChg chg="modSp add del mod">
        <pc:chgData name="Ronnel D. Palenzuela" userId="27216d6f-a712-48da-bcb2-613e4bc945ac" providerId="ADAL" clId="{16FF8E01-DE24-0F4F-A559-943D670B7764}" dt="2024-08-14T16:55:44.538" v="2067" actId="2696"/>
        <pc:sldMkLst>
          <pc:docMk/>
          <pc:sldMk cId="3500652590" sldId="285"/>
        </pc:sldMkLst>
        <pc:spChg chg="mod">
          <ac:chgData name="Ronnel D. Palenzuela" userId="27216d6f-a712-48da-bcb2-613e4bc945ac" providerId="ADAL" clId="{16FF8E01-DE24-0F4F-A559-943D670B7764}" dt="2024-08-14T16:39:32.355" v="1805" actId="20577"/>
          <ac:spMkLst>
            <pc:docMk/>
            <pc:sldMk cId="3500652590" sldId="285"/>
            <ac:spMk id="2" creationId="{1FD87645-D8E6-23DE-A822-448BF1054783}"/>
          </ac:spMkLst>
        </pc:sp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581186720" sldId="286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04:33.737" v="2156" actId="1076"/>
        <pc:sldMkLst>
          <pc:docMk/>
          <pc:sldMk cId="1740139509" sldId="286"/>
        </pc:sldMkLst>
        <pc:spChg chg="mod">
          <ac:chgData name="Ronnel D. Palenzuela" userId="27216d6f-a712-48da-bcb2-613e4bc945ac" providerId="ADAL" clId="{16FF8E01-DE24-0F4F-A559-943D670B7764}" dt="2024-08-14T16:53:39.266" v="2019" actId="20577"/>
          <ac:spMkLst>
            <pc:docMk/>
            <pc:sldMk cId="1740139509" sldId="286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4:54.289" v="2059" actId="27636"/>
          <ac:spMkLst>
            <pc:docMk/>
            <pc:sldMk cId="1740139509" sldId="286"/>
            <ac:spMk id="3" creationId="{F9E9654B-D8E5-22CA-371A-57FADD13842B}"/>
          </ac:spMkLst>
        </pc:spChg>
        <pc:spChg chg="mod">
          <ac:chgData name="Ronnel D. Palenzuela" userId="27216d6f-a712-48da-bcb2-613e4bc945ac" providerId="ADAL" clId="{16FF8E01-DE24-0F4F-A559-943D670B7764}" dt="2024-08-14T16:57:02.572" v="2104" actId="1076"/>
          <ac:spMkLst>
            <pc:docMk/>
            <pc:sldMk cId="1740139509" sldId="286"/>
            <ac:spMk id="4" creationId="{B086C906-76C1-C80B-2402-3CD150AED030}"/>
          </ac:spMkLst>
        </pc:spChg>
        <pc:spChg chg="del mod">
          <ac:chgData name="Ronnel D. Palenzuela" userId="27216d6f-a712-48da-bcb2-613e4bc945ac" providerId="ADAL" clId="{16FF8E01-DE24-0F4F-A559-943D670B7764}" dt="2024-08-14T16:54:29.712" v="2047" actId="478"/>
          <ac:spMkLst>
            <pc:docMk/>
            <pc:sldMk cId="1740139509" sldId="286"/>
            <ac:spMk id="5" creationId="{374C59D7-230E-26A4-3307-5D188332993A}"/>
          </ac:spMkLst>
        </pc:spChg>
        <pc:picChg chg="add mod">
          <ac:chgData name="Ronnel D. Palenzuela" userId="27216d6f-a712-48da-bcb2-613e4bc945ac" providerId="ADAL" clId="{16FF8E01-DE24-0F4F-A559-943D670B7764}" dt="2024-08-14T17:04:33.737" v="2156" actId="1076"/>
          <ac:picMkLst>
            <pc:docMk/>
            <pc:sldMk cId="1740139509" sldId="286"/>
            <ac:picMk id="6" creationId="{7355D678-29E7-A4B1-013E-B622157A0CE9}"/>
          </ac:picMkLst>
        </pc:picChg>
      </pc:sldChg>
      <pc:sldChg chg="addSp delSp modSp add mod ord modNotesTx">
        <pc:chgData name="Ronnel D. Palenzuela" userId="27216d6f-a712-48da-bcb2-613e4bc945ac" providerId="ADAL" clId="{16FF8E01-DE24-0F4F-A559-943D670B7764}" dt="2024-08-14T17:09:41.649" v="2189" actId="20578"/>
        <pc:sldMkLst>
          <pc:docMk/>
          <pc:sldMk cId="2244338286" sldId="287"/>
        </pc:sldMkLst>
        <pc:spChg chg="mod">
          <ac:chgData name="Ronnel D. Palenzuela" userId="27216d6f-a712-48da-bcb2-613e4bc945ac" providerId="ADAL" clId="{16FF8E01-DE24-0F4F-A559-943D670B7764}" dt="2024-08-14T16:55:51.174" v="2074" actId="20577"/>
          <ac:spMkLst>
            <pc:docMk/>
            <pc:sldMk cId="2244338286" sldId="287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6:56:49.755" v="2102" actId="27636"/>
          <ac:spMkLst>
            <pc:docMk/>
            <pc:sldMk cId="2244338286" sldId="287"/>
            <ac:spMk id="3" creationId="{F9E9654B-D8E5-22CA-371A-57FADD13842B}"/>
          </ac:spMkLst>
        </pc:spChg>
        <pc:spChg chg="mod">
          <ac:chgData name="Ronnel D. Palenzuela" userId="27216d6f-a712-48da-bcb2-613e4bc945ac" providerId="ADAL" clId="{16FF8E01-DE24-0F4F-A559-943D670B7764}" dt="2024-08-14T16:57:17.574" v="2108" actId="1076"/>
          <ac:spMkLst>
            <pc:docMk/>
            <pc:sldMk cId="2244338286" sldId="287"/>
            <ac:spMk id="4" creationId="{B086C906-76C1-C80B-2402-3CD150AED030}"/>
          </ac:spMkLst>
        </pc:spChg>
        <pc:picChg chg="add del mod">
          <ac:chgData name="Ronnel D. Palenzuela" userId="27216d6f-a712-48da-bcb2-613e4bc945ac" providerId="ADAL" clId="{16FF8E01-DE24-0F4F-A559-943D670B7764}" dt="2024-08-14T17:06:20.306" v="2162" actId="478"/>
          <ac:picMkLst>
            <pc:docMk/>
            <pc:sldMk cId="2244338286" sldId="287"/>
            <ac:picMk id="5" creationId="{C84F9925-8BF0-7942-2733-4A5D508AEA7C}"/>
          </ac:picMkLst>
        </pc:picChg>
        <pc:picChg chg="add mod">
          <ac:chgData name="Ronnel D. Palenzuela" userId="27216d6f-a712-48da-bcb2-613e4bc945ac" providerId="ADAL" clId="{16FF8E01-DE24-0F4F-A559-943D670B7764}" dt="2024-08-14T17:07:53.726" v="2172" actId="1076"/>
          <ac:picMkLst>
            <pc:docMk/>
            <pc:sldMk cId="2244338286" sldId="287"/>
            <ac:picMk id="6" creationId="{FABA4C1D-2D18-55BC-C0A4-FFF3AFC35C03}"/>
          </ac:picMkLst>
        </pc:picChg>
        <pc:picChg chg="add mod">
          <ac:chgData name="Ronnel D. Palenzuela" userId="27216d6f-a712-48da-bcb2-613e4bc945ac" providerId="ADAL" clId="{16FF8E01-DE24-0F4F-A559-943D670B7764}" dt="2024-08-14T17:07:55.489" v="2173" actId="1076"/>
          <ac:picMkLst>
            <pc:docMk/>
            <pc:sldMk cId="2244338286" sldId="287"/>
            <ac:picMk id="7" creationId="{C43B6C84-21DD-D63D-908A-759A84CA71F1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4278137860" sldId="287"/>
        </pc:sldMkLst>
      </pc:sldChg>
      <pc:sldChg chg="addSp delSp modSp add mod ord modNotesTx">
        <pc:chgData name="Ronnel D. Palenzuela" userId="27216d6f-a712-48da-bcb2-613e4bc945ac" providerId="ADAL" clId="{16FF8E01-DE24-0F4F-A559-943D670B7764}" dt="2024-08-15T02:15:44.096" v="2527" actId="20577"/>
        <pc:sldMkLst>
          <pc:docMk/>
          <pc:sldMk cId="2479479881" sldId="288"/>
        </pc:sldMkLst>
        <pc:spChg chg="mod">
          <ac:chgData name="Ronnel D. Palenzuela" userId="27216d6f-a712-48da-bcb2-613e4bc945ac" providerId="ADAL" clId="{16FF8E01-DE24-0F4F-A559-943D670B7764}" dt="2024-08-14T17:10:09.427" v="2193"/>
          <ac:spMkLst>
            <pc:docMk/>
            <pc:sldMk cId="2479479881" sldId="288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5T02:15:44.096" v="2527" actId="20577"/>
          <ac:spMkLst>
            <pc:docMk/>
            <pc:sldMk cId="2479479881" sldId="288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24:50.208" v="2303" actId="1076"/>
          <ac:picMkLst>
            <pc:docMk/>
            <pc:sldMk cId="2479479881" sldId="288"/>
            <ac:picMk id="4" creationId="{AF7B02EF-789B-13F1-37A8-FD2A27B92C39}"/>
          </ac:picMkLst>
        </pc:picChg>
        <pc:picChg chg="add mod">
          <ac:chgData name="Ronnel D. Palenzuela" userId="27216d6f-a712-48da-bcb2-613e4bc945ac" providerId="ADAL" clId="{16FF8E01-DE24-0F4F-A559-943D670B7764}" dt="2024-08-14T17:24:49.104" v="2302" actId="1076"/>
          <ac:picMkLst>
            <pc:docMk/>
            <pc:sldMk cId="2479479881" sldId="288"/>
            <ac:picMk id="5" creationId="{D6307E59-5ABC-0E69-DD46-32B7DC644359}"/>
          </ac:picMkLst>
        </pc:picChg>
        <pc:picChg chg="del">
          <ac:chgData name="Ronnel D. Palenzuela" userId="27216d6f-a712-48da-bcb2-613e4bc945ac" providerId="ADAL" clId="{16FF8E01-DE24-0F4F-A559-943D670B7764}" dt="2024-08-14T17:10:50.216" v="2201" actId="478"/>
          <ac:picMkLst>
            <pc:docMk/>
            <pc:sldMk cId="2479479881" sldId="288"/>
            <ac:picMk id="6" creationId="{FB4307CA-B2C0-91D7-AC3C-D22C8F2AE28E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3972629357" sldId="288"/>
        </pc:sldMkLst>
      </pc:sldChg>
      <pc:sldChg chg="addSp delSp modSp add mod modNotesTx">
        <pc:chgData name="Ronnel D. Palenzuela" userId="27216d6f-a712-48da-bcb2-613e4bc945ac" providerId="ADAL" clId="{16FF8E01-DE24-0F4F-A559-943D670B7764}" dt="2024-08-15T03:52:08.349" v="2531" actId="20577"/>
        <pc:sldMkLst>
          <pc:docMk/>
          <pc:sldMk cId="1306085031" sldId="289"/>
        </pc:sldMkLst>
        <pc:spChg chg="mod">
          <ac:chgData name="Ronnel D. Palenzuela" userId="27216d6f-a712-48da-bcb2-613e4bc945ac" providerId="ADAL" clId="{16FF8E01-DE24-0F4F-A559-943D670B7764}" dt="2024-08-14T17:10:29.110" v="2196" actId="20577"/>
          <ac:spMkLst>
            <pc:docMk/>
            <pc:sldMk cId="1306085031" sldId="289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5T03:52:08.349" v="2531" actId="20577"/>
          <ac:spMkLst>
            <pc:docMk/>
            <pc:sldMk cId="1306085031" sldId="289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28:52.052" v="2320" actId="1076"/>
          <ac:picMkLst>
            <pc:docMk/>
            <pc:sldMk cId="1306085031" sldId="289"/>
            <ac:picMk id="4" creationId="{348B68C4-CC0D-0D98-D64F-7F073EC0550F}"/>
          </ac:picMkLst>
        </pc:picChg>
        <pc:picChg chg="add del mod">
          <ac:chgData name="Ronnel D. Palenzuela" userId="27216d6f-a712-48da-bcb2-613e4bc945ac" providerId="ADAL" clId="{16FF8E01-DE24-0F4F-A559-943D670B7764}" dt="2024-08-14T17:34:52.342" v="2323" actId="478"/>
          <ac:picMkLst>
            <pc:docMk/>
            <pc:sldMk cId="1306085031" sldId="289"/>
            <ac:picMk id="5" creationId="{514E46FE-484E-F430-4A44-43DE9197FE51}"/>
          </ac:picMkLst>
        </pc:picChg>
        <pc:picChg chg="del">
          <ac:chgData name="Ronnel D. Palenzuela" userId="27216d6f-a712-48da-bcb2-613e4bc945ac" providerId="ADAL" clId="{16FF8E01-DE24-0F4F-A559-943D670B7764}" dt="2024-08-14T17:10:48.048" v="2199" actId="478"/>
          <ac:picMkLst>
            <pc:docMk/>
            <pc:sldMk cId="1306085031" sldId="289"/>
            <ac:picMk id="6" creationId="{FB4307CA-B2C0-91D7-AC3C-D22C8F2AE28E}"/>
          </ac:picMkLst>
        </pc:picChg>
        <pc:picChg chg="add mod">
          <ac:chgData name="Ronnel D. Palenzuela" userId="27216d6f-a712-48da-bcb2-613e4bc945ac" providerId="ADAL" clId="{16FF8E01-DE24-0F4F-A559-943D670B7764}" dt="2024-08-14T17:34:57.159" v="2326" actId="1076"/>
          <ac:picMkLst>
            <pc:docMk/>
            <pc:sldMk cId="1306085031" sldId="289"/>
            <ac:picMk id="7" creationId="{EA60A796-7362-0FE0-7118-D1172B57B748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2990164252" sldId="289"/>
        </pc:sldMkLst>
      </pc:sldChg>
      <pc:sldChg chg="addSp delSp modSp add mod">
        <pc:chgData name="Ronnel D. Palenzuela" userId="27216d6f-a712-48da-bcb2-613e4bc945ac" providerId="ADAL" clId="{16FF8E01-DE24-0F4F-A559-943D670B7764}" dt="2024-08-14T17:50:12.782" v="2526" actId="207"/>
        <pc:sldMkLst>
          <pc:docMk/>
          <pc:sldMk cId="926710605" sldId="290"/>
        </pc:sldMkLst>
        <pc:spChg chg="mod">
          <ac:chgData name="Ronnel D. Palenzuela" userId="27216d6f-a712-48da-bcb2-613e4bc945ac" providerId="ADAL" clId="{16FF8E01-DE24-0F4F-A559-943D670B7764}" dt="2024-08-14T17:13:25.130" v="2214" actId="20577"/>
          <ac:spMkLst>
            <pc:docMk/>
            <pc:sldMk cId="926710605" sldId="290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7:50:12.782" v="2526" actId="207"/>
          <ac:spMkLst>
            <pc:docMk/>
            <pc:sldMk cId="926710605" sldId="290"/>
            <ac:spMk id="3" creationId="{F9E9654B-D8E5-22CA-371A-57FADD13842B}"/>
          </ac:spMkLst>
        </pc:spChg>
        <pc:picChg chg="add del mod">
          <ac:chgData name="Ronnel D. Palenzuela" userId="27216d6f-a712-48da-bcb2-613e4bc945ac" providerId="ADAL" clId="{16FF8E01-DE24-0F4F-A559-943D670B7764}" dt="2024-08-14T17:16:19.870" v="2228" actId="478"/>
          <ac:picMkLst>
            <pc:docMk/>
            <pc:sldMk cId="926710605" sldId="290"/>
            <ac:picMk id="4" creationId="{EDC21406-25B3-5E1C-5A7A-A71E21C74D60}"/>
          </ac:picMkLst>
        </pc:picChg>
        <pc:picChg chg="add del mod">
          <ac:chgData name="Ronnel D. Palenzuela" userId="27216d6f-a712-48da-bcb2-613e4bc945ac" providerId="ADAL" clId="{16FF8E01-DE24-0F4F-A559-943D670B7764}" dt="2024-08-14T17:41:36.468" v="2400" actId="1076"/>
          <ac:picMkLst>
            <pc:docMk/>
            <pc:sldMk cId="926710605" sldId="290"/>
            <ac:picMk id="5" creationId="{6F24035F-763D-2A44-9E4D-3B3AB777BA78}"/>
          </ac:picMkLst>
        </pc:picChg>
        <pc:picChg chg="del">
          <ac:chgData name="Ronnel D. Palenzuela" userId="27216d6f-a712-48da-bcb2-613e4bc945ac" providerId="ADAL" clId="{16FF8E01-DE24-0F4F-A559-943D670B7764}" dt="2024-08-14T17:10:49.106" v="2200" actId="478"/>
          <ac:picMkLst>
            <pc:docMk/>
            <pc:sldMk cId="926710605" sldId="290"/>
            <ac:picMk id="6" creationId="{FB4307CA-B2C0-91D7-AC3C-D22C8F2AE28E}"/>
          </ac:picMkLst>
        </pc:picChg>
        <pc:picChg chg="add mod">
          <ac:chgData name="Ronnel D. Palenzuela" userId="27216d6f-a712-48da-bcb2-613e4bc945ac" providerId="ADAL" clId="{16FF8E01-DE24-0F4F-A559-943D670B7764}" dt="2024-08-14T17:41:43.973" v="2401" actId="1076"/>
          <ac:picMkLst>
            <pc:docMk/>
            <pc:sldMk cId="926710605" sldId="290"/>
            <ac:picMk id="7" creationId="{5A1661AD-4B34-6DA1-9F77-CE678239C894}"/>
          </ac:picMkLst>
        </pc:picChg>
        <pc:picChg chg="add mod">
          <ac:chgData name="Ronnel D. Palenzuela" userId="27216d6f-a712-48da-bcb2-613e4bc945ac" providerId="ADAL" clId="{16FF8E01-DE24-0F4F-A559-943D670B7764}" dt="2024-08-14T17:41:32.404" v="2398" actId="1076"/>
          <ac:picMkLst>
            <pc:docMk/>
            <pc:sldMk cId="926710605" sldId="290"/>
            <ac:picMk id="8" creationId="{E4E637F6-DB44-DC58-477A-29220CC8DA04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1111498698" sldId="290"/>
        </pc:sldMkLst>
      </pc:sldChg>
      <pc:sldChg chg="addSp delSp modSp add mod modNotesTx">
        <pc:chgData name="Ronnel D. Palenzuela" userId="27216d6f-a712-48da-bcb2-613e4bc945ac" providerId="ADAL" clId="{16FF8E01-DE24-0F4F-A559-943D670B7764}" dt="2024-08-14T17:48:56.991" v="2524" actId="1076"/>
        <pc:sldMkLst>
          <pc:docMk/>
          <pc:sldMk cId="234676306" sldId="291"/>
        </pc:sldMkLst>
        <pc:spChg chg="mod">
          <ac:chgData name="Ronnel D. Palenzuela" userId="27216d6f-a712-48da-bcb2-613e4bc945ac" providerId="ADAL" clId="{16FF8E01-DE24-0F4F-A559-943D670B7764}" dt="2024-08-14T17:18:52.390" v="2243" actId="20577"/>
          <ac:spMkLst>
            <pc:docMk/>
            <pc:sldMk cId="234676306" sldId="291"/>
            <ac:spMk id="2" creationId="{1FD87645-D8E6-23DE-A822-448BF1054783}"/>
          </ac:spMkLst>
        </pc:spChg>
        <pc:spChg chg="mod">
          <ac:chgData name="Ronnel D. Palenzuela" userId="27216d6f-a712-48da-bcb2-613e4bc945ac" providerId="ADAL" clId="{16FF8E01-DE24-0F4F-A559-943D670B7764}" dt="2024-08-14T17:44:12.036" v="2474" actId="20577"/>
          <ac:spMkLst>
            <pc:docMk/>
            <pc:sldMk cId="234676306" sldId="291"/>
            <ac:spMk id="3" creationId="{F9E9654B-D8E5-22CA-371A-57FADD13842B}"/>
          </ac:spMkLst>
        </pc:spChg>
        <pc:picChg chg="add mod">
          <ac:chgData name="Ronnel D. Palenzuela" userId="27216d6f-a712-48da-bcb2-613e4bc945ac" providerId="ADAL" clId="{16FF8E01-DE24-0F4F-A559-943D670B7764}" dt="2024-08-14T17:48:56.991" v="2524" actId="1076"/>
          <ac:picMkLst>
            <pc:docMk/>
            <pc:sldMk cId="234676306" sldId="291"/>
            <ac:picMk id="4" creationId="{77B54F2E-F3FD-7965-C9AC-7AD3C16CC21A}"/>
          </ac:picMkLst>
        </pc:picChg>
        <pc:picChg chg="del">
          <ac:chgData name="Ronnel D. Palenzuela" userId="27216d6f-a712-48da-bcb2-613e4bc945ac" providerId="ADAL" clId="{16FF8E01-DE24-0F4F-A559-943D670B7764}" dt="2024-08-14T17:43:01.527" v="2455" actId="478"/>
          <ac:picMkLst>
            <pc:docMk/>
            <pc:sldMk cId="234676306" sldId="291"/>
            <ac:picMk id="5" creationId="{6F24035F-763D-2A44-9E4D-3B3AB777BA78}"/>
          </ac:picMkLst>
        </pc:picChg>
        <pc:picChg chg="add del mod">
          <ac:chgData name="Ronnel D. Palenzuela" userId="27216d6f-a712-48da-bcb2-613e4bc945ac" providerId="ADAL" clId="{16FF8E01-DE24-0F4F-A559-943D670B7764}" dt="2024-08-14T17:47:51.981" v="2508" actId="478"/>
          <ac:picMkLst>
            <pc:docMk/>
            <pc:sldMk cId="234676306" sldId="291"/>
            <ac:picMk id="6" creationId="{50F79B71-AA73-A4EC-42FF-95E9F8E1747A}"/>
          </ac:picMkLst>
        </pc:picChg>
        <pc:picChg chg="add mod">
          <ac:chgData name="Ronnel D. Palenzuela" userId="27216d6f-a712-48da-bcb2-613e4bc945ac" providerId="ADAL" clId="{16FF8E01-DE24-0F4F-A559-943D670B7764}" dt="2024-08-14T17:48:51.118" v="2520" actId="1076"/>
          <ac:picMkLst>
            <pc:docMk/>
            <pc:sldMk cId="234676306" sldId="291"/>
            <ac:picMk id="7" creationId="{BFFCD08C-39CF-85D4-AFAB-20D06151775B}"/>
          </ac:picMkLst>
        </pc:picChg>
        <pc:picChg chg="add mod">
          <ac:chgData name="Ronnel D. Palenzuela" userId="27216d6f-a712-48da-bcb2-613e4bc945ac" providerId="ADAL" clId="{16FF8E01-DE24-0F4F-A559-943D670B7764}" dt="2024-08-14T17:48:55.627" v="2522" actId="1076"/>
          <ac:picMkLst>
            <pc:docMk/>
            <pc:sldMk cId="234676306" sldId="291"/>
            <ac:picMk id="8" creationId="{94650D83-6F61-D6E5-506A-5BEBD5E1B8C5}"/>
          </ac:picMkLst>
        </pc:picChg>
      </pc:sldChg>
      <pc:sldChg chg="add del">
        <pc:chgData name="Ronnel D. Palenzuela" userId="27216d6f-a712-48da-bcb2-613e4bc945ac" providerId="ADAL" clId="{16FF8E01-DE24-0F4F-A559-943D670B7764}" dt="2024-08-14T04:37:36.180" v="138" actId="2696"/>
        <pc:sldMkLst>
          <pc:docMk/>
          <pc:sldMk cId="815011119" sldId="291"/>
        </pc:sldMkLst>
      </pc:sldChg>
      <pc:sldMasterChg chg="modSldLayout">
        <pc:chgData name="Ronnel D. Palenzuela" userId="27216d6f-a712-48da-bcb2-613e4bc945ac" providerId="ADAL" clId="{16FF8E01-DE24-0F4F-A559-943D670B7764}" dt="2024-08-14T16:14:03.102" v="1502" actId="20577"/>
        <pc:sldMasterMkLst>
          <pc:docMk/>
          <pc:sldMasterMk cId="651270159" sldId="2147483648"/>
        </pc:sldMasterMkLst>
        <pc:sldLayoutChg chg="modSp mod">
          <pc:chgData name="Ronnel D. Palenzuela" userId="27216d6f-a712-48da-bcb2-613e4bc945ac" providerId="ADAL" clId="{16FF8E01-DE24-0F4F-A559-943D670B7764}" dt="2024-08-14T16:13:56.324" v="1498" actId="20577"/>
          <pc:sldLayoutMkLst>
            <pc:docMk/>
            <pc:sldMasterMk cId="651270159" sldId="2147483648"/>
            <pc:sldLayoutMk cId="2921653432" sldId="2147483649"/>
          </pc:sldLayoutMkLst>
          <pc:spChg chg="mod">
            <ac:chgData name="Ronnel D. Palenzuela" userId="27216d6f-a712-48da-bcb2-613e4bc945ac" providerId="ADAL" clId="{16FF8E01-DE24-0F4F-A559-943D670B7764}" dt="2024-08-14T16:13:56.324" v="1498" actId="20577"/>
            <ac:spMkLst>
              <pc:docMk/>
              <pc:sldMasterMk cId="651270159" sldId="2147483648"/>
              <pc:sldLayoutMk cId="2921653432" sldId="2147483649"/>
              <ac:spMk id="14" creationId="{D0B6F2F1-CE07-6C53-35DD-423B006969A2}"/>
            </ac:spMkLst>
          </pc:spChg>
        </pc:sldLayoutChg>
        <pc:sldLayoutChg chg="modSp mod">
          <pc:chgData name="Ronnel D. Palenzuela" userId="27216d6f-a712-48da-bcb2-613e4bc945ac" providerId="ADAL" clId="{16FF8E01-DE24-0F4F-A559-943D670B7764}" dt="2024-08-14T16:13:59.827" v="1500" actId="20577"/>
          <pc:sldLayoutMkLst>
            <pc:docMk/>
            <pc:sldMasterMk cId="651270159" sldId="2147483648"/>
            <pc:sldLayoutMk cId="414239045" sldId="2147483650"/>
          </pc:sldLayoutMkLst>
          <pc:spChg chg="mod">
            <ac:chgData name="Ronnel D. Palenzuela" userId="27216d6f-a712-48da-bcb2-613e4bc945ac" providerId="ADAL" clId="{16FF8E01-DE24-0F4F-A559-943D670B7764}" dt="2024-08-14T16:13:59.827" v="1500" actId="20577"/>
            <ac:spMkLst>
              <pc:docMk/>
              <pc:sldMasterMk cId="651270159" sldId="2147483648"/>
              <pc:sldLayoutMk cId="414239045" sldId="2147483650"/>
              <ac:spMk id="8" creationId="{A20CEFFD-1670-10A5-7ED4-7F9703262EA1}"/>
            </ac:spMkLst>
          </pc:spChg>
        </pc:sldLayoutChg>
        <pc:sldLayoutChg chg="modSp mod">
          <pc:chgData name="Ronnel D. Palenzuela" userId="27216d6f-a712-48da-bcb2-613e4bc945ac" providerId="ADAL" clId="{16FF8E01-DE24-0F4F-A559-943D670B7764}" dt="2024-08-14T16:14:03.102" v="1502" actId="20577"/>
          <pc:sldLayoutMkLst>
            <pc:docMk/>
            <pc:sldMasterMk cId="651270159" sldId="2147483648"/>
            <pc:sldLayoutMk cId="2618641526" sldId="2147483653"/>
          </pc:sldLayoutMkLst>
          <pc:spChg chg="mod">
            <ac:chgData name="Ronnel D. Palenzuela" userId="27216d6f-a712-48da-bcb2-613e4bc945ac" providerId="ADAL" clId="{16FF8E01-DE24-0F4F-A559-943D670B7764}" dt="2024-08-14T16:14:03.102" v="1502" actId="20577"/>
            <ac:spMkLst>
              <pc:docMk/>
              <pc:sldMasterMk cId="651270159" sldId="2147483648"/>
              <pc:sldLayoutMk cId="2618641526" sldId="2147483653"/>
              <ac:spMk id="11" creationId="{3E084DDE-82D5-F74F-6486-DED2612274CD}"/>
            </ac:spMkLst>
          </pc:spChg>
        </pc:sldLayoutChg>
      </pc:sldMaster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5.xml"/><Relationship Id="rId1" Type="http://schemas.microsoft.com/office/2011/relationships/chartStyle" Target="style15.xml"/><Relationship Id="rId4" Type="http://schemas.openxmlformats.org/officeDocument/2006/relationships/chartUserShapes" Target="../drawings/drawing1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5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6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0155534971572253E-2"/>
          <c:y val="2.642836195949945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C335-4CCC-B913-15A185990E67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C335-4CCC-B913-15A185990E67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C335-4CCC-B913-15A185990E67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C335-4CCC-B913-15A185990E67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C335-4CCC-B913-15A185990E67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C335-4CCC-B913-15A185990E67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C335-4CCC-B913-15A185990E67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C335-4CCC-B913-15A185990E67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C335-4CCC-B913-15A185990E67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-1</c:v>
                </c:pt>
                <c:pt idx="4">
                  <c:v>0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0</c:v>
                </c:pt>
                <c:pt idx="4">
                  <c:v>-1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C335-4CCC-B913-15A185990E6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2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0155534971572253E-2"/>
          <c:y val="2.642836195949945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FE36-4062-BE89-E95F3EE2D289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FE36-4062-BE89-E95F3EE2D289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FE36-4062-BE89-E95F3EE2D289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FE36-4062-BE89-E95F3EE2D289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FE36-4062-BE89-E95F3EE2D289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FE36-4062-BE89-E95F3EE2D289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FE36-4062-BE89-E95F3EE2D289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FE36-4062-BE89-E95F3EE2D289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FE36-4062-BE89-E95F3EE2D289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1.5</c:v>
                </c:pt>
                <c:pt idx="2">
                  <c:v>3</c:v>
                </c:pt>
                <c:pt idx="3">
                  <c:v>-4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FE36-4062-BE89-E95F3EE2D28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1180221786820499E-2"/>
          <c:y val="2.6428330797079801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C335-4CCC-B913-15A185990E67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C335-4CCC-B913-15A185990E67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C335-4CCC-B913-15A185990E67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C335-4CCC-B913-15A185990E67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C335-4CCC-B913-15A185990E67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C335-4CCC-B913-15A185990E67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C335-4CCC-B913-15A185990E67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C335-4CCC-B913-15A185990E67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C335-4CCC-B913-15A185990E67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-1</c:v>
                </c:pt>
                <c:pt idx="4">
                  <c:v>0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0</c:v>
                </c:pt>
                <c:pt idx="4">
                  <c:v>-1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C335-4CCC-B913-15A185990E6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5"/>
          <c:min val="-5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5"/>
          <c:min val="-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0155534971572253E-2"/>
          <c:y val="2.642836195949945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FE36-4062-BE89-E95F3EE2D289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FE36-4062-BE89-E95F3EE2D289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FE36-4062-BE89-E95F3EE2D289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FE36-4062-BE89-E95F3EE2D289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FE36-4062-BE89-E95F3EE2D289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FE36-4062-BE89-E95F3EE2D289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FE36-4062-BE89-E95F3EE2D289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FE36-4062-BE89-E95F3EE2D289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FE36-4062-BE89-E95F3EE2D289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FE36-4062-BE89-E95F3EE2D28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1180221786820499E-2"/>
          <c:y val="2.3288932579502888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C335-4CCC-B913-15A185990E67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C335-4CCC-B913-15A185990E67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C335-4CCC-B913-15A185990E67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C335-4CCC-B913-15A185990E67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C335-4CCC-B913-15A185990E67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C335-4CCC-B913-15A185990E67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C335-4CCC-B913-15A185990E67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C335-4CCC-B913-15A185990E67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C335-4CCC-B913-15A185990E67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-1</c:v>
                </c:pt>
                <c:pt idx="4">
                  <c:v>0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0</c:v>
                </c:pt>
                <c:pt idx="4">
                  <c:v>-1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C335-4CCC-B913-15A185990E6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5"/>
          <c:min val="-5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5"/>
          <c:min val="-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0155534971572253E-2"/>
          <c:y val="2.642836195949945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FE36-4062-BE89-E95F3EE2D289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FE36-4062-BE89-E95F3EE2D289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FE36-4062-BE89-E95F3EE2D289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FE36-4062-BE89-E95F3EE2D289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FE36-4062-BE89-E95F3EE2D289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FE36-4062-BE89-E95F3EE2D289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FE36-4062-BE89-E95F3EE2D289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FE36-4062-BE89-E95F3EE2D289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FE36-4062-BE89-E95F3EE2D289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FE36-4062-BE89-E95F3EE2D28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1180221786820499E-2"/>
          <c:y val="2.3288932579502888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C335-4CCC-B913-15A185990E67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C335-4CCC-B913-15A185990E67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C335-4CCC-B913-15A185990E67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C335-4CCC-B913-15A185990E67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C335-4CCC-B913-15A185990E67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C335-4CCC-B913-15A185990E67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C335-4CCC-B913-15A185990E67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C335-4CCC-B913-15A185990E67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C335-4CCC-B913-15A185990E67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-1</c:v>
                </c:pt>
                <c:pt idx="4">
                  <c:v>0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0</c:v>
                </c:pt>
                <c:pt idx="4">
                  <c:v>-1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C335-4CCC-B913-15A185990E6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5"/>
          <c:min val="-5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5"/>
          <c:min val="-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1180221786820499E-2"/>
          <c:y val="2.3288932579502888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C335-4CCC-B913-15A185990E67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C335-4CCC-B913-15A185990E67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C335-4CCC-B913-15A185990E67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C335-4CCC-B913-15A185990E67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C335-4CCC-B913-15A185990E67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C335-4CCC-B913-15A185990E67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C335-4CCC-B913-15A185990E67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C335-4CCC-B913-15A185990E67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C335-4CCC-B913-15A185990E67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C335-4CCC-B913-15A185990E6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5"/>
          <c:min val="-5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  <c:majorUnit val="1"/>
      </c:valAx>
      <c:valAx>
        <c:axId val="198242271"/>
        <c:scaling>
          <c:orientation val="minMax"/>
          <c:max val="5"/>
          <c:min val="-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635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ABF5-4A01-87A1-64ADB8D7335B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ABF5-4A01-87A1-64ADB8D7335B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ABF5-4A01-87A1-64ADB8D7335B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ABF5-4A01-87A1-64ADB8D7335B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ABF5-4A01-87A1-64ADB8D7335B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ABF5-4A01-87A1-64ADB8D7335B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ABF5-4A01-87A1-64ADB8D7335B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ABF5-4A01-87A1-64ADB8D7335B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ABF5-4A01-87A1-64ADB8D7335B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ABF5-4A01-87A1-64ADB8D733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ABF5-4A01-87A1-64ADB8D7335B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ABF5-4A01-87A1-64ADB8D7335B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ABF5-4A01-87A1-64ADB8D7335B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ABF5-4A01-87A1-64ADB8D7335B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ABF5-4A01-87A1-64ADB8D7335B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ABF5-4A01-87A1-64ADB8D7335B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ABF5-4A01-87A1-64ADB8D7335B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ABF5-4A01-87A1-64ADB8D7335B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ABF5-4A01-87A1-64ADB8D7335B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ABF5-4A01-87A1-64ADB8D733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ABF5-4A01-87A1-64ADB8D7335B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ABF5-4A01-87A1-64ADB8D7335B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ABF5-4A01-87A1-64ADB8D7335B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ABF5-4A01-87A1-64ADB8D7335B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ABF5-4A01-87A1-64ADB8D7335B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ABF5-4A01-87A1-64ADB8D7335B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ABF5-4A01-87A1-64ADB8D7335B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ABF5-4A01-87A1-64ADB8D7335B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ABF5-4A01-87A1-64ADB8D7335B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ABF5-4A01-87A1-64ADB8D733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ABF5-4A01-87A1-64ADB8D7335B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ABF5-4A01-87A1-64ADB8D7335B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ABF5-4A01-87A1-64ADB8D7335B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ABF5-4A01-87A1-64ADB8D7335B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ABF5-4A01-87A1-64ADB8D7335B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ABF5-4A01-87A1-64ADB8D7335B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ABF5-4A01-87A1-64ADB8D7335B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ABF5-4A01-87A1-64ADB8D7335B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ABF5-4A01-87A1-64ADB8D7335B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ABF5-4A01-87A1-64ADB8D733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ABF5-4A01-87A1-64ADB8D7335B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ABF5-4A01-87A1-64ADB8D7335B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ABF5-4A01-87A1-64ADB8D7335B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ABF5-4A01-87A1-64ADB8D7335B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ABF5-4A01-87A1-64ADB8D7335B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ABF5-4A01-87A1-64ADB8D7335B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ABF5-4A01-87A1-64ADB8D7335B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ABF5-4A01-87A1-64ADB8D7335B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ABF5-4A01-87A1-64ADB8D7335B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ABF5-4A01-87A1-64ADB8D733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ABF5-4A01-87A1-64ADB8D7335B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ABF5-4A01-87A1-64ADB8D7335B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ABF5-4A01-87A1-64ADB8D7335B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ABF5-4A01-87A1-64ADB8D7335B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ABF5-4A01-87A1-64ADB8D7335B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ABF5-4A01-87A1-64ADB8D7335B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ABF5-4A01-87A1-64ADB8D7335B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ABF5-4A01-87A1-64ADB8D7335B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ABF5-4A01-87A1-64ADB8D7335B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ABF5-4A01-87A1-64ADB8D733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01600">
                <a:solidFill>
                  <a:schemeClr val="tx1">
                    <a:lumMod val="50000"/>
                    <a:lumOff val="50000"/>
                  </a:schemeClr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ABF5-4A01-87A1-64ADB8D7335B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ABF5-4A01-87A1-64ADB8D7335B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ABF5-4A01-87A1-64ADB8D7335B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ABF5-4A01-87A1-64ADB8D7335B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ABF5-4A01-87A1-64ADB8D7335B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ABF5-4A01-87A1-64ADB8D7335B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ABF5-4A01-87A1-64ADB8D7335B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ABF5-4A01-87A1-64ADB8D7335B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01600"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ABF5-4A01-87A1-64ADB8D7335B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ABF5-4A01-87A1-64ADB8D733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userShapes r:id="rId4"/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2700">
                <a:solidFill>
                  <a:schemeClr val="bg1"/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ABF5-4A01-87A1-64ADB8D7335B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ABF5-4A01-87A1-64ADB8D7335B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ABF5-4A01-87A1-64ADB8D7335B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ABF5-4A01-87A1-64ADB8D7335B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ABF5-4A01-87A1-64ADB8D7335B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ABF5-4A01-87A1-64ADB8D7335B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ABF5-4A01-87A1-64ADB8D7335B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ABF5-4A01-87A1-64ADB8D7335B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ABF5-4A01-87A1-64ADB8D7335B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ABF5-4A01-87A1-64ADB8D733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3943148148148146E-2"/>
          <c:y val="2.8780185185185186E-2"/>
          <c:w val="0.94484928702336102"/>
          <c:h val="0.9003605843038220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6"/>
            <c:spPr>
              <a:noFill/>
              <a:ln w="12700">
                <a:solidFill>
                  <a:schemeClr val="bg1"/>
                </a:solidFill>
              </a:ln>
              <a:effectLst/>
            </c:spPr>
          </c:marker>
          <c:dPt>
            <c:idx val="0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ABF5-4A01-87A1-64ADB8D7335B}"/>
              </c:ext>
            </c:extLst>
          </c:dPt>
          <c:dPt>
            <c:idx val="1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ABF5-4A01-87A1-64ADB8D7335B}"/>
              </c:ext>
            </c:extLst>
          </c:dPt>
          <c:dPt>
            <c:idx val="2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2-ABF5-4A01-87A1-64ADB8D7335B}"/>
              </c:ext>
            </c:extLst>
          </c:dPt>
          <c:dPt>
            <c:idx val="3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3-ABF5-4A01-87A1-64ADB8D7335B}"/>
              </c:ext>
            </c:extLst>
          </c:dPt>
          <c:dPt>
            <c:idx val="4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4-ABF5-4A01-87A1-64ADB8D7335B}"/>
              </c:ext>
            </c:extLst>
          </c:dPt>
          <c:dPt>
            <c:idx val="5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5-ABF5-4A01-87A1-64ADB8D7335B}"/>
              </c:ext>
            </c:extLst>
          </c:dPt>
          <c:dPt>
            <c:idx val="6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6-ABF5-4A01-87A1-64ADB8D7335B}"/>
              </c:ext>
            </c:extLst>
          </c:dPt>
          <c:dPt>
            <c:idx val="7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7-ABF5-4A01-87A1-64ADB8D7335B}"/>
              </c:ext>
            </c:extLst>
          </c:dPt>
          <c:dPt>
            <c:idx val="9"/>
            <c:marker>
              <c:symbol val="circle"/>
              <c:size val="6"/>
              <c:spPr>
                <a:noFill/>
                <a:ln w="12700">
                  <a:solidFill>
                    <a:schemeClr val="bg1"/>
                  </a:solidFill>
                </a:ln>
                <a:effectLst/>
              </c:spPr>
            </c:marker>
            <c:bubble3D val="0"/>
            <c:spPr>
              <a:ln w="25400" cap="rnd">
                <a:noFill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ABF5-4A01-87A1-64ADB8D7335B}"/>
              </c:ext>
            </c:extLst>
          </c:dPt>
          <c:xVal>
            <c:numRef>
              <c:f>Sheet1!$A$2:$A$19</c:f>
              <c:numCache>
                <c:formatCode>General</c:formatCode>
                <c:ptCount val="18"/>
                <c:pt idx="0">
                  <c:v>0</c:v>
                </c:pt>
                <c:pt idx="1">
                  <c:v>9</c:v>
                </c:pt>
                <c:pt idx="2">
                  <c:v>4</c:v>
                </c:pt>
                <c:pt idx="3">
                  <c:v>-9</c:v>
                </c:pt>
                <c:pt idx="4">
                  <c:v>-4</c:v>
                </c:pt>
              </c:numCache>
            </c:numRef>
          </c:xVal>
          <c:y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4</c:v>
                </c:pt>
                <c:pt idx="2">
                  <c:v>3</c:v>
                </c:pt>
                <c:pt idx="3">
                  <c:v>-4</c:v>
                </c:pt>
                <c:pt idx="4">
                  <c:v>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ABF5-4A01-87A1-64ADB8D733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98243231"/>
        <c:axId val="198242271"/>
      </c:scatterChart>
      <c:valAx>
        <c:axId val="198243231"/>
        <c:scaling>
          <c:orientation val="minMax"/>
          <c:max val="10"/>
          <c:min val="-1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cross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2271"/>
        <c:crosses val="autoZero"/>
        <c:crossBetween val="midCat"/>
      </c:valAx>
      <c:valAx>
        <c:axId val="198242271"/>
        <c:scaling>
          <c:orientation val="minMax"/>
          <c:max val="10"/>
          <c:min val="-1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cross"/>
        <c:minorTickMark val="none"/>
        <c:tickLblPos val="nextTo"/>
        <c:spPr>
          <a:noFill/>
          <a:ln w="25400" cap="flat" cmpd="sng" algn="ctr">
            <a:solidFill>
              <a:schemeClr val="tx1"/>
            </a:solidFill>
            <a:round/>
            <a:headEnd type="triangle"/>
            <a:tailEnd type="triangle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noFill/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8243231"/>
        <c:crosses val="autoZero"/>
        <c:crossBetween val="midCat"/>
        <c:majorUnit val="1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0.48333</cdr:x>
      <cdr:y>0.46124</cdr:y>
    </cdr:from>
    <cdr:to>
      <cdr:x>0.51667</cdr:x>
      <cdr:y>0.49457</cdr:y>
    </cdr:to>
    <cdr:sp macro="" textlink="">
      <cdr:nvSpPr>
        <cdr:cNvPr id="2" name="Oval 1">
          <a:extLst xmlns:a="http://schemas.openxmlformats.org/drawingml/2006/main">
            <a:ext uri="{FF2B5EF4-FFF2-40B4-BE49-F238E27FC236}">
              <a16:creationId xmlns:a16="http://schemas.microsoft.com/office/drawing/2014/main" id="{6B65B7ED-A0EA-FF86-CECC-38F0ECF8972C}"/>
            </a:ext>
          </a:extLst>
        </cdr:cNvPr>
        <cdr:cNvSpPr/>
      </cdr:nvSpPr>
      <cdr:spPr>
        <a:xfrm xmlns:a="http://schemas.openxmlformats.org/drawingml/2006/main">
          <a:off x="2610000" y="2490682"/>
          <a:ext cx="180000" cy="180000"/>
        </a:xfrm>
        <a:prstGeom xmlns:a="http://schemas.openxmlformats.org/drawingml/2006/main" prst="ellipse">
          <a:avLst/>
        </a:prstGeom>
        <a:solidFill xmlns:a="http://schemas.openxmlformats.org/drawingml/2006/main">
          <a:schemeClr val="tx1">
            <a:lumMod val="50000"/>
            <a:lumOff val="50000"/>
          </a:schemeClr>
        </a:solidFill>
        <a:ln xmlns:a="http://schemas.openxmlformats.org/drawingml/2006/main">
          <a:noFill/>
        </a:ln>
      </cdr:spPr>
      <cdr:style>
        <a:lnRef xmlns:a="http://schemas.openxmlformats.org/drawingml/2006/main" idx="2">
          <a:schemeClr val="accent1">
            <a:shade val="15000"/>
          </a:schemeClr>
        </a:lnRef>
        <a:fillRef xmlns:a="http://schemas.openxmlformats.org/drawingml/2006/main" idx="1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lt1"/>
        </a:fontRef>
      </cdr:style>
      <cdr:txBody>
        <a:bodyPr xmlns:a="http://schemas.openxmlformats.org/drawingml/2006/main" rtlCol="0" anchor="ctr"/>
        <a:lstStyle xmlns:a="http://schemas.openxmlformats.org/drawingml/2006/main">
          <a:defPPr>
            <a:defRPr lang="en-US"/>
          </a:defPPr>
          <a:lvl1pPr marL="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1pPr>
          <a:lvl2pPr marL="4572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2pPr>
          <a:lvl3pPr marL="9144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3pPr>
          <a:lvl4pPr marL="13716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4pPr>
          <a:lvl5pPr marL="18288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5pPr>
          <a:lvl6pPr marL="22860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6pPr>
          <a:lvl7pPr marL="27432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7pPr>
          <a:lvl8pPr marL="32004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8pPr>
          <a:lvl9pPr marL="36576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ctr"/>
          <a:endParaRPr lang="en-PH"/>
        </a:p>
      </cdr:txBody>
    </cdr:sp>
  </cdr:relSizeAnchor>
  <cdr:relSizeAnchor xmlns:cdr="http://schemas.openxmlformats.org/drawingml/2006/chartDrawing">
    <cdr:from>
      <cdr:x>0.67184</cdr:x>
      <cdr:y>0.32498</cdr:y>
    </cdr:from>
    <cdr:to>
      <cdr:x>0.70517</cdr:x>
      <cdr:y>0.35831</cdr:y>
    </cdr:to>
    <cdr:sp macro="" textlink="">
      <cdr:nvSpPr>
        <cdr:cNvPr id="3" name="Oval 2">
          <a:extLst xmlns:a="http://schemas.openxmlformats.org/drawingml/2006/main">
            <a:ext uri="{FF2B5EF4-FFF2-40B4-BE49-F238E27FC236}">
              <a16:creationId xmlns:a16="http://schemas.microsoft.com/office/drawing/2014/main" id="{6B65B7ED-A0EA-FF86-CECC-38F0ECF8972C}"/>
            </a:ext>
          </a:extLst>
        </cdr:cNvPr>
        <cdr:cNvSpPr/>
      </cdr:nvSpPr>
      <cdr:spPr>
        <a:xfrm xmlns:a="http://schemas.openxmlformats.org/drawingml/2006/main">
          <a:off x="3627934" y="1754876"/>
          <a:ext cx="180000" cy="180000"/>
        </a:xfrm>
        <a:prstGeom xmlns:a="http://schemas.openxmlformats.org/drawingml/2006/main" prst="ellipse">
          <a:avLst/>
        </a:prstGeom>
        <a:solidFill xmlns:a="http://schemas.openxmlformats.org/drawingml/2006/main">
          <a:schemeClr val="tx1">
            <a:lumMod val="50000"/>
            <a:lumOff val="50000"/>
          </a:schemeClr>
        </a:solidFill>
        <a:ln xmlns:a="http://schemas.openxmlformats.org/drawingml/2006/main">
          <a:noFill/>
        </a:ln>
      </cdr:spPr>
      <cdr:style>
        <a:lnRef xmlns:a="http://schemas.openxmlformats.org/drawingml/2006/main" idx="2">
          <a:schemeClr val="accent1">
            <a:shade val="15000"/>
          </a:schemeClr>
        </a:lnRef>
        <a:fillRef xmlns:a="http://schemas.openxmlformats.org/drawingml/2006/main" idx="1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lt1"/>
        </a:fontRef>
      </cdr:style>
      <cdr:txBody>
        <a:bodyPr xmlns:a="http://schemas.openxmlformats.org/drawingml/2006/main" rtlCol="0" anchor="ctr"/>
        <a:lstStyle xmlns:a="http://schemas.openxmlformats.org/drawingml/2006/main">
          <a:defPPr>
            <a:defRPr lang="en-US"/>
          </a:defPPr>
          <a:lvl1pPr marL="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1pPr>
          <a:lvl2pPr marL="4572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2pPr>
          <a:lvl3pPr marL="9144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3pPr>
          <a:lvl4pPr marL="13716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4pPr>
          <a:lvl5pPr marL="18288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5pPr>
          <a:lvl6pPr marL="22860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6pPr>
          <a:lvl7pPr marL="27432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7pPr>
          <a:lvl8pPr marL="32004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8pPr>
          <a:lvl9pPr marL="36576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ctr"/>
          <a:endParaRPr lang="en-PH"/>
        </a:p>
      </cdr:txBody>
    </cdr:sp>
  </cdr:relSizeAnchor>
  <cdr:relSizeAnchor xmlns:cdr="http://schemas.openxmlformats.org/drawingml/2006/chartDrawing">
    <cdr:from>
      <cdr:x>0.90644</cdr:x>
      <cdr:y>0.27956</cdr:y>
    </cdr:from>
    <cdr:to>
      <cdr:x>0.93977</cdr:x>
      <cdr:y>0.31289</cdr:y>
    </cdr:to>
    <cdr:sp macro="" textlink="">
      <cdr:nvSpPr>
        <cdr:cNvPr id="4" name="Oval 3">
          <a:extLst xmlns:a="http://schemas.openxmlformats.org/drawingml/2006/main">
            <a:ext uri="{FF2B5EF4-FFF2-40B4-BE49-F238E27FC236}">
              <a16:creationId xmlns:a16="http://schemas.microsoft.com/office/drawing/2014/main" id="{6B65B7ED-A0EA-FF86-CECC-38F0ECF8972C}"/>
            </a:ext>
          </a:extLst>
        </cdr:cNvPr>
        <cdr:cNvSpPr/>
      </cdr:nvSpPr>
      <cdr:spPr>
        <a:xfrm xmlns:a="http://schemas.openxmlformats.org/drawingml/2006/main">
          <a:off x="4894758" y="1509607"/>
          <a:ext cx="180000" cy="180000"/>
        </a:xfrm>
        <a:prstGeom xmlns:a="http://schemas.openxmlformats.org/drawingml/2006/main" prst="ellipse">
          <a:avLst/>
        </a:prstGeom>
        <a:solidFill xmlns:a="http://schemas.openxmlformats.org/drawingml/2006/main">
          <a:schemeClr val="tx1">
            <a:lumMod val="50000"/>
            <a:lumOff val="50000"/>
          </a:schemeClr>
        </a:solidFill>
        <a:ln xmlns:a="http://schemas.openxmlformats.org/drawingml/2006/main">
          <a:noFill/>
        </a:ln>
      </cdr:spPr>
      <cdr:style>
        <a:lnRef xmlns:a="http://schemas.openxmlformats.org/drawingml/2006/main" idx="2">
          <a:schemeClr val="accent1">
            <a:shade val="15000"/>
          </a:schemeClr>
        </a:lnRef>
        <a:fillRef xmlns:a="http://schemas.openxmlformats.org/drawingml/2006/main" idx="1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lt1"/>
        </a:fontRef>
      </cdr:style>
      <cdr:txBody>
        <a:bodyPr xmlns:a="http://schemas.openxmlformats.org/drawingml/2006/main" rtlCol="0" anchor="ctr"/>
        <a:lstStyle xmlns:a="http://schemas.openxmlformats.org/drawingml/2006/main">
          <a:defPPr>
            <a:defRPr lang="en-US"/>
          </a:defPPr>
          <a:lvl1pPr marL="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1pPr>
          <a:lvl2pPr marL="4572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2pPr>
          <a:lvl3pPr marL="9144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3pPr>
          <a:lvl4pPr marL="13716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4pPr>
          <a:lvl5pPr marL="18288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5pPr>
          <a:lvl6pPr marL="22860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6pPr>
          <a:lvl7pPr marL="27432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7pPr>
          <a:lvl8pPr marL="32004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8pPr>
          <a:lvl9pPr marL="3657600" algn="l" defTabSz="914400" rtl="0" eaLnBrk="1" latinLnBrk="0" hangingPunct="1">
            <a:defRPr sz="1800" kern="1200">
              <a:solidFill>
                <a:schemeClr val="lt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ctr"/>
          <a:endParaRPr lang="en-PH" dirty="0"/>
        </a:p>
      </cdr:txBody>
    </cdr:sp>
  </cdr:relSizeAnchor>
</c:userShape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A99358-0554-3345-871D-48A6BABEE3E1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76209C-F82F-8948-8964-C389942C0F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017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89781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14396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00ABA2-F050-76BB-E4A9-9A1817A308D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Lesson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88B8A1-4019-4D0D-69E4-51C58926FF2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Lesson Name</a:t>
            </a:r>
          </a:p>
        </p:txBody>
      </p:sp>
      <p:pic>
        <p:nvPicPr>
          <p:cNvPr id="8" name="Picture 7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1E41D946-B0E6-5FE9-7F33-DECF043128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826D9-D744-BD54-EF64-70E8CB5AE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94B7A0-4232-A0AC-7E3A-3BF632F0C8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A9B9C0-7AE6-2F09-7A4E-D58AB0F87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D0B6F2F1-CE07-6C53-35DD-423B006969A2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CCADMACL</a:t>
            </a:r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EC7D6A8-C716-40D7-8EA0-CBACE0B8E8B2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88EE941-D370-38CE-7C65-D512B4AC642D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16534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7934C-88AA-65C7-69FD-291768EA3B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26369"/>
            <a:ext cx="10515600" cy="1325563"/>
          </a:xfrm>
        </p:spPr>
        <p:txBody>
          <a:bodyPr/>
          <a:lstStyle/>
          <a:p>
            <a:r>
              <a:rPr lang="en-US" dirty="0"/>
              <a:t>Topic Name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A40A79-3EDB-F8E7-BE0C-7ADA403789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10515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D2B64AD2-0907-0C80-4C6F-E5925CA19DB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A20CEFFD-1670-10A5-7ED4-7F9703262EA1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CCADMACL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2E0509C1-2A03-2148-8C1A-8FA9E5ACBECF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A86EC78-3FBD-4A30-427B-30963D3C6ABF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239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86428-0162-8984-D72C-F96220FAF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915D9C-50A3-FEC4-9D1D-487FA259D4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659D22-453E-BFFB-3F8A-759A6391C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F2910-0DE9-B288-360A-0BEB46FC4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20602E-2E56-CB33-125B-47DD51E32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384689F0-2863-7C4B-17BF-BE5B5D9EC3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2F959288-960D-4A38-60A1-E81A6BCED55C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72B048E-A6FE-4CAB-EC85-1198407F2FD8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3F180FA-D017-2661-AF92-BFE9BEC50849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32407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747A8-E096-D9F8-9F8D-29067968C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064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D67934-A1CC-85B8-7BAE-95BB6C6E04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1114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00EA0AFE-62F3-0422-AA84-A575E4E80E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AB141E-535E-5ACA-4F43-5F265BED5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31114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5878491-3BC2-286A-8527-9EC73F050C5A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E6E02060-1062-1563-E549-CD8CEB48D9B3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6C202D2-FCDD-C68E-CAA2-6C1E5DD46859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1433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6FD41-6019-CD6C-6665-80EA8D7A6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2636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C9F666-6A8D-602E-BBFD-BDB638D94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142407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7DB928-AEB0-9052-5F03-5F10A5A6D0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966319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987E17-25F6-814C-5955-581112A1DA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142407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Picture 7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0C68B052-178B-68EB-74D0-1F72A961D6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E2F8CB-407F-E9C8-0B60-6661F8F09C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966319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3E084DDE-82D5-F74F-6486-DED2612274CD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CCADMACL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B202EF5-2A81-8235-70C4-6821549220EA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34AFFD4-4F3C-D078-8FAB-44BBE50F61A1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86415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0380C-E50D-70D7-4C76-E7BA7AFD95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590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B6F113-2EC8-CE48-879A-6833BF620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9D26BA-5C98-F77F-4E74-A5E405BDF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5F6499B7-7705-4022-0E3D-6F15DA33E0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6EE29F-553C-C4CE-B95E-AA4C5D73A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708DDE5B-2DD9-86EA-2AF6-4C8E51EEF8B4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E49FA92-9689-FAB4-2ECB-5B956E927256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F669ED5-94B9-9A07-F0FF-9839ED506F34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00867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4E8268-BB09-9115-852C-9588795B4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F8A218-E351-876A-DAA5-28871E0DA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32B622B8-10FD-A134-458C-E6877FD8060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4078DA-EA1A-D15A-DC5A-C7E4EB745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40560B87-4053-202F-E17D-9EF3D6733F8F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CCADMACL	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B5E66F80-159E-0E16-E237-CC8F92940701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DFE5D7F-2C5A-49EE-7A01-6A6A94CCC39D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80126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F9512-DB3C-27D6-94A1-4CE5658EDA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318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4B6E74-9F00-7DB0-255C-B77AD9A41B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51340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FE831EBC-12E1-F4A6-863D-4B8D84A1AF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782F70-FC76-DA9D-9C9B-5C72237689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8338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5762C284-A385-C151-F898-C6E0FD35F2E8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B9779549-2BAC-513C-0330-0CC70BE106D4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695A169-9043-0478-7765-F692CDA08802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116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7646F-9BC1-59FE-5CD1-0334C0584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34628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7D81B3-860D-217A-1F5F-D7F60AB4D8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464853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749EBEBA-9410-EC61-6F84-BC52B450D7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8FB98A-B430-C6D2-5211-28791F38A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34828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123FCC6A-2F3F-4971-9EC4-557092FB1A40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8236CCB9-8956-84BC-DEF4-5AC27703601C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A05EB57-C136-624C-3951-8BA8F4AF0526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80217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7B5669AE-17C4-21B8-716E-576EA07222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B411D1C-0F2D-DA60-ACD5-56D862F86C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6682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9B6DBA-925F-FB98-9AA6-17E75C3A83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2327329"/>
            <a:ext cx="10515600" cy="43513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6A99E0-164E-8E07-5CE2-462A5715BEDF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57BC6584-4AE6-A403-9D75-64B3D0961972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268FE7-9424-BA2B-6407-5EDFA2D19315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95344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4B05C3D-FB3F-3C25-7050-4E9FC83033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858737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19D51CD6-6B48-B408-FB65-BEBD1C62DA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F8A6BD-D071-5134-8DAB-9685A5A426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858737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C9D8348D-1C95-7E0B-1725-AD73063169BA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Material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C05B5A8-0ED3-B01C-7645-7C6B12D8F1E3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BSIT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3D5E4D1-6755-AA74-3EC7-549A709B197A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397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8C53B7-FED3-EFF9-26A5-392907AB9F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Subject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B91B9D-A735-901B-1C8F-AF7739954B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FCA33F-C01E-0A3B-9D81-9431474419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BC266F-70C8-954B-9EC8-D842168CE9D2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14D509-240F-F8C7-25C0-84E3FCFA70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A56B6-26D6-957A-7566-E1928B4300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2701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Relationship Id="rId14" Type="http://schemas.openxmlformats.org/officeDocument/2006/relationships/image" Target="../media/image3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13" Type="http://schemas.openxmlformats.org/officeDocument/2006/relationships/image" Target="../media/image43.png"/><Relationship Id="rId3" Type="http://schemas.openxmlformats.org/officeDocument/2006/relationships/chart" Target="../charts/chart1.xml"/><Relationship Id="rId7" Type="http://schemas.openxmlformats.org/officeDocument/2006/relationships/image" Target="../media/image37.png"/><Relationship Id="rId12" Type="http://schemas.openxmlformats.org/officeDocument/2006/relationships/image" Target="../media/image42.png"/><Relationship Id="rId2" Type="http://schemas.openxmlformats.org/officeDocument/2006/relationships/image" Target="../media/image34.png"/><Relationship Id="rId16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png"/><Relationship Id="rId11" Type="http://schemas.openxmlformats.org/officeDocument/2006/relationships/image" Target="../media/image41.png"/><Relationship Id="rId5" Type="http://schemas.openxmlformats.org/officeDocument/2006/relationships/image" Target="../media/image35.png"/><Relationship Id="rId15" Type="http://schemas.openxmlformats.org/officeDocument/2006/relationships/image" Target="../media/image45.png"/><Relationship Id="rId10" Type="http://schemas.openxmlformats.org/officeDocument/2006/relationships/image" Target="../media/image40.png"/><Relationship Id="rId4" Type="http://schemas.openxmlformats.org/officeDocument/2006/relationships/chart" Target="../charts/chart2.xml"/><Relationship Id="rId9" Type="http://schemas.openxmlformats.org/officeDocument/2006/relationships/image" Target="../media/image39.png"/><Relationship Id="rId14" Type="http://schemas.openxmlformats.org/officeDocument/2006/relationships/image" Target="../media/image44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13" Type="http://schemas.openxmlformats.org/officeDocument/2006/relationships/image" Target="../media/image48.png"/><Relationship Id="rId3" Type="http://schemas.openxmlformats.org/officeDocument/2006/relationships/chart" Target="../charts/chart3.xml"/><Relationship Id="rId7" Type="http://schemas.openxmlformats.org/officeDocument/2006/relationships/image" Target="../media/image37.png"/><Relationship Id="rId12" Type="http://schemas.openxmlformats.org/officeDocument/2006/relationships/image" Target="../media/image47.png"/><Relationship Id="rId2" Type="http://schemas.openxmlformats.org/officeDocument/2006/relationships/image" Target="../media/image34.png"/><Relationship Id="rId16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png"/><Relationship Id="rId11" Type="http://schemas.openxmlformats.org/officeDocument/2006/relationships/image" Target="../media/image41.png"/><Relationship Id="rId5" Type="http://schemas.openxmlformats.org/officeDocument/2006/relationships/image" Target="../media/image35.png"/><Relationship Id="rId15" Type="http://schemas.openxmlformats.org/officeDocument/2006/relationships/image" Target="../media/image45.png"/><Relationship Id="rId10" Type="http://schemas.openxmlformats.org/officeDocument/2006/relationships/image" Target="../media/image40.png"/><Relationship Id="rId4" Type="http://schemas.openxmlformats.org/officeDocument/2006/relationships/chart" Target="../charts/chart4.xml"/><Relationship Id="rId9" Type="http://schemas.openxmlformats.org/officeDocument/2006/relationships/image" Target="../media/image39.png"/><Relationship Id="rId14" Type="http://schemas.openxmlformats.org/officeDocument/2006/relationships/image" Target="../media/image44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chart" Target="../charts/chart5.xml"/><Relationship Id="rId7" Type="http://schemas.openxmlformats.org/officeDocument/2006/relationships/image" Target="../media/image51.png"/><Relationship Id="rId12" Type="http://schemas.openxmlformats.org/officeDocument/2006/relationships/image" Target="../media/image56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png"/><Relationship Id="rId11" Type="http://schemas.openxmlformats.org/officeDocument/2006/relationships/image" Target="../media/image55.png"/><Relationship Id="rId5" Type="http://schemas.openxmlformats.org/officeDocument/2006/relationships/image" Target="../media/image49.png"/><Relationship Id="rId10" Type="http://schemas.openxmlformats.org/officeDocument/2006/relationships/image" Target="../media/image54.png"/><Relationship Id="rId4" Type="http://schemas.openxmlformats.org/officeDocument/2006/relationships/chart" Target="../charts/chart6.xml"/><Relationship Id="rId9" Type="http://schemas.openxmlformats.org/officeDocument/2006/relationships/image" Target="../media/image5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3" Type="http://schemas.openxmlformats.org/officeDocument/2006/relationships/image" Target="../media/image63.png"/><Relationship Id="rId7" Type="http://schemas.openxmlformats.org/officeDocument/2006/relationships/image" Target="../media/image6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6.png"/><Relationship Id="rId11" Type="http://schemas.openxmlformats.org/officeDocument/2006/relationships/image" Target="../media/image71.svg"/><Relationship Id="rId5" Type="http://schemas.openxmlformats.org/officeDocument/2006/relationships/image" Target="../media/image65.png"/><Relationship Id="rId10" Type="http://schemas.openxmlformats.org/officeDocument/2006/relationships/image" Target="../media/image70.png"/><Relationship Id="rId4" Type="http://schemas.openxmlformats.org/officeDocument/2006/relationships/image" Target="../media/image64.png"/><Relationship Id="rId9" Type="http://schemas.openxmlformats.org/officeDocument/2006/relationships/image" Target="../media/image69.sv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13" Type="http://schemas.openxmlformats.org/officeDocument/2006/relationships/image" Target="../media/image83.png"/><Relationship Id="rId3" Type="http://schemas.openxmlformats.org/officeDocument/2006/relationships/image" Target="../media/image73.png"/><Relationship Id="rId7" Type="http://schemas.openxmlformats.org/officeDocument/2006/relationships/image" Target="../media/image77.png"/><Relationship Id="rId12" Type="http://schemas.openxmlformats.org/officeDocument/2006/relationships/image" Target="../media/image82.png"/><Relationship Id="rId2" Type="http://schemas.openxmlformats.org/officeDocument/2006/relationships/image" Target="../media/image72.png"/><Relationship Id="rId16" Type="http://schemas.openxmlformats.org/officeDocument/2006/relationships/image" Target="../media/image8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6.png"/><Relationship Id="rId11" Type="http://schemas.openxmlformats.org/officeDocument/2006/relationships/image" Target="../media/image81.png"/><Relationship Id="rId5" Type="http://schemas.openxmlformats.org/officeDocument/2006/relationships/image" Target="../media/image75.png"/><Relationship Id="rId15" Type="http://schemas.openxmlformats.org/officeDocument/2006/relationships/image" Target="../media/image85.svg"/><Relationship Id="rId10" Type="http://schemas.openxmlformats.org/officeDocument/2006/relationships/image" Target="../media/image80.png"/><Relationship Id="rId4" Type="http://schemas.openxmlformats.org/officeDocument/2006/relationships/image" Target="../media/image74.png"/><Relationship Id="rId9" Type="http://schemas.openxmlformats.org/officeDocument/2006/relationships/image" Target="../media/image79.png"/><Relationship Id="rId14" Type="http://schemas.openxmlformats.org/officeDocument/2006/relationships/image" Target="../media/image84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3.png"/><Relationship Id="rId13" Type="http://schemas.openxmlformats.org/officeDocument/2006/relationships/image" Target="../media/image98.png"/><Relationship Id="rId18" Type="http://schemas.openxmlformats.org/officeDocument/2006/relationships/image" Target="../media/image103.png"/><Relationship Id="rId3" Type="http://schemas.openxmlformats.org/officeDocument/2006/relationships/image" Target="../media/image88.png"/><Relationship Id="rId7" Type="http://schemas.openxmlformats.org/officeDocument/2006/relationships/image" Target="../media/image92.png"/><Relationship Id="rId12" Type="http://schemas.openxmlformats.org/officeDocument/2006/relationships/image" Target="../media/image97.png"/><Relationship Id="rId17" Type="http://schemas.openxmlformats.org/officeDocument/2006/relationships/image" Target="../media/image102.png"/><Relationship Id="rId2" Type="http://schemas.openxmlformats.org/officeDocument/2006/relationships/image" Target="../media/image87.png"/><Relationship Id="rId16" Type="http://schemas.openxmlformats.org/officeDocument/2006/relationships/image" Target="../media/image101.png"/><Relationship Id="rId20" Type="http://schemas.openxmlformats.org/officeDocument/2006/relationships/image" Target="../media/image105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1.png"/><Relationship Id="rId11" Type="http://schemas.openxmlformats.org/officeDocument/2006/relationships/image" Target="../media/image96.png"/><Relationship Id="rId5" Type="http://schemas.openxmlformats.org/officeDocument/2006/relationships/image" Target="../media/image90.png"/><Relationship Id="rId15" Type="http://schemas.openxmlformats.org/officeDocument/2006/relationships/image" Target="../media/image100.png"/><Relationship Id="rId10" Type="http://schemas.openxmlformats.org/officeDocument/2006/relationships/image" Target="../media/image95.png"/><Relationship Id="rId19" Type="http://schemas.openxmlformats.org/officeDocument/2006/relationships/image" Target="../media/image104.png"/><Relationship Id="rId4" Type="http://schemas.openxmlformats.org/officeDocument/2006/relationships/image" Target="../media/image89.png"/><Relationship Id="rId9" Type="http://schemas.openxmlformats.org/officeDocument/2006/relationships/image" Target="../media/image94.png"/><Relationship Id="rId14" Type="http://schemas.openxmlformats.org/officeDocument/2006/relationships/image" Target="../media/image99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.png"/><Relationship Id="rId13" Type="http://schemas.openxmlformats.org/officeDocument/2006/relationships/image" Target="../media/image116.png"/><Relationship Id="rId18" Type="http://schemas.openxmlformats.org/officeDocument/2006/relationships/image" Target="../media/image121.png"/><Relationship Id="rId3" Type="http://schemas.openxmlformats.org/officeDocument/2006/relationships/image" Target="../media/image106.png"/><Relationship Id="rId7" Type="http://schemas.openxmlformats.org/officeDocument/2006/relationships/image" Target="../media/image110.png"/><Relationship Id="rId12" Type="http://schemas.openxmlformats.org/officeDocument/2006/relationships/image" Target="../media/image115.png"/><Relationship Id="rId17" Type="http://schemas.openxmlformats.org/officeDocument/2006/relationships/image" Target="../media/image120.png"/><Relationship Id="rId2" Type="http://schemas.openxmlformats.org/officeDocument/2006/relationships/image" Target="../media/image87.png"/><Relationship Id="rId16" Type="http://schemas.openxmlformats.org/officeDocument/2006/relationships/image" Target="../media/image119.png"/><Relationship Id="rId20" Type="http://schemas.openxmlformats.org/officeDocument/2006/relationships/image" Target="../media/image105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9.png"/><Relationship Id="rId11" Type="http://schemas.openxmlformats.org/officeDocument/2006/relationships/image" Target="../media/image114.png"/><Relationship Id="rId5" Type="http://schemas.openxmlformats.org/officeDocument/2006/relationships/image" Target="../media/image108.png"/><Relationship Id="rId15" Type="http://schemas.openxmlformats.org/officeDocument/2006/relationships/image" Target="../media/image118.png"/><Relationship Id="rId10" Type="http://schemas.openxmlformats.org/officeDocument/2006/relationships/image" Target="../media/image113.png"/><Relationship Id="rId19" Type="http://schemas.openxmlformats.org/officeDocument/2006/relationships/image" Target="../media/image104.png"/><Relationship Id="rId4" Type="http://schemas.openxmlformats.org/officeDocument/2006/relationships/image" Target="../media/image107.png"/><Relationship Id="rId9" Type="http://schemas.openxmlformats.org/officeDocument/2006/relationships/image" Target="../media/image112.png"/><Relationship Id="rId14" Type="http://schemas.openxmlformats.org/officeDocument/2006/relationships/image" Target="../media/image117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8.png"/><Relationship Id="rId3" Type="http://schemas.openxmlformats.org/officeDocument/2006/relationships/image" Target="../media/image123.png"/><Relationship Id="rId7" Type="http://schemas.openxmlformats.org/officeDocument/2006/relationships/image" Target="../media/image127.png"/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6.png"/><Relationship Id="rId5" Type="http://schemas.openxmlformats.org/officeDocument/2006/relationships/image" Target="../media/image125.png"/><Relationship Id="rId10" Type="http://schemas.openxmlformats.org/officeDocument/2006/relationships/image" Target="../media/image130.png"/><Relationship Id="rId4" Type="http://schemas.openxmlformats.org/officeDocument/2006/relationships/image" Target="../media/image124.png"/><Relationship Id="rId9" Type="http://schemas.openxmlformats.org/officeDocument/2006/relationships/image" Target="../media/image129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6.png"/><Relationship Id="rId3" Type="http://schemas.openxmlformats.org/officeDocument/2006/relationships/image" Target="../media/image132.png"/><Relationship Id="rId7" Type="http://schemas.openxmlformats.org/officeDocument/2006/relationships/image" Target="../media/image135.png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4.png"/><Relationship Id="rId5" Type="http://schemas.openxmlformats.org/officeDocument/2006/relationships/image" Target="../media/image133.png"/><Relationship Id="rId10" Type="http://schemas.openxmlformats.org/officeDocument/2006/relationships/image" Target="../media/image138.png"/><Relationship Id="rId4" Type="http://schemas.openxmlformats.org/officeDocument/2006/relationships/image" Target="../media/image113.png"/><Relationship Id="rId9" Type="http://schemas.openxmlformats.org/officeDocument/2006/relationships/image" Target="../media/image137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9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9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7.xml"/><Relationship Id="rId6" Type="http://schemas.openxmlformats.org/officeDocument/2006/relationships/chart" Target="../charts/chart10.xml"/><Relationship Id="rId5" Type="http://schemas.openxmlformats.org/officeDocument/2006/relationships/image" Target="../media/image140.png"/><Relationship Id="rId4" Type="http://schemas.openxmlformats.org/officeDocument/2006/relationships/image" Target="../media/image142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9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7.xml"/><Relationship Id="rId6" Type="http://schemas.openxmlformats.org/officeDocument/2006/relationships/chart" Target="../charts/chart11.xml"/><Relationship Id="rId5" Type="http://schemas.openxmlformats.org/officeDocument/2006/relationships/image" Target="../media/image140.png"/><Relationship Id="rId4" Type="http://schemas.openxmlformats.org/officeDocument/2006/relationships/image" Target="../media/image142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7.xml"/><Relationship Id="rId6" Type="http://schemas.openxmlformats.org/officeDocument/2006/relationships/chart" Target="../charts/chart12.xml"/><Relationship Id="rId5" Type="http://schemas.openxmlformats.org/officeDocument/2006/relationships/image" Target="../media/image144.png"/><Relationship Id="rId4" Type="http://schemas.openxmlformats.org/officeDocument/2006/relationships/image" Target="../media/image142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5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6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0.png"/><Relationship Id="rId7" Type="http://schemas.openxmlformats.org/officeDocument/2006/relationships/image" Target="../media/image132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10.png"/><Relationship Id="rId5" Type="http://schemas.openxmlformats.org/officeDocument/2006/relationships/image" Target="../media/image1300.png"/><Relationship Id="rId4" Type="http://schemas.openxmlformats.org/officeDocument/2006/relationships/image" Target="../media/image1290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0.png"/><Relationship Id="rId7" Type="http://schemas.openxmlformats.org/officeDocument/2006/relationships/image" Target="../media/image132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10.png"/><Relationship Id="rId5" Type="http://schemas.openxmlformats.org/officeDocument/2006/relationships/image" Target="../media/image1300.png"/><Relationship Id="rId4" Type="http://schemas.openxmlformats.org/officeDocument/2006/relationships/image" Target="../media/image1290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DC0FD-E73C-26A6-891F-61B4610769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94475"/>
            <a:ext cx="9144000" cy="1184161"/>
          </a:xfrm>
        </p:spPr>
        <p:txBody>
          <a:bodyPr>
            <a:normAutofit fontScale="90000"/>
          </a:bodyPr>
          <a:lstStyle/>
          <a:p>
            <a:r>
              <a:rPr lang="en-US" sz="7000" dirty="0">
                <a:solidFill>
                  <a:srgbClr val="32418C"/>
                </a:solidFill>
                <a:latin typeface="Aptos" panose="020B0004020202020204" pitchFamily="34" charset="0"/>
              </a:rPr>
              <a:t>Principal Component Analysis (Math)</a:t>
            </a:r>
            <a:endParaRPr lang="en-US" sz="7000" dirty="0">
              <a:latin typeface="Aptos" panose="020B00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CA8846-F5F9-9E2F-7E86-4EDFA1AEFE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78636"/>
            <a:ext cx="9144000" cy="471198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5369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9AB3F01-B55F-9A63-14C3-6FC44C166E39}"/>
              </a:ext>
            </a:extLst>
          </p:cNvPr>
          <p:cNvSpPr txBox="1">
            <a:spLocks/>
          </p:cNvSpPr>
          <p:nvPr/>
        </p:nvSpPr>
        <p:spPr>
          <a:xfrm>
            <a:off x="838200" y="2286869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85800" indent="-685800" algn="l">
              <a:buFont typeface="Wingdings" pitchFamily="2" charset="2"/>
              <a:buChar char="Ø"/>
            </a:pPr>
            <a:r>
              <a:rPr lang="en-US" sz="3000" b="1" dirty="0"/>
              <a:t>Projecting Data</a:t>
            </a:r>
          </a:p>
          <a:p>
            <a:pPr marL="685800" indent="-685800" algn="l">
              <a:buFont typeface="Wingdings" pitchFamily="2" charset="2"/>
              <a:buChar char="Ø"/>
            </a:pPr>
            <a:r>
              <a:rPr lang="en-US" sz="3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Mean</a:t>
            </a:r>
          </a:p>
          <a:p>
            <a:pPr marL="685800" indent="-685800" algn="l">
              <a:buFont typeface="Wingdings" pitchFamily="2" charset="2"/>
              <a:buChar char="Ø"/>
            </a:pPr>
            <a:r>
              <a:rPr lang="en-US" sz="3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Variance</a:t>
            </a:r>
          </a:p>
          <a:p>
            <a:pPr marL="685800" indent="-685800" algn="l">
              <a:buFont typeface="Wingdings" pitchFamily="2" charset="2"/>
              <a:buChar char="Ø"/>
            </a:pPr>
            <a:r>
              <a:rPr lang="en-US" sz="3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Covariance</a:t>
            </a:r>
          </a:p>
          <a:p>
            <a:pPr marL="685800" indent="-685800" algn="l">
              <a:buFont typeface="Wingdings" pitchFamily="2" charset="2"/>
              <a:buChar char="Ø"/>
            </a:pPr>
            <a:r>
              <a:rPr lang="en-US" sz="3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Covariance Matrix</a:t>
            </a:r>
          </a:p>
          <a:p>
            <a:pPr marL="685800" indent="-685800" algn="l">
              <a:buFont typeface="Wingdings" pitchFamily="2" charset="2"/>
              <a:buChar char="Ø"/>
            </a:pPr>
            <a:r>
              <a:rPr lang="en-US" sz="3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Linear Transformation</a:t>
            </a:r>
          </a:p>
          <a:p>
            <a:pPr marL="685800" indent="-685800" algn="l">
              <a:buFont typeface="Wingdings" pitchFamily="2" charset="2"/>
              <a:buChar char="Ø"/>
            </a:pPr>
            <a:r>
              <a:rPr lang="en-US" sz="3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Eigenvalues and Eigenvectors</a:t>
            </a:r>
          </a:p>
          <a:p>
            <a:pPr marL="685800" indent="-685800" algn="l">
              <a:buFont typeface="Wingdings" pitchFamily="2" charset="2"/>
              <a:buChar char="Ø"/>
            </a:pPr>
            <a:endParaRPr lang="en-US" sz="30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F040CE-CACD-0DC8-2221-0DE503F00D88}"/>
              </a:ext>
            </a:extLst>
          </p:cNvPr>
          <p:cNvSpPr txBox="1">
            <a:spLocks/>
          </p:cNvSpPr>
          <p:nvPr/>
        </p:nvSpPr>
        <p:spPr>
          <a:xfrm>
            <a:off x="838199" y="826369"/>
            <a:ext cx="10974049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dirty="0">
                <a:solidFill>
                  <a:srgbClr val="32418C"/>
                </a:solidFill>
              </a:rP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36115711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421A9-7C0B-B52C-A63A-371E8C707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Projecting Data </a:t>
            </a:r>
            <a:endParaRPr lang="en-P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4BFC21-D7AF-8056-B10F-6787CF82E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584708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Projecting data in PCA is the process of transforming high-dimensional data onto a lower-dimensional space (a "subspace") using new axes called </a:t>
            </a:r>
            <a:r>
              <a:rPr lang="en-US" b="1" dirty="0"/>
              <a:t>principal components (PCs)</a:t>
            </a:r>
            <a:r>
              <a:rPr lang="en-US" dirty="0"/>
              <a:t>, </a:t>
            </a:r>
            <a:endParaRPr lang="en-PH" dirty="0"/>
          </a:p>
        </p:txBody>
      </p:sp>
      <p:pic>
        <p:nvPicPr>
          <p:cNvPr id="5" name="Picture 4" descr="A diagram of weight and height&#10;&#10;AI-generated content may be incorrect.">
            <a:extLst>
              <a:ext uri="{FF2B5EF4-FFF2-40B4-BE49-F238E27FC236}">
                <a16:creationId xmlns:a16="http://schemas.microsoft.com/office/drawing/2014/main" id="{70FEB2D3-ECF1-1D7A-B209-85F1E4189A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5280" y="1739764"/>
            <a:ext cx="5143500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9041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1055C-2E37-FA6C-05F6-F835ECFCD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D2D0F-76F3-2A2C-47A3-1F3F0AE05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Projecting Data </a:t>
            </a:r>
            <a:endParaRPr lang="en-P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0078AF-5B82-29C0-160E-F512AE587F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584708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Principal components (PCs)</a:t>
            </a:r>
            <a:r>
              <a:rPr lang="en-US" dirty="0"/>
              <a:t> are directions of maximum data variance, effectively creating a "shadow" where data points are represented by their scores (coordinates) along these new axes, reducing complexity while keeping essential information for tasks like visualization or modeling.</a:t>
            </a:r>
            <a:endParaRPr lang="en-PH" dirty="0"/>
          </a:p>
        </p:txBody>
      </p:sp>
      <p:pic>
        <p:nvPicPr>
          <p:cNvPr id="5" name="Picture 4" descr="A diagram of weight and height&#10;&#10;AI-generated content may be incorrect.">
            <a:extLst>
              <a:ext uri="{FF2B5EF4-FFF2-40B4-BE49-F238E27FC236}">
                <a16:creationId xmlns:a16="http://schemas.microsoft.com/office/drawing/2014/main" id="{3EFFA107-0E8F-2624-1173-4026EA8BCF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6089" y="1746537"/>
            <a:ext cx="5143500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56594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0D6A0E6-016E-09A9-0F2C-1BDD79977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04B750F-96BF-546F-E944-B2629BF8F12E}"/>
              </a:ext>
            </a:extLst>
          </p:cNvPr>
          <p:cNvCxnSpPr>
            <a:cxnSpLocks/>
          </p:cNvCxnSpPr>
          <p:nvPr/>
        </p:nvCxnSpPr>
        <p:spPr>
          <a:xfrm>
            <a:off x="2084762" y="5772150"/>
            <a:ext cx="9131300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3F6EA9B-9CAA-3A11-4FCB-C96B26C00A29}"/>
              </a:ext>
            </a:extLst>
          </p:cNvPr>
          <p:cNvCxnSpPr>
            <a:cxnSpLocks/>
          </p:cNvCxnSpPr>
          <p:nvPr/>
        </p:nvCxnSpPr>
        <p:spPr>
          <a:xfrm flipV="1">
            <a:off x="2084762" y="492482"/>
            <a:ext cx="0" cy="5317768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94EC084B-FD8D-E966-D2AA-B7483FF4E6E3}"/>
              </a:ext>
            </a:extLst>
          </p:cNvPr>
          <p:cNvSpPr txBox="1"/>
          <p:nvPr/>
        </p:nvSpPr>
        <p:spPr>
          <a:xfrm>
            <a:off x="6077948" y="6249204"/>
            <a:ext cx="2855441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Number of Rooms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3E4D745-1CD2-FC38-262B-4342E95D6F20}"/>
              </a:ext>
            </a:extLst>
          </p:cNvPr>
          <p:cNvSpPr txBox="1"/>
          <p:nvPr/>
        </p:nvSpPr>
        <p:spPr>
          <a:xfrm rot="16200000">
            <a:off x="477037" y="2912839"/>
            <a:ext cx="86355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Size</a:t>
            </a:r>
          </a:p>
        </p:txBody>
      </p:sp>
      <p:pic>
        <p:nvPicPr>
          <p:cNvPr id="39" name="Picture 38" descr="A cartoon of a house&#10;&#10;Description automatically generated">
            <a:extLst>
              <a:ext uri="{FF2B5EF4-FFF2-40B4-BE49-F238E27FC236}">
                <a16:creationId xmlns:a16="http://schemas.microsoft.com/office/drawing/2014/main" id="{410A022E-B165-020C-0AD2-DE2567DDCD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1179" y="4244387"/>
            <a:ext cx="720000" cy="720000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3995C059-498F-3C44-15EB-F62C8DDE2CFC}"/>
              </a:ext>
            </a:extLst>
          </p:cNvPr>
          <p:cNvSpPr txBox="1"/>
          <p:nvPr/>
        </p:nvSpPr>
        <p:spPr>
          <a:xfrm>
            <a:off x="3603631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81E2C0F-F732-C71C-A486-8DA53EBD8196}"/>
              </a:ext>
            </a:extLst>
          </p:cNvPr>
          <p:cNvSpPr txBox="1"/>
          <p:nvPr/>
        </p:nvSpPr>
        <p:spPr>
          <a:xfrm>
            <a:off x="556092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DAEFEC5-D80D-BF5C-0972-5EA09CE607BD}"/>
              </a:ext>
            </a:extLst>
          </p:cNvPr>
          <p:cNvSpPr txBox="1"/>
          <p:nvPr/>
        </p:nvSpPr>
        <p:spPr>
          <a:xfrm>
            <a:off x="719016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7C7C4B0-C03D-810B-FD7F-4A2383E477DD}"/>
              </a:ext>
            </a:extLst>
          </p:cNvPr>
          <p:cNvSpPr txBox="1"/>
          <p:nvPr/>
        </p:nvSpPr>
        <p:spPr>
          <a:xfrm>
            <a:off x="857357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49397F4-935D-D3BA-0219-DA266314F68F}"/>
              </a:ext>
            </a:extLst>
          </p:cNvPr>
          <p:cNvSpPr txBox="1"/>
          <p:nvPr/>
        </p:nvSpPr>
        <p:spPr>
          <a:xfrm>
            <a:off x="10079897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9E3E938-CA24-3E77-0489-5D4B4D02273E}"/>
              </a:ext>
            </a:extLst>
          </p:cNvPr>
          <p:cNvSpPr txBox="1"/>
          <p:nvPr/>
        </p:nvSpPr>
        <p:spPr>
          <a:xfrm>
            <a:off x="1302055" y="4248806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100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C32BDC8-59CE-5FF4-6BF9-69E27E428ABA}"/>
              </a:ext>
            </a:extLst>
          </p:cNvPr>
          <p:cNvSpPr txBox="1"/>
          <p:nvPr/>
        </p:nvSpPr>
        <p:spPr>
          <a:xfrm>
            <a:off x="1294490" y="3288827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200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9EE6E9F-73B5-9123-66FF-0A2809A1FE4C}"/>
              </a:ext>
            </a:extLst>
          </p:cNvPr>
          <p:cNvSpPr txBox="1"/>
          <p:nvPr/>
        </p:nvSpPr>
        <p:spPr>
          <a:xfrm>
            <a:off x="1302055" y="2323485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300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984BEDD-BEC5-9CAF-8C24-CEEF2DF98A20}"/>
              </a:ext>
            </a:extLst>
          </p:cNvPr>
          <p:cNvSpPr txBox="1"/>
          <p:nvPr/>
        </p:nvSpPr>
        <p:spPr>
          <a:xfrm>
            <a:off x="1302055" y="1366442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400</a:t>
            </a:r>
          </a:p>
        </p:txBody>
      </p:sp>
      <p:pic>
        <p:nvPicPr>
          <p:cNvPr id="80" name="Picture 79" descr="A cartoon of a house&#10;&#10;Description automatically generated">
            <a:extLst>
              <a:ext uri="{FF2B5EF4-FFF2-40B4-BE49-F238E27FC236}">
                <a16:creationId xmlns:a16="http://schemas.microsoft.com/office/drawing/2014/main" id="{D8370CDA-273C-BD2C-9338-08186A1D85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988" y="2709000"/>
            <a:ext cx="828000" cy="828000"/>
          </a:xfrm>
          <a:prstGeom prst="rect">
            <a:avLst/>
          </a:prstGeom>
        </p:spPr>
      </p:pic>
      <p:pic>
        <p:nvPicPr>
          <p:cNvPr id="81" name="Picture 80" descr="A cartoon of a house&#10;&#10;Description automatically generated">
            <a:extLst>
              <a:ext uri="{FF2B5EF4-FFF2-40B4-BE49-F238E27FC236}">
                <a16:creationId xmlns:a16="http://schemas.microsoft.com/office/drawing/2014/main" id="{2DD9E989-6A91-56D8-2C49-5298C4735F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9373" y="2202012"/>
            <a:ext cx="1008000" cy="1008000"/>
          </a:xfrm>
          <a:prstGeom prst="rect">
            <a:avLst/>
          </a:prstGeom>
        </p:spPr>
      </p:pic>
      <p:pic>
        <p:nvPicPr>
          <p:cNvPr id="82" name="Picture 81" descr="A cartoon of a house&#10;&#10;Description automatically generated">
            <a:extLst>
              <a:ext uri="{FF2B5EF4-FFF2-40B4-BE49-F238E27FC236}">
                <a16:creationId xmlns:a16="http://schemas.microsoft.com/office/drawing/2014/main" id="{572604F0-287C-6EF1-1456-1393C8B69C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8846" y="2800539"/>
            <a:ext cx="1188000" cy="1188000"/>
          </a:xfrm>
          <a:prstGeom prst="rect">
            <a:avLst/>
          </a:prstGeom>
        </p:spPr>
      </p:pic>
      <p:pic>
        <p:nvPicPr>
          <p:cNvPr id="83" name="Picture 82" descr="A cartoon of a house&#10;&#10;Description automatically generated">
            <a:extLst>
              <a:ext uri="{FF2B5EF4-FFF2-40B4-BE49-F238E27FC236}">
                <a16:creationId xmlns:a16="http://schemas.microsoft.com/office/drawing/2014/main" id="{F301A0B7-3275-AF26-5352-BD841EBED1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8319" y="600865"/>
            <a:ext cx="1620000" cy="1620000"/>
          </a:xfrm>
          <a:prstGeom prst="rect">
            <a:avLst/>
          </a:prstGeom>
        </p:spPr>
      </p:pic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BD7E3B07-2508-6C92-1112-C0A460A2C41A}"/>
              </a:ext>
            </a:extLst>
          </p:cNvPr>
          <p:cNvCxnSpPr>
            <a:cxnSpLocks/>
          </p:cNvCxnSpPr>
          <p:nvPr/>
        </p:nvCxnSpPr>
        <p:spPr>
          <a:xfrm flipV="1">
            <a:off x="2088544" y="1788316"/>
            <a:ext cx="9433172" cy="394573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06950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E7D227A-21C4-7E2C-66ED-23E6DD0CA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D71A3D1-2D97-14A5-F47C-CEB47020A330}"/>
              </a:ext>
            </a:extLst>
          </p:cNvPr>
          <p:cNvCxnSpPr>
            <a:cxnSpLocks/>
          </p:cNvCxnSpPr>
          <p:nvPr/>
        </p:nvCxnSpPr>
        <p:spPr>
          <a:xfrm>
            <a:off x="2084762" y="5772150"/>
            <a:ext cx="9131300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CFF771D-0166-B3ED-458E-68A8852FEBAE}"/>
              </a:ext>
            </a:extLst>
          </p:cNvPr>
          <p:cNvCxnSpPr>
            <a:cxnSpLocks/>
          </p:cNvCxnSpPr>
          <p:nvPr/>
        </p:nvCxnSpPr>
        <p:spPr>
          <a:xfrm flipV="1">
            <a:off x="2084762" y="492482"/>
            <a:ext cx="0" cy="5317768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484A28E6-21B2-209F-96B9-3BDD7AE4310B}"/>
              </a:ext>
            </a:extLst>
          </p:cNvPr>
          <p:cNvSpPr txBox="1"/>
          <p:nvPr/>
        </p:nvSpPr>
        <p:spPr>
          <a:xfrm>
            <a:off x="6077948" y="6249204"/>
            <a:ext cx="2855441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Number of Rooms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9ABCFD1-EE21-6A1B-31DB-6E53E4186ECD}"/>
              </a:ext>
            </a:extLst>
          </p:cNvPr>
          <p:cNvSpPr txBox="1"/>
          <p:nvPr/>
        </p:nvSpPr>
        <p:spPr>
          <a:xfrm rot="16200000">
            <a:off x="477037" y="2912839"/>
            <a:ext cx="86355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Size</a:t>
            </a:r>
          </a:p>
        </p:txBody>
      </p:sp>
      <p:pic>
        <p:nvPicPr>
          <p:cNvPr id="39" name="Picture 38" descr="A cartoon of a house&#10;&#10;Description automatically generated">
            <a:extLst>
              <a:ext uri="{FF2B5EF4-FFF2-40B4-BE49-F238E27FC236}">
                <a16:creationId xmlns:a16="http://schemas.microsoft.com/office/drawing/2014/main" id="{C4782217-E2F9-AEB0-D31E-D11BAB36D1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1179" y="4244387"/>
            <a:ext cx="720000" cy="720000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FD55BCFB-5931-EE06-C8C5-5F2B2D447008}"/>
              </a:ext>
            </a:extLst>
          </p:cNvPr>
          <p:cNvSpPr txBox="1"/>
          <p:nvPr/>
        </p:nvSpPr>
        <p:spPr>
          <a:xfrm>
            <a:off x="3603631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FF3DF72-1BE7-4362-5F65-543DFF3904DC}"/>
              </a:ext>
            </a:extLst>
          </p:cNvPr>
          <p:cNvSpPr txBox="1"/>
          <p:nvPr/>
        </p:nvSpPr>
        <p:spPr>
          <a:xfrm>
            <a:off x="556092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BF2D831-0859-B66A-E68C-983CC1B195F8}"/>
              </a:ext>
            </a:extLst>
          </p:cNvPr>
          <p:cNvSpPr txBox="1"/>
          <p:nvPr/>
        </p:nvSpPr>
        <p:spPr>
          <a:xfrm>
            <a:off x="719016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CE6490A-727E-E314-2E4C-FC88B8BCB7E4}"/>
              </a:ext>
            </a:extLst>
          </p:cNvPr>
          <p:cNvSpPr txBox="1"/>
          <p:nvPr/>
        </p:nvSpPr>
        <p:spPr>
          <a:xfrm>
            <a:off x="857357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3EE582F-AB44-9F1E-FE2F-17757464DD34}"/>
              </a:ext>
            </a:extLst>
          </p:cNvPr>
          <p:cNvSpPr txBox="1"/>
          <p:nvPr/>
        </p:nvSpPr>
        <p:spPr>
          <a:xfrm>
            <a:off x="10079897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C94B8F-A29A-20F1-3D96-85012C63456E}"/>
              </a:ext>
            </a:extLst>
          </p:cNvPr>
          <p:cNvSpPr txBox="1"/>
          <p:nvPr/>
        </p:nvSpPr>
        <p:spPr>
          <a:xfrm>
            <a:off x="1302055" y="4248806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100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8E9DA6F-AF16-28DE-5284-4C825EA3B61F}"/>
              </a:ext>
            </a:extLst>
          </p:cNvPr>
          <p:cNvSpPr txBox="1"/>
          <p:nvPr/>
        </p:nvSpPr>
        <p:spPr>
          <a:xfrm>
            <a:off x="1294490" y="3288827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200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BCFE8D6-4F59-7D33-02A9-22E379D1973D}"/>
              </a:ext>
            </a:extLst>
          </p:cNvPr>
          <p:cNvSpPr txBox="1"/>
          <p:nvPr/>
        </p:nvSpPr>
        <p:spPr>
          <a:xfrm>
            <a:off x="1302055" y="2323485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300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4DAA710-81DD-8E42-0839-8B4F30B9BA23}"/>
              </a:ext>
            </a:extLst>
          </p:cNvPr>
          <p:cNvSpPr txBox="1"/>
          <p:nvPr/>
        </p:nvSpPr>
        <p:spPr>
          <a:xfrm>
            <a:off x="1302055" y="1366442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400</a:t>
            </a:r>
          </a:p>
        </p:txBody>
      </p:sp>
      <p:pic>
        <p:nvPicPr>
          <p:cNvPr id="80" name="Picture 79" descr="A cartoon of a house&#10;&#10;Description automatically generated">
            <a:extLst>
              <a:ext uri="{FF2B5EF4-FFF2-40B4-BE49-F238E27FC236}">
                <a16:creationId xmlns:a16="http://schemas.microsoft.com/office/drawing/2014/main" id="{AF1165AF-471C-8584-0337-6300E5F948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988" y="2709000"/>
            <a:ext cx="828000" cy="828000"/>
          </a:xfrm>
          <a:prstGeom prst="rect">
            <a:avLst/>
          </a:prstGeom>
        </p:spPr>
      </p:pic>
      <p:pic>
        <p:nvPicPr>
          <p:cNvPr id="81" name="Picture 80" descr="A cartoon of a house&#10;&#10;Description automatically generated">
            <a:extLst>
              <a:ext uri="{FF2B5EF4-FFF2-40B4-BE49-F238E27FC236}">
                <a16:creationId xmlns:a16="http://schemas.microsoft.com/office/drawing/2014/main" id="{912ECC80-C30D-EF3E-C005-FFD3C0608F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9373" y="2202012"/>
            <a:ext cx="1008000" cy="1008000"/>
          </a:xfrm>
          <a:prstGeom prst="rect">
            <a:avLst/>
          </a:prstGeom>
        </p:spPr>
      </p:pic>
      <p:pic>
        <p:nvPicPr>
          <p:cNvPr id="82" name="Picture 81" descr="A cartoon of a house&#10;&#10;Description automatically generated">
            <a:extLst>
              <a:ext uri="{FF2B5EF4-FFF2-40B4-BE49-F238E27FC236}">
                <a16:creationId xmlns:a16="http://schemas.microsoft.com/office/drawing/2014/main" id="{8B47F8D4-57D2-DD49-E368-C0533CC46E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8846" y="2800539"/>
            <a:ext cx="1188000" cy="1188000"/>
          </a:xfrm>
          <a:prstGeom prst="rect">
            <a:avLst/>
          </a:prstGeom>
        </p:spPr>
      </p:pic>
      <p:pic>
        <p:nvPicPr>
          <p:cNvPr id="83" name="Picture 82" descr="A cartoon of a house&#10;&#10;Description automatically generated">
            <a:extLst>
              <a:ext uri="{FF2B5EF4-FFF2-40B4-BE49-F238E27FC236}">
                <a16:creationId xmlns:a16="http://schemas.microsoft.com/office/drawing/2014/main" id="{EE2F1A0B-F8F6-113E-EB1A-4C4FB9BA25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8319" y="600865"/>
            <a:ext cx="1620000" cy="1620000"/>
          </a:xfrm>
          <a:prstGeom prst="rect">
            <a:avLst/>
          </a:prstGeom>
        </p:spPr>
      </p:pic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BCE7310D-1F5F-B5C5-1991-E41028458059}"/>
              </a:ext>
            </a:extLst>
          </p:cNvPr>
          <p:cNvCxnSpPr>
            <a:cxnSpLocks/>
          </p:cNvCxnSpPr>
          <p:nvPr/>
        </p:nvCxnSpPr>
        <p:spPr>
          <a:xfrm flipV="1">
            <a:off x="2088544" y="1788316"/>
            <a:ext cx="9433172" cy="394573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9769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9167E-6 3.7037E-6 L 0.00066 0.0581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2894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07407E-6 L -0.00013 0.14746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" y="7361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25E-6 -4.44444E-6 L -0.00026 0.10556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" y="5278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2.59259E-6 L -0.00039 -0.08658 " pathEditMode="relative" rAng="0" ptsTypes="AA">
                                      <p:cBhvr>
                                        <p:cTn id="12" dur="20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" y="-4329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7 4.44444E-6 L 0.00013 0.09814 " pathEditMode="relative" rAng="0" ptsTypes="AA">
                                      <p:cBhvr>
                                        <p:cTn id="14" dur="20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90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E2CF4EE-0FDE-5B93-82FA-30352332A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7C12880-1CE4-17AC-A60F-0DBED4606939}"/>
              </a:ext>
            </a:extLst>
          </p:cNvPr>
          <p:cNvCxnSpPr>
            <a:cxnSpLocks/>
          </p:cNvCxnSpPr>
          <p:nvPr/>
        </p:nvCxnSpPr>
        <p:spPr>
          <a:xfrm>
            <a:off x="2084762" y="5772150"/>
            <a:ext cx="9131300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BC56B10-707B-70B3-7116-3C4FE6B2A192}"/>
              </a:ext>
            </a:extLst>
          </p:cNvPr>
          <p:cNvCxnSpPr>
            <a:cxnSpLocks/>
          </p:cNvCxnSpPr>
          <p:nvPr/>
        </p:nvCxnSpPr>
        <p:spPr>
          <a:xfrm flipV="1">
            <a:off x="2084762" y="492482"/>
            <a:ext cx="0" cy="5317768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FB7BCD3A-1EF9-3951-6E33-FC25CEDF449A}"/>
              </a:ext>
            </a:extLst>
          </p:cNvPr>
          <p:cNvSpPr txBox="1"/>
          <p:nvPr/>
        </p:nvSpPr>
        <p:spPr>
          <a:xfrm>
            <a:off x="6077948" y="6249204"/>
            <a:ext cx="2855441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Number of Rooms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3F35D0F-0DCC-A68B-0B46-CB5D759F1221}"/>
              </a:ext>
            </a:extLst>
          </p:cNvPr>
          <p:cNvSpPr txBox="1"/>
          <p:nvPr/>
        </p:nvSpPr>
        <p:spPr>
          <a:xfrm rot="16200000">
            <a:off x="477037" y="2912839"/>
            <a:ext cx="86355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Size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C4C00A3-6F4A-8F1D-8A45-2462ACF0EE05}"/>
              </a:ext>
            </a:extLst>
          </p:cNvPr>
          <p:cNvSpPr txBox="1"/>
          <p:nvPr/>
        </p:nvSpPr>
        <p:spPr>
          <a:xfrm>
            <a:off x="3603631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5B393F2-2E63-0C93-B148-F50DC7909F15}"/>
              </a:ext>
            </a:extLst>
          </p:cNvPr>
          <p:cNvSpPr txBox="1"/>
          <p:nvPr/>
        </p:nvSpPr>
        <p:spPr>
          <a:xfrm>
            <a:off x="556092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1690831-920A-2D20-831F-49A04255833A}"/>
              </a:ext>
            </a:extLst>
          </p:cNvPr>
          <p:cNvSpPr txBox="1"/>
          <p:nvPr/>
        </p:nvSpPr>
        <p:spPr>
          <a:xfrm>
            <a:off x="719016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5DD634B-4507-A8DB-A2F0-7F9E64B340FC}"/>
              </a:ext>
            </a:extLst>
          </p:cNvPr>
          <p:cNvSpPr txBox="1"/>
          <p:nvPr/>
        </p:nvSpPr>
        <p:spPr>
          <a:xfrm>
            <a:off x="857357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7658019-1DB1-76C4-7AF1-F9995CB505B9}"/>
              </a:ext>
            </a:extLst>
          </p:cNvPr>
          <p:cNvSpPr txBox="1"/>
          <p:nvPr/>
        </p:nvSpPr>
        <p:spPr>
          <a:xfrm>
            <a:off x="10079897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9DF415D-D976-BB5D-12AB-45CA8810C3DB}"/>
              </a:ext>
            </a:extLst>
          </p:cNvPr>
          <p:cNvSpPr txBox="1"/>
          <p:nvPr/>
        </p:nvSpPr>
        <p:spPr>
          <a:xfrm>
            <a:off x="1302055" y="4248806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100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551D9A2-4AE0-1E4F-DDD0-F9EBC97A462E}"/>
              </a:ext>
            </a:extLst>
          </p:cNvPr>
          <p:cNvSpPr txBox="1"/>
          <p:nvPr/>
        </p:nvSpPr>
        <p:spPr>
          <a:xfrm>
            <a:off x="1294490" y="3288827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200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D299103-9DC7-8804-77AE-5219C723541A}"/>
              </a:ext>
            </a:extLst>
          </p:cNvPr>
          <p:cNvSpPr txBox="1"/>
          <p:nvPr/>
        </p:nvSpPr>
        <p:spPr>
          <a:xfrm>
            <a:off x="1302055" y="2323485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300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DC138E8-4167-5660-77C9-4A0D368BBF95}"/>
              </a:ext>
            </a:extLst>
          </p:cNvPr>
          <p:cNvSpPr txBox="1"/>
          <p:nvPr/>
        </p:nvSpPr>
        <p:spPr>
          <a:xfrm>
            <a:off x="1302055" y="1366442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400</a:t>
            </a:r>
          </a:p>
        </p:txBody>
      </p:sp>
      <p:pic>
        <p:nvPicPr>
          <p:cNvPr id="2" name="Picture 1" descr="A cartoon of a house&#10;&#10;Description automatically generated">
            <a:extLst>
              <a:ext uri="{FF2B5EF4-FFF2-40B4-BE49-F238E27FC236}">
                <a16:creationId xmlns:a16="http://schemas.microsoft.com/office/drawing/2014/main" id="{11B90CC2-0A5C-E25F-F3ED-2A4D7DC4FF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1179" y="4642486"/>
            <a:ext cx="720000" cy="720000"/>
          </a:xfrm>
          <a:prstGeom prst="rect">
            <a:avLst/>
          </a:prstGeom>
          <a:ln>
            <a:noFill/>
          </a:ln>
        </p:spPr>
      </p:pic>
      <p:pic>
        <p:nvPicPr>
          <p:cNvPr id="4" name="Picture 3" descr="A cartoon of a house&#10;&#10;Description automatically generated">
            <a:extLst>
              <a:ext uri="{FF2B5EF4-FFF2-40B4-BE49-F238E27FC236}">
                <a16:creationId xmlns:a16="http://schemas.microsoft.com/office/drawing/2014/main" id="{BB17934B-B562-D4E0-354F-B42AD30A86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988" y="3719571"/>
            <a:ext cx="828000" cy="828000"/>
          </a:xfrm>
          <a:prstGeom prst="rect">
            <a:avLst/>
          </a:prstGeom>
          <a:ln>
            <a:noFill/>
          </a:ln>
        </p:spPr>
      </p:pic>
      <p:pic>
        <p:nvPicPr>
          <p:cNvPr id="3" name="Picture 2" descr="A cartoon of a house&#10;&#10;Description automatically generated">
            <a:extLst>
              <a:ext uri="{FF2B5EF4-FFF2-40B4-BE49-F238E27FC236}">
                <a16:creationId xmlns:a16="http://schemas.microsoft.com/office/drawing/2014/main" id="{5FD68536-D729-1D2A-CB7E-BF15AF49B7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9373" y="2925000"/>
            <a:ext cx="1008000" cy="1008000"/>
          </a:xfrm>
          <a:prstGeom prst="rect">
            <a:avLst/>
          </a:prstGeom>
          <a:ln>
            <a:noFill/>
          </a:ln>
        </p:spPr>
      </p:pic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CC7C3901-6BEE-462F-E363-82EA208572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8846" y="2202012"/>
            <a:ext cx="1188000" cy="1188000"/>
          </a:xfrm>
          <a:prstGeom prst="rect">
            <a:avLst/>
          </a:prstGeom>
          <a:ln>
            <a:noFill/>
          </a:ln>
        </p:spPr>
      </p:pic>
      <p:pic>
        <p:nvPicPr>
          <p:cNvPr id="8" name="Picture 7" descr="A cartoon of a house&#10;&#10;Description automatically generated">
            <a:extLst>
              <a:ext uri="{FF2B5EF4-FFF2-40B4-BE49-F238E27FC236}">
                <a16:creationId xmlns:a16="http://schemas.microsoft.com/office/drawing/2014/main" id="{D383A71C-D253-5AB2-F314-3657F15DD0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8319" y="1285950"/>
            <a:ext cx="1620000" cy="1620000"/>
          </a:xfrm>
          <a:prstGeom prst="rect">
            <a:avLst/>
          </a:prstGeom>
          <a:ln>
            <a:noFill/>
          </a:ln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C28C341-05F1-0C18-23C9-7CBCEB4260CA}"/>
              </a:ext>
            </a:extLst>
          </p:cNvPr>
          <p:cNvCxnSpPr>
            <a:cxnSpLocks/>
          </p:cNvCxnSpPr>
          <p:nvPr/>
        </p:nvCxnSpPr>
        <p:spPr>
          <a:xfrm flipV="1">
            <a:off x="2088544" y="1788316"/>
            <a:ext cx="9433172" cy="394573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73162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E023416-D6B9-1E51-4915-3CD185016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D5D26BF-E7AC-4C03-727C-9D87E9AE7494}"/>
              </a:ext>
            </a:extLst>
          </p:cNvPr>
          <p:cNvCxnSpPr>
            <a:cxnSpLocks/>
          </p:cNvCxnSpPr>
          <p:nvPr/>
        </p:nvCxnSpPr>
        <p:spPr>
          <a:xfrm>
            <a:off x="2084762" y="5772150"/>
            <a:ext cx="9131300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C133114-39A0-01EA-36F4-B08C543D2E67}"/>
              </a:ext>
            </a:extLst>
          </p:cNvPr>
          <p:cNvCxnSpPr>
            <a:cxnSpLocks/>
          </p:cNvCxnSpPr>
          <p:nvPr/>
        </p:nvCxnSpPr>
        <p:spPr>
          <a:xfrm flipV="1">
            <a:off x="2084762" y="492482"/>
            <a:ext cx="0" cy="5317768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F0F3B2AB-FDBF-4BB8-1239-2C05BCA0DFA1}"/>
              </a:ext>
            </a:extLst>
          </p:cNvPr>
          <p:cNvSpPr txBox="1"/>
          <p:nvPr/>
        </p:nvSpPr>
        <p:spPr>
          <a:xfrm>
            <a:off x="6077948" y="6249204"/>
            <a:ext cx="2855441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Number of Rooms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729E478-C47B-B92F-2C0B-32342840DCD6}"/>
              </a:ext>
            </a:extLst>
          </p:cNvPr>
          <p:cNvSpPr txBox="1"/>
          <p:nvPr/>
        </p:nvSpPr>
        <p:spPr>
          <a:xfrm rot="16200000">
            <a:off x="477037" y="2912839"/>
            <a:ext cx="86355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Size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3917F1B-51B2-116D-9492-064D948D472F}"/>
              </a:ext>
            </a:extLst>
          </p:cNvPr>
          <p:cNvSpPr txBox="1"/>
          <p:nvPr/>
        </p:nvSpPr>
        <p:spPr>
          <a:xfrm>
            <a:off x="3603631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62ABFAA-0021-6590-2DE6-76405A16599C}"/>
              </a:ext>
            </a:extLst>
          </p:cNvPr>
          <p:cNvSpPr txBox="1"/>
          <p:nvPr/>
        </p:nvSpPr>
        <p:spPr>
          <a:xfrm>
            <a:off x="556092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1DFA62E-FC3E-3D74-2C14-0B871F26D6F6}"/>
              </a:ext>
            </a:extLst>
          </p:cNvPr>
          <p:cNvSpPr txBox="1"/>
          <p:nvPr/>
        </p:nvSpPr>
        <p:spPr>
          <a:xfrm>
            <a:off x="719016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9CCF180-27AA-F559-CB07-8E764CF06AA0}"/>
              </a:ext>
            </a:extLst>
          </p:cNvPr>
          <p:cNvSpPr txBox="1"/>
          <p:nvPr/>
        </p:nvSpPr>
        <p:spPr>
          <a:xfrm>
            <a:off x="8573572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B66515F-EDF5-1D56-E9AB-E1E1C06D5F94}"/>
              </a:ext>
            </a:extLst>
          </p:cNvPr>
          <p:cNvSpPr txBox="1"/>
          <p:nvPr/>
        </p:nvSpPr>
        <p:spPr>
          <a:xfrm>
            <a:off x="10079897" y="5772150"/>
            <a:ext cx="438422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9187225-8D25-61CF-8D0C-65A3606C1348}"/>
              </a:ext>
            </a:extLst>
          </p:cNvPr>
          <p:cNvSpPr txBox="1"/>
          <p:nvPr/>
        </p:nvSpPr>
        <p:spPr>
          <a:xfrm>
            <a:off x="1302055" y="4248806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100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7D939A6-F236-8F75-6A8A-0EDAF1019C71}"/>
              </a:ext>
            </a:extLst>
          </p:cNvPr>
          <p:cNvSpPr txBox="1"/>
          <p:nvPr/>
        </p:nvSpPr>
        <p:spPr>
          <a:xfrm>
            <a:off x="1294490" y="3288827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200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5342128-C8D0-0960-A5F9-D446A453C736}"/>
              </a:ext>
            </a:extLst>
          </p:cNvPr>
          <p:cNvSpPr txBox="1"/>
          <p:nvPr/>
        </p:nvSpPr>
        <p:spPr>
          <a:xfrm>
            <a:off x="1302055" y="2323485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300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AD062AC-8972-8755-311A-4BB667C3EEA1}"/>
              </a:ext>
            </a:extLst>
          </p:cNvPr>
          <p:cNvSpPr txBox="1"/>
          <p:nvPr/>
        </p:nvSpPr>
        <p:spPr>
          <a:xfrm>
            <a:off x="1302055" y="1366442"/>
            <a:ext cx="78648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400</a:t>
            </a:r>
          </a:p>
        </p:txBody>
      </p:sp>
      <p:pic>
        <p:nvPicPr>
          <p:cNvPr id="2" name="Picture 1" descr="A cartoon of a house&#10;&#10;Description automatically generated">
            <a:extLst>
              <a:ext uri="{FF2B5EF4-FFF2-40B4-BE49-F238E27FC236}">
                <a16:creationId xmlns:a16="http://schemas.microsoft.com/office/drawing/2014/main" id="{C380A2D6-48DF-3951-4CDA-F13051DCB2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1179" y="4642486"/>
            <a:ext cx="720000" cy="720000"/>
          </a:xfrm>
          <a:prstGeom prst="rect">
            <a:avLst/>
          </a:prstGeom>
          <a:ln>
            <a:noFill/>
          </a:ln>
        </p:spPr>
      </p:pic>
      <p:pic>
        <p:nvPicPr>
          <p:cNvPr id="4" name="Picture 3" descr="A cartoon of a house&#10;&#10;Description automatically generated">
            <a:extLst>
              <a:ext uri="{FF2B5EF4-FFF2-40B4-BE49-F238E27FC236}">
                <a16:creationId xmlns:a16="http://schemas.microsoft.com/office/drawing/2014/main" id="{BF4A6D72-37A7-35C1-1165-4E090F4F7D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988" y="3719571"/>
            <a:ext cx="828000" cy="828000"/>
          </a:xfrm>
          <a:prstGeom prst="rect">
            <a:avLst/>
          </a:prstGeom>
          <a:ln>
            <a:noFill/>
          </a:ln>
        </p:spPr>
      </p:pic>
      <p:pic>
        <p:nvPicPr>
          <p:cNvPr id="3" name="Picture 2" descr="A cartoon of a house&#10;&#10;Description automatically generated">
            <a:extLst>
              <a:ext uri="{FF2B5EF4-FFF2-40B4-BE49-F238E27FC236}">
                <a16:creationId xmlns:a16="http://schemas.microsoft.com/office/drawing/2014/main" id="{EEF04F19-F124-E80A-0B09-5FE882C492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9373" y="2925000"/>
            <a:ext cx="1008000" cy="1008000"/>
          </a:xfrm>
          <a:prstGeom prst="rect">
            <a:avLst/>
          </a:prstGeom>
          <a:ln>
            <a:noFill/>
          </a:ln>
        </p:spPr>
      </p:pic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808B9FB6-0FB8-5AB4-E3F8-B56E463AC6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8846" y="2202012"/>
            <a:ext cx="1188000" cy="1188000"/>
          </a:xfrm>
          <a:prstGeom prst="rect">
            <a:avLst/>
          </a:prstGeom>
          <a:ln>
            <a:noFill/>
          </a:ln>
        </p:spPr>
      </p:pic>
      <p:pic>
        <p:nvPicPr>
          <p:cNvPr id="8" name="Picture 7" descr="A cartoon of a house&#10;&#10;Description automatically generated">
            <a:extLst>
              <a:ext uri="{FF2B5EF4-FFF2-40B4-BE49-F238E27FC236}">
                <a16:creationId xmlns:a16="http://schemas.microsoft.com/office/drawing/2014/main" id="{93C3FEC7-6543-ECDD-48F5-55CAE6A7AB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8319" y="1285950"/>
            <a:ext cx="1620000" cy="1620000"/>
          </a:xfrm>
          <a:prstGeom prst="rect">
            <a:avLst/>
          </a:prstGeom>
          <a:ln>
            <a:noFill/>
          </a:ln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A81CBF3-CAF7-6051-888F-89D268E49561}"/>
              </a:ext>
            </a:extLst>
          </p:cNvPr>
          <p:cNvCxnSpPr>
            <a:cxnSpLocks/>
          </p:cNvCxnSpPr>
          <p:nvPr/>
        </p:nvCxnSpPr>
        <p:spPr>
          <a:xfrm flipV="1">
            <a:off x="2088544" y="1788316"/>
            <a:ext cx="9433172" cy="394573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5476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9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5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8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21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24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27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3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33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36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3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4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/>
      <p:bldP spid="37" grpId="0"/>
      <p:bldP spid="69" grpId="0"/>
      <p:bldP spid="70" grpId="0"/>
      <p:bldP spid="71" grpId="0"/>
      <p:bldP spid="72" grpId="0"/>
      <p:bldP spid="73" grpId="0"/>
      <p:bldP spid="75" grpId="0"/>
      <p:bldP spid="76" grpId="0"/>
      <p:bldP spid="77" grpId="0"/>
      <p:bldP spid="7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E1AB97B-ADD6-EBD4-CD4E-30891B621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929288B8-B841-7E7E-D0E1-CBC9DEF6102D}"/>
              </a:ext>
            </a:extLst>
          </p:cNvPr>
          <p:cNvGrpSpPr/>
          <p:nvPr/>
        </p:nvGrpSpPr>
        <p:grpSpPr>
          <a:xfrm>
            <a:off x="2088544" y="1285950"/>
            <a:ext cx="9433172" cy="4448101"/>
            <a:chOff x="2088544" y="1285950"/>
            <a:chExt cx="9433172" cy="4448101"/>
          </a:xfrm>
        </p:grpSpPr>
        <p:pic>
          <p:nvPicPr>
            <p:cNvPr id="2" name="Picture 1" descr="A cartoon of a house&#10;&#10;Description automatically generated">
              <a:extLst>
                <a:ext uri="{FF2B5EF4-FFF2-40B4-BE49-F238E27FC236}">
                  <a16:creationId xmlns:a16="http://schemas.microsoft.com/office/drawing/2014/main" id="{42BA81B2-AA71-50BA-5B80-00A4DA87E99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11179" y="4642486"/>
              <a:ext cx="720000" cy="7200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4" name="Picture 3" descr="A cartoon of a house&#10;&#10;Description automatically generated">
              <a:extLst>
                <a:ext uri="{FF2B5EF4-FFF2-40B4-BE49-F238E27FC236}">
                  <a16:creationId xmlns:a16="http://schemas.microsoft.com/office/drawing/2014/main" id="{5897CADD-FB49-273F-EFE5-DF3404223C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52988" y="3719571"/>
              <a:ext cx="828000" cy="8280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3" name="Picture 2" descr="A cartoon of a house&#10;&#10;Description automatically generated">
              <a:extLst>
                <a:ext uri="{FF2B5EF4-FFF2-40B4-BE49-F238E27FC236}">
                  <a16:creationId xmlns:a16="http://schemas.microsoft.com/office/drawing/2014/main" id="{CBF264BA-39B8-015C-95AF-6303E95DE8D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49373" y="2925000"/>
              <a:ext cx="1008000" cy="10080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7" name="Picture 6" descr="A cartoon of a house&#10;&#10;Description automatically generated">
              <a:extLst>
                <a:ext uri="{FF2B5EF4-FFF2-40B4-BE49-F238E27FC236}">
                  <a16:creationId xmlns:a16="http://schemas.microsoft.com/office/drawing/2014/main" id="{E1E8997D-92EA-6F35-4CF2-E4DC1F38FE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288846" y="2202012"/>
              <a:ext cx="1188000" cy="11880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8" name="Picture 7" descr="A cartoon of a house&#10;&#10;Description automatically generated">
              <a:extLst>
                <a:ext uri="{FF2B5EF4-FFF2-40B4-BE49-F238E27FC236}">
                  <a16:creationId xmlns:a16="http://schemas.microsoft.com/office/drawing/2014/main" id="{63023B68-BB8D-7C07-FF47-DC180BD9E00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708319" y="1285950"/>
              <a:ext cx="1620000" cy="1620000"/>
            </a:xfrm>
            <a:prstGeom prst="rect">
              <a:avLst/>
            </a:prstGeom>
            <a:ln>
              <a:noFill/>
            </a:ln>
          </p:spPr>
        </p:pic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07ED627-6B2F-7C32-7039-310505FD1B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88544" y="1788316"/>
              <a:ext cx="9433172" cy="3945735"/>
            </a:xfrm>
            <a:prstGeom prst="line">
              <a:avLst/>
            </a:prstGeom>
            <a:ln w="57150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176553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F584CA2-4E54-81E2-8FAC-71A133D8F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44D6AF52-95B9-9015-0758-C1360C7EC186}"/>
              </a:ext>
            </a:extLst>
          </p:cNvPr>
          <p:cNvGrpSpPr/>
          <p:nvPr/>
        </p:nvGrpSpPr>
        <p:grpSpPr>
          <a:xfrm>
            <a:off x="2088544" y="1285950"/>
            <a:ext cx="9433172" cy="4448101"/>
            <a:chOff x="2088544" y="1285950"/>
            <a:chExt cx="9433172" cy="4448101"/>
          </a:xfrm>
        </p:grpSpPr>
        <p:pic>
          <p:nvPicPr>
            <p:cNvPr id="2" name="Picture 1" descr="A cartoon of a house&#10;&#10;Description automatically generated">
              <a:extLst>
                <a:ext uri="{FF2B5EF4-FFF2-40B4-BE49-F238E27FC236}">
                  <a16:creationId xmlns:a16="http://schemas.microsoft.com/office/drawing/2014/main" id="{185FE15F-8211-5A87-FFBB-F4C6B402DB4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11179" y="4642486"/>
              <a:ext cx="720000" cy="7200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4" name="Picture 3" descr="A cartoon of a house&#10;&#10;Description automatically generated">
              <a:extLst>
                <a:ext uri="{FF2B5EF4-FFF2-40B4-BE49-F238E27FC236}">
                  <a16:creationId xmlns:a16="http://schemas.microsoft.com/office/drawing/2014/main" id="{21A85269-72C8-115D-A6CD-1EBF508575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52988" y="3719571"/>
              <a:ext cx="828000" cy="8280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3" name="Picture 2" descr="A cartoon of a house&#10;&#10;Description automatically generated">
              <a:extLst>
                <a:ext uri="{FF2B5EF4-FFF2-40B4-BE49-F238E27FC236}">
                  <a16:creationId xmlns:a16="http://schemas.microsoft.com/office/drawing/2014/main" id="{BCB15CF6-FD8C-584A-B72D-470D2402854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049373" y="2925000"/>
              <a:ext cx="1008000" cy="10080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7" name="Picture 6" descr="A cartoon of a house&#10;&#10;Description automatically generated">
              <a:extLst>
                <a:ext uri="{FF2B5EF4-FFF2-40B4-BE49-F238E27FC236}">
                  <a16:creationId xmlns:a16="http://schemas.microsoft.com/office/drawing/2014/main" id="{4A1E4B15-0573-F6CB-58E6-51686EDB9DF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288846" y="2202012"/>
              <a:ext cx="1188000" cy="11880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8" name="Picture 7" descr="A cartoon of a house&#10;&#10;Description automatically generated">
              <a:extLst>
                <a:ext uri="{FF2B5EF4-FFF2-40B4-BE49-F238E27FC236}">
                  <a16:creationId xmlns:a16="http://schemas.microsoft.com/office/drawing/2014/main" id="{03673ED5-CB18-940C-87DE-8F4CB29866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708319" y="1285950"/>
              <a:ext cx="1620000" cy="1620000"/>
            </a:xfrm>
            <a:prstGeom prst="rect">
              <a:avLst/>
            </a:prstGeom>
            <a:ln>
              <a:noFill/>
            </a:ln>
          </p:spPr>
        </p:pic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BA828B4F-3DB2-D40A-9507-19F8CCAFFED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88544" y="1788316"/>
              <a:ext cx="9433172" cy="3945735"/>
            </a:xfrm>
            <a:prstGeom prst="line">
              <a:avLst/>
            </a:prstGeom>
            <a:ln w="57150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2BF018E8-C91C-5F90-FA83-0B496771E97C}"/>
              </a:ext>
            </a:extLst>
          </p:cNvPr>
          <p:cNvSpPr txBox="1"/>
          <p:nvPr/>
        </p:nvSpPr>
        <p:spPr>
          <a:xfrm>
            <a:off x="5766988" y="4663757"/>
            <a:ext cx="1972814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2500" b="1" dirty="0"/>
              <a:t>1 dimension</a:t>
            </a:r>
          </a:p>
        </p:txBody>
      </p:sp>
    </p:spTree>
    <p:extLst>
      <p:ext uri="{BB962C8B-B14F-4D97-AF65-F5344CB8AC3E}">
        <p14:creationId xmlns:p14="http://schemas.microsoft.com/office/powerpoint/2010/main" val="30460300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380000">
                                      <p:cBhvr>
                                        <p:cTn id="6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B8C8F4-24C8-D3D1-362D-C6131274DC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Dimensions</a:t>
            </a:r>
            <a:endParaRPr lang="en-PH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D7752B-EC8C-2997-9970-1AA8229C88F2}"/>
              </a:ext>
            </a:extLst>
          </p:cNvPr>
          <p:cNvSpPr txBox="1"/>
          <p:nvPr/>
        </p:nvSpPr>
        <p:spPr>
          <a:xfrm>
            <a:off x="1201121" y="3954105"/>
            <a:ext cx="192331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One feature </a:t>
            </a:r>
          </a:p>
          <a:p>
            <a:pPr algn="ctr"/>
            <a:r>
              <a:rPr lang="en-US" sz="1500" dirty="0"/>
              <a:t>(</a:t>
            </a:r>
            <a:r>
              <a:rPr lang="en-US" sz="1500" b="1" dirty="0"/>
              <a:t>Height</a:t>
            </a:r>
            <a:r>
              <a:rPr lang="en-US" sz="1500" dirty="0"/>
              <a:t>) </a:t>
            </a:r>
            <a:endParaRPr lang="en-PH" sz="15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450054-8CD5-0ECA-7788-2FE2BBD43479}"/>
              </a:ext>
            </a:extLst>
          </p:cNvPr>
          <p:cNvSpPr txBox="1"/>
          <p:nvPr/>
        </p:nvSpPr>
        <p:spPr>
          <a:xfrm>
            <a:off x="5165526" y="3953983"/>
            <a:ext cx="29094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Two features </a:t>
            </a:r>
          </a:p>
          <a:p>
            <a:pPr algn="ctr"/>
            <a:r>
              <a:rPr lang="en-US" sz="1500" dirty="0"/>
              <a:t>(</a:t>
            </a:r>
            <a:r>
              <a:rPr lang="en-US" sz="1500" b="1" dirty="0"/>
              <a:t>Height</a:t>
            </a:r>
            <a:r>
              <a:rPr lang="en-US" sz="1500" dirty="0"/>
              <a:t> and </a:t>
            </a:r>
            <a:r>
              <a:rPr lang="en-US" sz="1500" b="1" dirty="0"/>
              <a:t>Weight</a:t>
            </a:r>
            <a:r>
              <a:rPr lang="en-US" sz="1500" dirty="0"/>
              <a:t>) </a:t>
            </a:r>
            <a:endParaRPr lang="en-PH" sz="15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62AB02-C0CB-3E3B-02A1-9B4178A2F596}"/>
              </a:ext>
            </a:extLst>
          </p:cNvPr>
          <p:cNvSpPr txBox="1"/>
          <p:nvPr/>
        </p:nvSpPr>
        <p:spPr>
          <a:xfrm>
            <a:off x="9229102" y="3953983"/>
            <a:ext cx="243119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Three features</a:t>
            </a:r>
          </a:p>
          <a:p>
            <a:pPr algn="ctr"/>
            <a:r>
              <a:rPr lang="en-US" sz="1500" dirty="0"/>
              <a:t> (</a:t>
            </a:r>
            <a:r>
              <a:rPr lang="en-US" sz="1500" b="1" dirty="0"/>
              <a:t>Height</a:t>
            </a:r>
            <a:r>
              <a:rPr lang="en-US" sz="1500" dirty="0"/>
              <a:t>, </a:t>
            </a:r>
            <a:r>
              <a:rPr lang="en-US" sz="1500" b="1" dirty="0"/>
              <a:t>Weight</a:t>
            </a:r>
            <a:r>
              <a:rPr lang="en-US" sz="1500" dirty="0"/>
              <a:t> and </a:t>
            </a:r>
            <a:r>
              <a:rPr lang="en-US" sz="1500" b="1" dirty="0"/>
              <a:t>Age</a:t>
            </a:r>
            <a:r>
              <a:rPr lang="en-US" sz="1500" dirty="0"/>
              <a:t>)</a:t>
            </a:r>
            <a:endParaRPr lang="en-PH" sz="1500" dirty="0"/>
          </a:p>
        </p:txBody>
      </p:sp>
      <p:pic>
        <p:nvPicPr>
          <p:cNvPr id="7" name="Picture 6" descr="A graph with blue dots&#10;&#10;AI-generated content may be incorrect.">
            <a:extLst>
              <a:ext uri="{FF2B5EF4-FFF2-40B4-BE49-F238E27FC236}">
                <a16:creationId xmlns:a16="http://schemas.microsoft.com/office/drawing/2014/main" id="{B6030F64-FF9F-BF3D-40C4-DB6D56BC8E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6457" y="1599322"/>
            <a:ext cx="2496482" cy="2160000"/>
          </a:xfrm>
          <a:prstGeom prst="rect">
            <a:avLst/>
          </a:prstGeom>
        </p:spPr>
      </p:pic>
      <p:pic>
        <p:nvPicPr>
          <p:cNvPr id="8" name="Picture 7" descr="A line with numbers and text&#10;&#10;AI-generated content may be incorrect.">
            <a:extLst>
              <a:ext uri="{FF2B5EF4-FFF2-40B4-BE49-F238E27FC236}">
                <a16:creationId xmlns:a16="http://schemas.microsoft.com/office/drawing/2014/main" id="{EE7633B1-1610-EEE9-1C44-332B2A5D99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673" t="34238" r="9637" b="26738"/>
          <a:stretch>
            <a:fillRect/>
          </a:stretch>
        </p:blipFill>
        <p:spPr>
          <a:xfrm>
            <a:off x="567656" y="3142777"/>
            <a:ext cx="3190240" cy="457200"/>
          </a:xfrm>
          <a:prstGeom prst="rect">
            <a:avLst/>
          </a:prstGeom>
        </p:spPr>
      </p:pic>
      <p:pic>
        <p:nvPicPr>
          <p:cNvPr id="9" name="Picture 8" descr="A diagram of weight scale&#10;&#10;AI-generated content may be incorrect.">
            <a:extLst>
              <a:ext uri="{FF2B5EF4-FFF2-40B4-BE49-F238E27FC236}">
                <a16:creationId xmlns:a16="http://schemas.microsoft.com/office/drawing/2014/main" id="{67196C03-ADAC-0C39-6696-9C8D5BAA0F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9843" y="1687343"/>
            <a:ext cx="3100766" cy="2160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0E6BBE3-65F2-F741-7204-05A9F591976B}"/>
              </a:ext>
            </a:extLst>
          </p:cNvPr>
          <p:cNvSpPr txBox="1"/>
          <p:nvPr/>
        </p:nvSpPr>
        <p:spPr>
          <a:xfrm>
            <a:off x="1236345" y="5278633"/>
            <a:ext cx="9719310" cy="477054"/>
          </a:xfrm>
          <a:custGeom>
            <a:avLst/>
            <a:gdLst>
              <a:gd name="connsiteX0" fmla="*/ 0 w 9719310"/>
              <a:gd name="connsiteY0" fmla="*/ 0 h 477054"/>
              <a:gd name="connsiteX1" fmla="*/ 766110 w 9719310"/>
              <a:gd name="connsiteY1" fmla="*/ 0 h 477054"/>
              <a:gd name="connsiteX2" fmla="*/ 1532221 w 9719310"/>
              <a:gd name="connsiteY2" fmla="*/ 0 h 477054"/>
              <a:gd name="connsiteX3" fmla="*/ 2201138 w 9719310"/>
              <a:gd name="connsiteY3" fmla="*/ 0 h 477054"/>
              <a:gd name="connsiteX4" fmla="*/ 2772862 w 9719310"/>
              <a:gd name="connsiteY4" fmla="*/ 0 h 477054"/>
              <a:gd name="connsiteX5" fmla="*/ 3150200 w 9719310"/>
              <a:gd name="connsiteY5" fmla="*/ 0 h 477054"/>
              <a:gd name="connsiteX6" fmla="*/ 3527538 w 9719310"/>
              <a:gd name="connsiteY6" fmla="*/ 0 h 477054"/>
              <a:gd name="connsiteX7" fmla="*/ 3904876 w 9719310"/>
              <a:gd name="connsiteY7" fmla="*/ 0 h 477054"/>
              <a:gd name="connsiteX8" fmla="*/ 4670986 w 9719310"/>
              <a:gd name="connsiteY8" fmla="*/ 0 h 477054"/>
              <a:gd name="connsiteX9" fmla="*/ 5437096 w 9719310"/>
              <a:gd name="connsiteY9" fmla="*/ 0 h 477054"/>
              <a:gd name="connsiteX10" fmla="*/ 5814434 w 9719310"/>
              <a:gd name="connsiteY10" fmla="*/ 0 h 477054"/>
              <a:gd name="connsiteX11" fmla="*/ 6288965 w 9719310"/>
              <a:gd name="connsiteY11" fmla="*/ 0 h 477054"/>
              <a:gd name="connsiteX12" fmla="*/ 6957883 w 9719310"/>
              <a:gd name="connsiteY12" fmla="*/ 0 h 477054"/>
              <a:gd name="connsiteX13" fmla="*/ 7529607 w 9719310"/>
              <a:gd name="connsiteY13" fmla="*/ 0 h 477054"/>
              <a:gd name="connsiteX14" fmla="*/ 7906945 w 9719310"/>
              <a:gd name="connsiteY14" fmla="*/ 0 h 477054"/>
              <a:gd name="connsiteX15" fmla="*/ 8478669 w 9719310"/>
              <a:gd name="connsiteY15" fmla="*/ 0 h 477054"/>
              <a:gd name="connsiteX16" fmla="*/ 9719310 w 9719310"/>
              <a:gd name="connsiteY16" fmla="*/ 0 h 477054"/>
              <a:gd name="connsiteX17" fmla="*/ 9719310 w 9719310"/>
              <a:gd name="connsiteY17" fmla="*/ 477054 h 477054"/>
              <a:gd name="connsiteX18" fmla="*/ 8953200 w 9719310"/>
              <a:gd name="connsiteY18" fmla="*/ 477054 h 477054"/>
              <a:gd name="connsiteX19" fmla="*/ 8478669 w 9719310"/>
              <a:gd name="connsiteY19" fmla="*/ 477054 h 477054"/>
              <a:gd name="connsiteX20" fmla="*/ 7906945 w 9719310"/>
              <a:gd name="connsiteY20" fmla="*/ 477054 h 477054"/>
              <a:gd name="connsiteX21" fmla="*/ 7238027 w 9719310"/>
              <a:gd name="connsiteY21" fmla="*/ 477054 h 477054"/>
              <a:gd name="connsiteX22" fmla="*/ 6471917 w 9719310"/>
              <a:gd name="connsiteY22" fmla="*/ 477054 h 477054"/>
              <a:gd name="connsiteX23" fmla="*/ 5900193 w 9719310"/>
              <a:gd name="connsiteY23" fmla="*/ 477054 h 477054"/>
              <a:gd name="connsiteX24" fmla="*/ 5620048 w 9719310"/>
              <a:gd name="connsiteY24" fmla="*/ 477054 h 477054"/>
              <a:gd name="connsiteX25" fmla="*/ 5339903 w 9719310"/>
              <a:gd name="connsiteY25" fmla="*/ 477054 h 477054"/>
              <a:gd name="connsiteX26" fmla="*/ 4573793 w 9719310"/>
              <a:gd name="connsiteY26" fmla="*/ 477054 h 477054"/>
              <a:gd name="connsiteX27" fmla="*/ 4099262 w 9719310"/>
              <a:gd name="connsiteY27" fmla="*/ 477054 h 477054"/>
              <a:gd name="connsiteX28" fmla="*/ 3527538 w 9719310"/>
              <a:gd name="connsiteY28" fmla="*/ 477054 h 477054"/>
              <a:gd name="connsiteX29" fmla="*/ 3150200 w 9719310"/>
              <a:gd name="connsiteY29" fmla="*/ 477054 h 477054"/>
              <a:gd name="connsiteX30" fmla="*/ 2870055 w 9719310"/>
              <a:gd name="connsiteY30" fmla="*/ 477054 h 477054"/>
              <a:gd name="connsiteX31" fmla="*/ 2492717 w 9719310"/>
              <a:gd name="connsiteY31" fmla="*/ 477054 h 477054"/>
              <a:gd name="connsiteX32" fmla="*/ 1920993 w 9719310"/>
              <a:gd name="connsiteY32" fmla="*/ 477054 h 477054"/>
              <a:gd name="connsiteX33" fmla="*/ 1543655 w 9719310"/>
              <a:gd name="connsiteY33" fmla="*/ 477054 h 477054"/>
              <a:gd name="connsiteX34" fmla="*/ 777545 w 9719310"/>
              <a:gd name="connsiteY34" fmla="*/ 477054 h 477054"/>
              <a:gd name="connsiteX35" fmla="*/ 0 w 9719310"/>
              <a:gd name="connsiteY35" fmla="*/ 477054 h 477054"/>
              <a:gd name="connsiteX36" fmla="*/ 0 w 9719310"/>
              <a:gd name="connsiteY36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9719310" h="477054" extrusionOk="0">
                <a:moveTo>
                  <a:pt x="0" y="0"/>
                </a:moveTo>
                <a:cubicBezTo>
                  <a:pt x="270594" y="-12581"/>
                  <a:pt x="384918" y="86466"/>
                  <a:pt x="766110" y="0"/>
                </a:cubicBezTo>
                <a:cubicBezTo>
                  <a:pt x="1147302" y="-86466"/>
                  <a:pt x="1329288" y="42607"/>
                  <a:pt x="1532221" y="0"/>
                </a:cubicBezTo>
                <a:cubicBezTo>
                  <a:pt x="1735154" y="-42607"/>
                  <a:pt x="1950550" y="20512"/>
                  <a:pt x="2201138" y="0"/>
                </a:cubicBezTo>
                <a:cubicBezTo>
                  <a:pt x="2451726" y="-20512"/>
                  <a:pt x="2575631" y="14155"/>
                  <a:pt x="2772862" y="0"/>
                </a:cubicBezTo>
                <a:cubicBezTo>
                  <a:pt x="2970093" y="-14155"/>
                  <a:pt x="2970749" y="2909"/>
                  <a:pt x="3150200" y="0"/>
                </a:cubicBezTo>
                <a:cubicBezTo>
                  <a:pt x="3329651" y="-2909"/>
                  <a:pt x="3358298" y="9511"/>
                  <a:pt x="3527538" y="0"/>
                </a:cubicBezTo>
                <a:cubicBezTo>
                  <a:pt x="3696778" y="-9511"/>
                  <a:pt x="3817143" y="17286"/>
                  <a:pt x="3904876" y="0"/>
                </a:cubicBezTo>
                <a:cubicBezTo>
                  <a:pt x="3992609" y="-17286"/>
                  <a:pt x="4483060" y="48913"/>
                  <a:pt x="4670986" y="0"/>
                </a:cubicBezTo>
                <a:cubicBezTo>
                  <a:pt x="4858912" y="-48913"/>
                  <a:pt x="5272327" y="27140"/>
                  <a:pt x="5437096" y="0"/>
                </a:cubicBezTo>
                <a:cubicBezTo>
                  <a:pt x="5601865" y="-27140"/>
                  <a:pt x="5681366" y="25179"/>
                  <a:pt x="5814434" y="0"/>
                </a:cubicBezTo>
                <a:cubicBezTo>
                  <a:pt x="5947502" y="-25179"/>
                  <a:pt x="6072320" y="49732"/>
                  <a:pt x="6288965" y="0"/>
                </a:cubicBezTo>
                <a:cubicBezTo>
                  <a:pt x="6505610" y="-49732"/>
                  <a:pt x="6703177" y="76370"/>
                  <a:pt x="6957883" y="0"/>
                </a:cubicBezTo>
                <a:cubicBezTo>
                  <a:pt x="7212589" y="-76370"/>
                  <a:pt x="7347493" y="1552"/>
                  <a:pt x="7529607" y="0"/>
                </a:cubicBezTo>
                <a:cubicBezTo>
                  <a:pt x="7711721" y="-1552"/>
                  <a:pt x="7824624" y="5697"/>
                  <a:pt x="7906945" y="0"/>
                </a:cubicBezTo>
                <a:cubicBezTo>
                  <a:pt x="7989266" y="-5697"/>
                  <a:pt x="8196788" y="31893"/>
                  <a:pt x="8478669" y="0"/>
                </a:cubicBezTo>
                <a:cubicBezTo>
                  <a:pt x="8760550" y="-31893"/>
                  <a:pt x="9371099" y="142272"/>
                  <a:pt x="9719310" y="0"/>
                </a:cubicBezTo>
                <a:cubicBezTo>
                  <a:pt x="9744652" y="215080"/>
                  <a:pt x="9674116" y="241454"/>
                  <a:pt x="9719310" y="477054"/>
                </a:cubicBezTo>
                <a:cubicBezTo>
                  <a:pt x="9352978" y="503632"/>
                  <a:pt x="9316200" y="431637"/>
                  <a:pt x="8953200" y="477054"/>
                </a:cubicBezTo>
                <a:cubicBezTo>
                  <a:pt x="8590200" y="522471"/>
                  <a:pt x="8701103" y="422685"/>
                  <a:pt x="8478669" y="477054"/>
                </a:cubicBezTo>
                <a:cubicBezTo>
                  <a:pt x="8256235" y="531423"/>
                  <a:pt x="8159708" y="441842"/>
                  <a:pt x="7906945" y="477054"/>
                </a:cubicBezTo>
                <a:cubicBezTo>
                  <a:pt x="7654182" y="512266"/>
                  <a:pt x="7521821" y="452733"/>
                  <a:pt x="7238027" y="477054"/>
                </a:cubicBezTo>
                <a:cubicBezTo>
                  <a:pt x="6954233" y="501375"/>
                  <a:pt x="6766470" y="475845"/>
                  <a:pt x="6471917" y="477054"/>
                </a:cubicBezTo>
                <a:cubicBezTo>
                  <a:pt x="6177364" y="478263"/>
                  <a:pt x="6113173" y="444096"/>
                  <a:pt x="5900193" y="477054"/>
                </a:cubicBezTo>
                <a:cubicBezTo>
                  <a:pt x="5687213" y="510012"/>
                  <a:pt x="5684555" y="464136"/>
                  <a:pt x="5620048" y="477054"/>
                </a:cubicBezTo>
                <a:cubicBezTo>
                  <a:pt x="5555541" y="489972"/>
                  <a:pt x="5469053" y="444896"/>
                  <a:pt x="5339903" y="477054"/>
                </a:cubicBezTo>
                <a:cubicBezTo>
                  <a:pt x="5210754" y="509212"/>
                  <a:pt x="4741949" y="400629"/>
                  <a:pt x="4573793" y="477054"/>
                </a:cubicBezTo>
                <a:cubicBezTo>
                  <a:pt x="4405637" y="553479"/>
                  <a:pt x="4298256" y="435869"/>
                  <a:pt x="4099262" y="477054"/>
                </a:cubicBezTo>
                <a:cubicBezTo>
                  <a:pt x="3900268" y="518239"/>
                  <a:pt x="3669778" y="411189"/>
                  <a:pt x="3527538" y="477054"/>
                </a:cubicBezTo>
                <a:cubicBezTo>
                  <a:pt x="3385298" y="542919"/>
                  <a:pt x="3253644" y="463851"/>
                  <a:pt x="3150200" y="477054"/>
                </a:cubicBezTo>
                <a:cubicBezTo>
                  <a:pt x="3046756" y="490257"/>
                  <a:pt x="2992112" y="445019"/>
                  <a:pt x="2870055" y="477054"/>
                </a:cubicBezTo>
                <a:cubicBezTo>
                  <a:pt x="2747998" y="509089"/>
                  <a:pt x="2579348" y="460273"/>
                  <a:pt x="2492717" y="477054"/>
                </a:cubicBezTo>
                <a:cubicBezTo>
                  <a:pt x="2406086" y="493835"/>
                  <a:pt x="2178577" y="444070"/>
                  <a:pt x="1920993" y="477054"/>
                </a:cubicBezTo>
                <a:cubicBezTo>
                  <a:pt x="1663409" y="510038"/>
                  <a:pt x="1726488" y="438143"/>
                  <a:pt x="1543655" y="477054"/>
                </a:cubicBezTo>
                <a:cubicBezTo>
                  <a:pt x="1360822" y="515965"/>
                  <a:pt x="1131812" y="459934"/>
                  <a:pt x="777545" y="477054"/>
                </a:cubicBezTo>
                <a:cubicBezTo>
                  <a:pt x="423278" y="494174"/>
                  <a:pt x="271128" y="425633"/>
                  <a:pt x="0" y="477054"/>
                </a:cubicBezTo>
                <a:cubicBezTo>
                  <a:pt x="-57150" y="351676"/>
                  <a:pt x="34718" y="145785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For datasets with more than </a:t>
            </a:r>
            <a:r>
              <a:rPr lang="en-PH" sz="2500" b="1" dirty="0"/>
              <a:t>three features</a:t>
            </a:r>
            <a:r>
              <a:rPr lang="en-PH" sz="2500" dirty="0"/>
              <a:t>, we simply cannot draw it.</a:t>
            </a:r>
          </a:p>
        </p:txBody>
      </p:sp>
    </p:spTree>
    <p:extLst>
      <p:ext uri="{BB962C8B-B14F-4D97-AF65-F5344CB8AC3E}">
        <p14:creationId xmlns:p14="http://schemas.microsoft.com/office/powerpoint/2010/main" val="4206315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1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36CCC-249B-D8DB-0C8E-961C6C155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Mean</a:t>
            </a:r>
            <a:endParaRPr lang="en-P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0FF1F0-4B68-17D5-FD6F-BB6EC66B02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H" dirty="0"/>
          </a:p>
        </p:txBody>
      </p:sp>
      <p:pic>
        <p:nvPicPr>
          <p:cNvPr id="21" name="Picture 20" descr="A cartoon of a house&#10;&#10;Description automatically generated">
            <a:extLst>
              <a:ext uri="{FF2B5EF4-FFF2-40B4-BE49-F238E27FC236}">
                <a16:creationId xmlns:a16="http://schemas.microsoft.com/office/drawing/2014/main" id="{C6AA110D-996C-7AEE-2BAF-FE58894C73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000" y="3202015"/>
            <a:ext cx="720000" cy="720000"/>
          </a:xfrm>
          <a:prstGeom prst="rect">
            <a:avLst/>
          </a:prstGeom>
          <a:ln>
            <a:noFill/>
          </a:ln>
        </p:spPr>
      </p:pic>
      <p:pic>
        <p:nvPicPr>
          <p:cNvPr id="22" name="Picture 21" descr="A cartoon of a house&#10;&#10;Description automatically generated">
            <a:extLst>
              <a:ext uri="{FF2B5EF4-FFF2-40B4-BE49-F238E27FC236}">
                <a16:creationId xmlns:a16="http://schemas.microsoft.com/office/drawing/2014/main" id="{17841BC1-54CF-59ED-3508-BA529BF51C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6000" y="3106738"/>
            <a:ext cx="828000" cy="828000"/>
          </a:xfrm>
          <a:prstGeom prst="rect">
            <a:avLst/>
          </a:prstGeom>
          <a:ln>
            <a:noFill/>
          </a:ln>
        </p:spPr>
      </p:pic>
      <p:pic>
        <p:nvPicPr>
          <p:cNvPr id="23" name="Picture 22" descr="A cartoon of a house&#10;&#10;Description automatically generated">
            <a:extLst>
              <a:ext uri="{FF2B5EF4-FFF2-40B4-BE49-F238E27FC236}">
                <a16:creationId xmlns:a16="http://schemas.microsoft.com/office/drawing/2014/main" id="{F70ED9F5-D12D-F69A-8A34-C9103DEA93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2000" y="3047419"/>
            <a:ext cx="1008000" cy="1008000"/>
          </a:xfrm>
          <a:prstGeom prst="rect">
            <a:avLst/>
          </a:prstGeom>
          <a:ln>
            <a:noFill/>
          </a:ln>
        </p:spPr>
      </p:pic>
      <p:pic>
        <p:nvPicPr>
          <p:cNvPr id="24" name="Picture 23" descr="A cartoon of a house&#10;&#10;Description automatically generated">
            <a:extLst>
              <a:ext uri="{FF2B5EF4-FFF2-40B4-BE49-F238E27FC236}">
                <a16:creationId xmlns:a16="http://schemas.microsoft.com/office/drawing/2014/main" id="{BFD3D48E-DC11-C283-1EE4-3EB5B38C9D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8000" y="2879850"/>
            <a:ext cx="1188000" cy="1188000"/>
          </a:xfrm>
          <a:prstGeom prst="rect">
            <a:avLst/>
          </a:prstGeom>
          <a:ln>
            <a:noFill/>
          </a:ln>
        </p:spPr>
      </p:pic>
      <p:pic>
        <p:nvPicPr>
          <p:cNvPr id="25" name="Picture 24" descr="A cartoon of a house&#10;&#10;Description automatically generated">
            <a:extLst>
              <a:ext uri="{FF2B5EF4-FFF2-40B4-BE49-F238E27FC236}">
                <a16:creationId xmlns:a16="http://schemas.microsoft.com/office/drawing/2014/main" id="{1A11155A-9721-33B6-7667-0A482FF918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4000" y="2641093"/>
            <a:ext cx="1620000" cy="1620000"/>
          </a:xfrm>
          <a:prstGeom prst="rect">
            <a:avLst/>
          </a:prstGeom>
          <a:ln>
            <a:noFill/>
          </a:ln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ADB7A66-8D75-2D0E-8677-C0650907603C}"/>
              </a:ext>
            </a:extLst>
          </p:cNvPr>
          <p:cNvCxnSpPr>
            <a:cxnSpLocks/>
          </p:cNvCxnSpPr>
          <p:nvPr/>
        </p:nvCxnSpPr>
        <p:spPr>
          <a:xfrm flipV="1">
            <a:off x="948267" y="3549771"/>
            <a:ext cx="10393594" cy="67189"/>
          </a:xfrm>
          <a:prstGeom prst="line">
            <a:avLst/>
          </a:prstGeom>
          <a:ln w="5715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09B2DA7-FC99-27FC-7502-06589CDA0311}"/>
              </a:ext>
            </a:extLst>
          </p:cNvPr>
          <p:cNvSpPr txBox="1"/>
          <p:nvPr/>
        </p:nvSpPr>
        <p:spPr>
          <a:xfrm>
            <a:off x="1343951" y="4042514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8021024-7699-3971-9995-53F59F98CDE0}"/>
              </a:ext>
            </a:extLst>
          </p:cNvPr>
          <p:cNvSpPr txBox="1"/>
          <p:nvPr/>
        </p:nvSpPr>
        <p:spPr>
          <a:xfrm>
            <a:off x="3237925" y="4042514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CAF6614-025C-656A-421E-E8EF5C3048D3}"/>
              </a:ext>
            </a:extLst>
          </p:cNvPr>
          <p:cNvSpPr txBox="1"/>
          <p:nvPr/>
        </p:nvSpPr>
        <p:spPr>
          <a:xfrm>
            <a:off x="5265765" y="4047246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CBFB038-94B2-E28C-71F7-9154DEA3A115}"/>
              </a:ext>
            </a:extLst>
          </p:cNvPr>
          <p:cNvSpPr txBox="1"/>
          <p:nvPr/>
        </p:nvSpPr>
        <p:spPr>
          <a:xfrm>
            <a:off x="7476597" y="4042514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5C9F440-3347-C849-75FC-17C8007104B6}"/>
              </a:ext>
            </a:extLst>
          </p:cNvPr>
          <p:cNvSpPr txBox="1"/>
          <p:nvPr/>
        </p:nvSpPr>
        <p:spPr>
          <a:xfrm>
            <a:off x="9945395" y="4042514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b="1" dirty="0"/>
              <a:t>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6824ABD-270B-E003-72E9-FB7CDA87C181}"/>
                  </a:ext>
                </a:extLst>
              </p:cNvPr>
              <p:cNvSpPr txBox="1"/>
              <p:nvPr/>
            </p:nvSpPr>
            <p:spPr>
              <a:xfrm>
                <a:off x="4403511" y="5012570"/>
                <a:ext cx="4438331" cy="73058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𝑴𝒆𝒂𝒏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1+2+3+4+5</m:t>
                          </m:r>
                        </m:num>
                        <m:den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6824ABD-270B-E003-72E9-FB7CDA87C1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3511" y="5012570"/>
                <a:ext cx="4438331" cy="73058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TextBox 32">
            <a:extLst>
              <a:ext uri="{FF2B5EF4-FFF2-40B4-BE49-F238E27FC236}">
                <a16:creationId xmlns:a16="http://schemas.microsoft.com/office/drawing/2014/main" id="{E1A4DDAF-2EA5-7AE2-8722-E7F82439C4FB}"/>
              </a:ext>
            </a:extLst>
          </p:cNvPr>
          <p:cNvSpPr txBox="1"/>
          <p:nvPr/>
        </p:nvSpPr>
        <p:spPr>
          <a:xfrm>
            <a:off x="961156" y="2609848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C00000"/>
                </a:solidFill>
              </a:rPr>
              <a:t>House A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6B1EA51-0370-42EC-4FA2-743B2B46B52B}"/>
              </a:ext>
            </a:extLst>
          </p:cNvPr>
          <p:cNvSpPr txBox="1"/>
          <p:nvPr/>
        </p:nvSpPr>
        <p:spPr>
          <a:xfrm>
            <a:off x="2938480" y="2591723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FF0000"/>
                </a:solidFill>
              </a:rPr>
              <a:t>House B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27525BE-23B4-4568-78A0-586A77918146}"/>
              </a:ext>
            </a:extLst>
          </p:cNvPr>
          <p:cNvSpPr txBox="1"/>
          <p:nvPr/>
        </p:nvSpPr>
        <p:spPr>
          <a:xfrm>
            <a:off x="5025625" y="2591723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FFC000"/>
                </a:solidFill>
              </a:rPr>
              <a:t>House C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3DFE5F1-4D58-6D6B-2558-DEE987CEB09B}"/>
              </a:ext>
            </a:extLst>
          </p:cNvPr>
          <p:cNvSpPr txBox="1"/>
          <p:nvPr/>
        </p:nvSpPr>
        <p:spPr>
          <a:xfrm>
            <a:off x="7288692" y="2591723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92D050"/>
                </a:solidFill>
              </a:rPr>
              <a:t>House D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62649B-68C4-EDB2-2901-0466AA312B44}"/>
              </a:ext>
            </a:extLst>
          </p:cNvPr>
          <p:cNvSpPr txBox="1"/>
          <p:nvPr/>
        </p:nvSpPr>
        <p:spPr>
          <a:xfrm>
            <a:off x="9736502" y="2594059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00B050"/>
                </a:solidFill>
              </a:rPr>
              <a:t>House E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9E31906-0529-2E01-FBD1-59FC3B0ABD90}"/>
              </a:ext>
            </a:extLst>
          </p:cNvPr>
          <p:cNvSpPr txBox="1"/>
          <p:nvPr/>
        </p:nvSpPr>
        <p:spPr>
          <a:xfrm>
            <a:off x="4403511" y="5890428"/>
            <a:ext cx="3729559" cy="553998"/>
          </a:xfrm>
          <a:custGeom>
            <a:avLst/>
            <a:gdLst>
              <a:gd name="connsiteX0" fmla="*/ 0 w 3729559"/>
              <a:gd name="connsiteY0" fmla="*/ 0 h 553998"/>
              <a:gd name="connsiteX1" fmla="*/ 696184 w 3729559"/>
              <a:gd name="connsiteY1" fmla="*/ 0 h 553998"/>
              <a:gd name="connsiteX2" fmla="*/ 1317778 w 3729559"/>
              <a:gd name="connsiteY2" fmla="*/ 0 h 553998"/>
              <a:gd name="connsiteX3" fmla="*/ 1976666 w 3729559"/>
              <a:gd name="connsiteY3" fmla="*/ 0 h 553998"/>
              <a:gd name="connsiteX4" fmla="*/ 2486373 w 3729559"/>
              <a:gd name="connsiteY4" fmla="*/ 0 h 553998"/>
              <a:gd name="connsiteX5" fmla="*/ 3033375 w 3729559"/>
              <a:gd name="connsiteY5" fmla="*/ 0 h 553998"/>
              <a:gd name="connsiteX6" fmla="*/ 3729559 w 3729559"/>
              <a:gd name="connsiteY6" fmla="*/ 0 h 553998"/>
              <a:gd name="connsiteX7" fmla="*/ 3729559 w 3729559"/>
              <a:gd name="connsiteY7" fmla="*/ 553998 h 553998"/>
              <a:gd name="connsiteX8" fmla="*/ 3145261 w 3729559"/>
              <a:gd name="connsiteY8" fmla="*/ 553998 h 553998"/>
              <a:gd name="connsiteX9" fmla="*/ 2523668 w 3729559"/>
              <a:gd name="connsiteY9" fmla="*/ 553998 h 553998"/>
              <a:gd name="connsiteX10" fmla="*/ 1976666 w 3729559"/>
              <a:gd name="connsiteY10" fmla="*/ 553998 h 553998"/>
              <a:gd name="connsiteX11" fmla="*/ 1355073 w 3729559"/>
              <a:gd name="connsiteY11" fmla="*/ 553998 h 553998"/>
              <a:gd name="connsiteX12" fmla="*/ 770776 w 3729559"/>
              <a:gd name="connsiteY12" fmla="*/ 553998 h 553998"/>
              <a:gd name="connsiteX13" fmla="*/ 0 w 3729559"/>
              <a:gd name="connsiteY13" fmla="*/ 553998 h 553998"/>
              <a:gd name="connsiteX14" fmla="*/ 0 w 3729559"/>
              <a:gd name="connsiteY14" fmla="*/ 0 h 553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729559" h="553998" extrusionOk="0">
                <a:moveTo>
                  <a:pt x="0" y="0"/>
                </a:moveTo>
                <a:cubicBezTo>
                  <a:pt x="189150" y="-20076"/>
                  <a:pt x="385722" y="9401"/>
                  <a:pt x="696184" y="0"/>
                </a:cubicBezTo>
                <a:cubicBezTo>
                  <a:pt x="1006646" y="-9401"/>
                  <a:pt x="1012250" y="24333"/>
                  <a:pt x="1317778" y="0"/>
                </a:cubicBezTo>
                <a:cubicBezTo>
                  <a:pt x="1623306" y="-24333"/>
                  <a:pt x="1770324" y="13710"/>
                  <a:pt x="1976666" y="0"/>
                </a:cubicBezTo>
                <a:cubicBezTo>
                  <a:pt x="2183008" y="-13710"/>
                  <a:pt x="2378216" y="-2081"/>
                  <a:pt x="2486373" y="0"/>
                </a:cubicBezTo>
                <a:cubicBezTo>
                  <a:pt x="2594530" y="2081"/>
                  <a:pt x="2824995" y="2562"/>
                  <a:pt x="3033375" y="0"/>
                </a:cubicBezTo>
                <a:cubicBezTo>
                  <a:pt x="3241755" y="-2562"/>
                  <a:pt x="3548609" y="18460"/>
                  <a:pt x="3729559" y="0"/>
                </a:cubicBezTo>
                <a:cubicBezTo>
                  <a:pt x="3714453" y="267575"/>
                  <a:pt x="3708571" y="280489"/>
                  <a:pt x="3729559" y="553998"/>
                </a:cubicBezTo>
                <a:cubicBezTo>
                  <a:pt x="3572033" y="574760"/>
                  <a:pt x="3424007" y="526407"/>
                  <a:pt x="3145261" y="553998"/>
                </a:cubicBezTo>
                <a:cubicBezTo>
                  <a:pt x="2866515" y="581589"/>
                  <a:pt x="2653660" y="562476"/>
                  <a:pt x="2523668" y="553998"/>
                </a:cubicBezTo>
                <a:cubicBezTo>
                  <a:pt x="2393676" y="545520"/>
                  <a:pt x="2116829" y="565693"/>
                  <a:pt x="1976666" y="553998"/>
                </a:cubicBezTo>
                <a:cubicBezTo>
                  <a:pt x="1836503" y="542303"/>
                  <a:pt x="1555731" y="551036"/>
                  <a:pt x="1355073" y="553998"/>
                </a:cubicBezTo>
                <a:cubicBezTo>
                  <a:pt x="1154415" y="556960"/>
                  <a:pt x="921938" y="530117"/>
                  <a:pt x="770776" y="553998"/>
                </a:cubicBezTo>
                <a:cubicBezTo>
                  <a:pt x="619614" y="577879"/>
                  <a:pt x="171688" y="545452"/>
                  <a:pt x="0" y="553998"/>
                </a:cubicBezTo>
                <a:cubicBezTo>
                  <a:pt x="11662" y="402030"/>
                  <a:pt x="9133" y="112397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55549608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3000" b="1" dirty="0">
                <a:solidFill>
                  <a:srgbClr val="FFC000"/>
                </a:solidFill>
              </a:rPr>
              <a:t>House C </a:t>
            </a:r>
            <a:r>
              <a:rPr lang="en-PH" sz="3000" dirty="0"/>
              <a:t>is the mean</a:t>
            </a:r>
          </a:p>
        </p:txBody>
      </p:sp>
    </p:spTree>
    <p:extLst>
      <p:ext uri="{BB962C8B-B14F-4D97-AF65-F5344CB8AC3E}">
        <p14:creationId xmlns:p14="http://schemas.microsoft.com/office/powerpoint/2010/main" val="1426472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F6F9D-8C60-F256-212E-16BE36C932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Variance in One Dimension</a:t>
            </a:r>
            <a:endParaRPr lang="en-PH" dirty="0"/>
          </a:p>
        </p:txBody>
      </p:sp>
      <p:pic>
        <p:nvPicPr>
          <p:cNvPr id="44" name="Picture 43" descr="A cartoon of a house&#10;&#10;Description automatically generated">
            <a:extLst>
              <a:ext uri="{FF2B5EF4-FFF2-40B4-BE49-F238E27FC236}">
                <a16:creationId xmlns:a16="http://schemas.microsoft.com/office/drawing/2014/main" id="{6484A52A-D0B5-925B-3650-445796EE16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7920" y="2617577"/>
            <a:ext cx="828000" cy="828000"/>
          </a:xfrm>
          <a:prstGeom prst="rect">
            <a:avLst/>
          </a:prstGeom>
          <a:ln>
            <a:noFill/>
          </a:ln>
        </p:spPr>
      </p:pic>
      <p:pic>
        <p:nvPicPr>
          <p:cNvPr id="45" name="Picture 44" descr="A cartoon of a house&#10;&#10;Description automatically generated">
            <a:extLst>
              <a:ext uri="{FF2B5EF4-FFF2-40B4-BE49-F238E27FC236}">
                <a16:creationId xmlns:a16="http://schemas.microsoft.com/office/drawing/2014/main" id="{1A3A4A9E-A1E8-E1F2-22B8-F7212D62AA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3920" y="2558258"/>
            <a:ext cx="1008000" cy="1008000"/>
          </a:xfrm>
          <a:prstGeom prst="rect">
            <a:avLst/>
          </a:prstGeom>
          <a:ln>
            <a:noFill/>
          </a:ln>
        </p:spPr>
      </p:pic>
      <p:pic>
        <p:nvPicPr>
          <p:cNvPr id="46" name="Picture 45" descr="A cartoon of a house&#10;&#10;Description automatically generated">
            <a:extLst>
              <a:ext uri="{FF2B5EF4-FFF2-40B4-BE49-F238E27FC236}">
                <a16:creationId xmlns:a16="http://schemas.microsoft.com/office/drawing/2014/main" id="{15FF58EB-E343-3591-5AAD-3067099404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9920" y="2390689"/>
            <a:ext cx="1188000" cy="1188000"/>
          </a:xfrm>
          <a:prstGeom prst="rect">
            <a:avLst/>
          </a:prstGeom>
          <a:ln>
            <a:noFill/>
          </a:ln>
        </p:spPr>
      </p:pic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F35B2C92-02AD-19E6-F956-53ADF36819D0}"/>
              </a:ext>
            </a:extLst>
          </p:cNvPr>
          <p:cNvCxnSpPr>
            <a:cxnSpLocks/>
          </p:cNvCxnSpPr>
          <p:nvPr/>
        </p:nvCxnSpPr>
        <p:spPr>
          <a:xfrm flipV="1">
            <a:off x="1070187" y="3060610"/>
            <a:ext cx="10393594" cy="67189"/>
          </a:xfrm>
          <a:prstGeom prst="line">
            <a:avLst/>
          </a:prstGeom>
          <a:ln w="5715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C42C3DD3-9EAC-3B3C-E715-7FD31ACD9CE2}"/>
                  </a:ext>
                </a:extLst>
              </p:cNvPr>
              <p:cNvSpPr txBox="1"/>
              <p:nvPr/>
            </p:nvSpPr>
            <p:spPr>
              <a:xfrm>
                <a:off x="3431111" y="3553132"/>
                <a:ext cx="4313617" cy="7719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𝒗𝒂𝒓𝒊𝒂𝒏𝒄𝒆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p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sup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p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PH" sz="2500" i="1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PH" sz="2500" dirty="0"/>
              </a:p>
            </p:txBody>
          </p:sp>
        </mc:Choice>
        <mc:Fallback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C42C3DD3-9EAC-3B3C-E715-7FD31ACD9C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111" y="3553132"/>
                <a:ext cx="4313617" cy="77194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9" name="Group 48">
            <a:extLst>
              <a:ext uri="{FF2B5EF4-FFF2-40B4-BE49-F238E27FC236}">
                <a16:creationId xmlns:a16="http://schemas.microsoft.com/office/drawing/2014/main" id="{21F6AB4D-572D-5DA2-037E-83637C76A06B}"/>
              </a:ext>
            </a:extLst>
          </p:cNvPr>
          <p:cNvGrpSpPr/>
          <p:nvPr/>
        </p:nvGrpSpPr>
        <p:grpSpPr>
          <a:xfrm>
            <a:off x="3885262" y="2547526"/>
            <a:ext cx="1316448" cy="258022"/>
            <a:chOff x="3894666" y="2424536"/>
            <a:chExt cx="1316448" cy="258022"/>
          </a:xfrm>
        </p:grpSpPr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BB81572C-6DC9-38C1-380A-1B0FF3EF4323}"/>
                </a:ext>
              </a:extLst>
            </p:cNvPr>
            <p:cNvCxnSpPr>
              <a:cxnSpLocks/>
            </p:cNvCxnSpPr>
            <p:nvPr/>
          </p:nvCxnSpPr>
          <p:spPr>
            <a:xfrm>
              <a:off x="3894666" y="2553547"/>
              <a:ext cx="1316448" cy="0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114B5D90-D7AA-18A4-4F8D-E563CDBAFA0A}"/>
                </a:ext>
              </a:extLst>
            </p:cNvPr>
            <p:cNvCxnSpPr>
              <a:cxnSpLocks/>
            </p:cNvCxnSpPr>
            <p:nvPr/>
          </p:nvCxnSpPr>
          <p:spPr>
            <a:xfrm>
              <a:off x="3900367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8133E706-2465-55D3-8B45-0C2CFCEB6EA4}"/>
                </a:ext>
              </a:extLst>
            </p:cNvPr>
            <p:cNvCxnSpPr>
              <a:cxnSpLocks/>
            </p:cNvCxnSpPr>
            <p:nvPr/>
          </p:nvCxnSpPr>
          <p:spPr>
            <a:xfrm>
              <a:off x="5211114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F0C66AA5-080E-7E49-0A54-E1DCC265A89F}"/>
              </a:ext>
            </a:extLst>
          </p:cNvPr>
          <p:cNvGrpSpPr/>
          <p:nvPr/>
        </p:nvGrpSpPr>
        <p:grpSpPr>
          <a:xfrm>
            <a:off x="6003722" y="2547526"/>
            <a:ext cx="1316448" cy="258022"/>
            <a:chOff x="3894666" y="2424536"/>
            <a:chExt cx="1316448" cy="258022"/>
          </a:xfrm>
        </p:grpSpPr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BCAD0BDA-3D7A-58F5-F54C-0F7EE51401C0}"/>
                </a:ext>
              </a:extLst>
            </p:cNvPr>
            <p:cNvCxnSpPr>
              <a:cxnSpLocks/>
            </p:cNvCxnSpPr>
            <p:nvPr/>
          </p:nvCxnSpPr>
          <p:spPr>
            <a:xfrm>
              <a:off x="3894666" y="2553547"/>
              <a:ext cx="1316448" cy="0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4DD1BB87-7942-F373-1F1C-3D5FF40F66FB}"/>
                </a:ext>
              </a:extLst>
            </p:cNvPr>
            <p:cNvCxnSpPr>
              <a:cxnSpLocks/>
            </p:cNvCxnSpPr>
            <p:nvPr/>
          </p:nvCxnSpPr>
          <p:spPr>
            <a:xfrm>
              <a:off x="3900367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C868AB81-A156-DF26-1E0C-826ED43A9709}"/>
                </a:ext>
              </a:extLst>
            </p:cNvPr>
            <p:cNvCxnSpPr>
              <a:cxnSpLocks/>
            </p:cNvCxnSpPr>
            <p:nvPr/>
          </p:nvCxnSpPr>
          <p:spPr>
            <a:xfrm>
              <a:off x="5211114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4541D0DD-B6F3-AA7E-F17F-080A224AD1A7}"/>
              </a:ext>
            </a:extLst>
          </p:cNvPr>
          <p:cNvSpPr txBox="1"/>
          <p:nvPr/>
        </p:nvSpPr>
        <p:spPr>
          <a:xfrm>
            <a:off x="4404262" y="229658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b="1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ED5EE77-D2D4-324D-D5AB-51CB5BA6EB7C}"/>
              </a:ext>
            </a:extLst>
          </p:cNvPr>
          <p:cNvSpPr txBox="1"/>
          <p:nvPr/>
        </p:nvSpPr>
        <p:spPr>
          <a:xfrm>
            <a:off x="6577802" y="231981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b="1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9D8CA13-84ED-A455-8A12-D64BA16108EF}"/>
              </a:ext>
            </a:extLst>
          </p:cNvPr>
          <p:cNvSpPr txBox="1"/>
          <p:nvPr/>
        </p:nvSpPr>
        <p:spPr>
          <a:xfrm>
            <a:off x="3056734" y="2347857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FF0000"/>
                </a:solidFill>
              </a:rPr>
              <a:t>House B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1F7C7B1-B472-0098-49D5-7FF584507F29}"/>
              </a:ext>
            </a:extLst>
          </p:cNvPr>
          <p:cNvSpPr txBox="1"/>
          <p:nvPr/>
        </p:nvSpPr>
        <p:spPr>
          <a:xfrm>
            <a:off x="5143879" y="2347857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FFC000"/>
                </a:solidFill>
              </a:rPr>
              <a:t>House C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BD4832E-C4D2-BC10-1E3C-C8DA0777B833}"/>
              </a:ext>
            </a:extLst>
          </p:cNvPr>
          <p:cNvSpPr txBox="1"/>
          <p:nvPr/>
        </p:nvSpPr>
        <p:spPr>
          <a:xfrm>
            <a:off x="7406946" y="2347857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92D050"/>
                </a:solidFill>
              </a:rPr>
              <a:t>House D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10829CC-5717-C14A-25A8-B71E5299F5CE}"/>
              </a:ext>
            </a:extLst>
          </p:cNvPr>
          <p:cNvSpPr txBox="1"/>
          <p:nvPr/>
        </p:nvSpPr>
        <p:spPr>
          <a:xfrm>
            <a:off x="7744728" y="1127668"/>
            <a:ext cx="3784332" cy="1246495"/>
          </a:xfrm>
          <a:custGeom>
            <a:avLst/>
            <a:gdLst>
              <a:gd name="connsiteX0" fmla="*/ 0 w 3784332"/>
              <a:gd name="connsiteY0" fmla="*/ 0 h 1246495"/>
              <a:gd name="connsiteX1" fmla="*/ 616305 w 3784332"/>
              <a:gd name="connsiteY1" fmla="*/ 0 h 1246495"/>
              <a:gd name="connsiteX2" fmla="*/ 1232611 w 3784332"/>
              <a:gd name="connsiteY2" fmla="*/ 0 h 1246495"/>
              <a:gd name="connsiteX3" fmla="*/ 1811073 w 3784332"/>
              <a:gd name="connsiteY3" fmla="*/ 0 h 1246495"/>
              <a:gd name="connsiteX4" fmla="*/ 2351692 w 3784332"/>
              <a:gd name="connsiteY4" fmla="*/ 0 h 1246495"/>
              <a:gd name="connsiteX5" fmla="*/ 2816624 w 3784332"/>
              <a:gd name="connsiteY5" fmla="*/ 0 h 1246495"/>
              <a:gd name="connsiteX6" fmla="*/ 3281556 w 3784332"/>
              <a:gd name="connsiteY6" fmla="*/ 0 h 1246495"/>
              <a:gd name="connsiteX7" fmla="*/ 3784332 w 3784332"/>
              <a:gd name="connsiteY7" fmla="*/ 0 h 1246495"/>
              <a:gd name="connsiteX8" fmla="*/ 3784332 w 3784332"/>
              <a:gd name="connsiteY8" fmla="*/ 440428 h 1246495"/>
              <a:gd name="connsiteX9" fmla="*/ 3784332 w 3784332"/>
              <a:gd name="connsiteY9" fmla="*/ 868392 h 1246495"/>
              <a:gd name="connsiteX10" fmla="*/ 3784332 w 3784332"/>
              <a:gd name="connsiteY10" fmla="*/ 1246495 h 1246495"/>
              <a:gd name="connsiteX11" fmla="*/ 3357243 w 3784332"/>
              <a:gd name="connsiteY11" fmla="*/ 1246495 h 1246495"/>
              <a:gd name="connsiteX12" fmla="*/ 2892311 w 3784332"/>
              <a:gd name="connsiteY12" fmla="*/ 1246495 h 1246495"/>
              <a:gd name="connsiteX13" fmla="*/ 2276005 w 3784332"/>
              <a:gd name="connsiteY13" fmla="*/ 1246495 h 1246495"/>
              <a:gd name="connsiteX14" fmla="*/ 1659700 w 3784332"/>
              <a:gd name="connsiteY14" fmla="*/ 1246495 h 1246495"/>
              <a:gd name="connsiteX15" fmla="*/ 1081238 w 3784332"/>
              <a:gd name="connsiteY15" fmla="*/ 1246495 h 1246495"/>
              <a:gd name="connsiteX16" fmla="*/ 578462 w 3784332"/>
              <a:gd name="connsiteY16" fmla="*/ 1246495 h 1246495"/>
              <a:gd name="connsiteX17" fmla="*/ 0 w 3784332"/>
              <a:gd name="connsiteY17" fmla="*/ 1246495 h 1246495"/>
              <a:gd name="connsiteX18" fmla="*/ 0 w 3784332"/>
              <a:gd name="connsiteY18" fmla="*/ 818532 h 1246495"/>
              <a:gd name="connsiteX19" fmla="*/ 0 w 3784332"/>
              <a:gd name="connsiteY19" fmla="*/ 427963 h 1246495"/>
              <a:gd name="connsiteX20" fmla="*/ 0 w 3784332"/>
              <a:gd name="connsiteY20" fmla="*/ 0 h 12464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784332" h="1246495" extrusionOk="0">
                <a:moveTo>
                  <a:pt x="0" y="0"/>
                </a:moveTo>
                <a:cubicBezTo>
                  <a:pt x="137059" y="-4726"/>
                  <a:pt x="465116" y="65900"/>
                  <a:pt x="616305" y="0"/>
                </a:cubicBezTo>
                <a:cubicBezTo>
                  <a:pt x="767495" y="-65900"/>
                  <a:pt x="1102415" y="60647"/>
                  <a:pt x="1232611" y="0"/>
                </a:cubicBezTo>
                <a:cubicBezTo>
                  <a:pt x="1362807" y="-60647"/>
                  <a:pt x="1676057" y="53968"/>
                  <a:pt x="1811073" y="0"/>
                </a:cubicBezTo>
                <a:cubicBezTo>
                  <a:pt x="1946089" y="-53968"/>
                  <a:pt x="2191317" y="62204"/>
                  <a:pt x="2351692" y="0"/>
                </a:cubicBezTo>
                <a:cubicBezTo>
                  <a:pt x="2512067" y="-62204"/>
                  <a:pt x="2653343" y="8746"/>
                  <a:pt x="2816624" y="0"/>
                </a:cubicBezTo>
                <a:cubicBezTo>
                  <a:pt x="2979905" y="-8746"/>
                  <a:pt x="3066194" y="323"/>
                  <a:pt x="3281556" y="0"/>
                </a:cubicBezTo>
                <a:cubicBezTo>
                  <a:pt x="3496918" y="-323"/>
                  <a:pt x="3635069" y="26547"/>
                  <a:pt x="3784332" y="0"/>
                </a:cubicBezTo>
                <a:cubicBezTo>
                  <a:pt x="3829823" y="195153"/>
                  <a:pt x="3745918" y="346982"/>
                  <a:pt x="3784332" y="440428"/>
                </a:cubicBezTo>
                <a:cubicBezTo>
                  <a:pt x="3822746" y="533874"/>
                  <a:pt x="3745950" y="666246"/>
                  <a:pt x="3784332" y="868392"/>
                </a:cubicBezTo>
                <a:cubicBezTo>
                  <a:pt x="3822714" y="1070538"/>
                  <a:pt x="3764060" y="1118799"/>
                  <a:pt x="3784332" y="1246495"/>
                </a:cubicBezTo>
                <a:cubicBezTo>
                  <a:pt x="3574989" y="1248362"/>
                  <a:pt x="3569394" y="1231447"/>
                  <a:pt x="3357243" y="1246495"/>
                </a:cubicBezTo>
                <a:cubicBezTo>
                  <a:pt x="3145092" y="1261543"/>
                  <a:pt x="3077068" y="1211000"/>
                  <a:pt x="2892311" y="1246495"/>
                </a:cubicBezTo>
                <a:cubicBezTo>
                  <a:pt x="2707554" y="1281990"/>
                  <a:pt x="2463197" y="1194064"/>
                  <a:pt x="2276005" y="1246495"/>
                </a:cubicBezTo>
                <a:cubicBezTo>
                  <a:pt x="2088813" y="1298926"/>
                  <a:pt x="1787489" y="1180343"/>
                  <a:pt x="1659700" y="1246495"/>
                </a:cubicBezTo>
                <a:cubicBezTo>
                  <a:pt x="1531911" y="1312647"/>
                  <a:pt x="1226335" y="1184480"/>
                  <a:pt x="1081238" y="1246495"/>
                </a:cubicBezTo>
                <a:cubicBezTo>
                  <a:pt x="936141" y="1308510"/>
                  <a:pt x="826402" y="1231578"/>
                  <a:pt x="578462" y="1246495"/>
                </a:cubicBezTo>
                <a:cubicBezTo>
                  <a:pt x="330522" y="1261412"/>
                  <a:pt x="281410" y="1185177"/>
                  <a:pt x="0" y="1246495"/>
                </a:cubicBezTo>
                <a:cubicBezTo>
                  <a:pt x="-35733" y="1085493"/>
                  <a:pt x="30553" y="997779"/>
                  <a:pt x="0" y="818532"/>
                </a:cubicBezTo>
                <a:cubicBezTo>
                  <a:pt x="-30553" y="639285"/>
                  <a:pt x="30556" y="529569"/>
                  <a:pt x="0" y="427963"/>
                </a:cubicBezTo>
                <a:cubicBezTo>
                  <a:pt x="-30556" y="326357"/>
                  <a:pt x="4289" y="10220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rgbClr val="FF0000"/>
                </a:solidFill>
              </a:rPr>
              <a:t>House B </a:t>
            </a:r>
            <a:r>
              <a:rPr lang="en-PH" sz="2500" dirty="0"/>
              <a:t>and</a:t>
            </a:r>
            <a:r>
              <a:rPr lang="en-PH" sz="2500" b="1" dirty="0">
                <a:solidFill>
                  <a:srgbClr val="FFC000"/>
                </a:solidFill>
              </a:rPr>
              <a:t> </a:t>
            </a:r>
            <a:r>
              <a:rPr lang="en-PH" sz="2500" b="1" dirty="0">
                <a:solidFill>
                  <a:srgbClr val="92D050"/>
                </a:solidFill>
              </a:rPr>
              <a:t>House D </a:t>
            </a:r>
            <a:r>
              <a:rPr lang="en-PH" sz="2500" dirty="0"/>
              <a:t>is 1 point away from the </a:t>
            </a:r>
            <a:r>
              <a:rPr lang="en-PH" sz="2500" b="1" dirty="0">
                <a:solidFill>
                  <a:srgbClr val="FFC000"/>
                </a:solidFill>
              </a:rPr>
              <a:t>mean</a:t>
            </a:r>
          </a:p>
        </p:txBody>
      </p:sp>
    </p:spTree>
    <p:extLst>
      <p:ext uri="{BB962C8B-B14F-4D97-AF65-F5344CB8AC3E}">
        <p14:creationId xmlns:p14="http://schemas.microsoft.com/office/powerpoint/2010/main" val="1714613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/>
      <p:bldP spid="57" grpId="0"/>
      <p:bldP spid="58" grpId="0"/>
      <p:bldP spid="59" grpId="0"/>
      <p:bldP spid="60" grpId="0"/>
      <p:bldP spid="61" grpId="0"/>
      <p:bldP spid="6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12B03-94F3-550F-DF8E-638658EAC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F3FA70-E655-53C0-9FD6-A6C0823E7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Variance in One Dimension</a:t>
            </a:r>
            <a:endParaRPr lang="en-PH" dirty="0"/>
          </a:p>
        </p:txBody>
      </p:sp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841E249F-8A18-CB09-1479-B39C5D7168F7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3117920" y="2617577"/>
            <a:ext cx="828000" cy="828000"/>
          </a:xfrm>
          <a:prstGeom prst="rect">
            <a:avLst/>
          </a:prstGeom>
          <a:ln>
            <a:noFill/>
          </a:ln>
        </p:spPr>
      </p:pic>
      <p:pic>
        <p:nvPicPr>
          <p:cNvPr id="8" name="Picture 7" descr="A cartoon of a house&#10;&#10;Description automatically generated">
            <a:extLst>
              <a:ext uri="{FF2B5EF4-FFF2-40B4-BE49-F238E27FC236}">
                <a16:creationId xmlns:a16="http://schemas.microsoft.com/office/drawing/2014/main" id="{47ABE87E-91F9-8A90-9C90-089B09A4D590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5083920" y="2558258"/>
            <a:ext cx="1008000" cy="1008000"/>
          </a:xfrm>
          <a:prstGeom prst="rect">
            <a:avLst/>
          </a:prstGeom>
          <a:ln>
            <a:noFill/>
          </a:ln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DB5AE1A6-989D-FA5B-9122-93E94B963FBF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7229920" y="2390689"/>
            <a:ext cx="1188000" cy="1188000"/>
          </a:xfrm>
          <a:prstGeom prst="rect">
            <a:avLst/>
          </a:prstGeom>
          <a:ln>
            <a:noFill/>
          </a:ln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999FCE9-6ECA-94C1-9E6E-E09FE648BCDF}"/>
              </a:ext>
            </a:extLst>
          </p:cNvPr>
          <p:cNvCxnSpPr>
            <a:cxnSpLocks/>
          </p:cNvCxnSpPr>
          <p:nvPr/>
        </p:nvCxnSpPr>
        <p:spPr>
          <a:xfrm flipV="1">
            <a:off x="1070187" y="3060610"/>
            <a:ext cx="10393594" cy="67189"/>
          </a:xfrm>
          <a:prstGeom prst="line">
            <a:avLst/>
          </a:prstGeom>
          <a:ln w="5715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3CEFC66-C68D-F822-E6DD-9F4A4300E998}"/>
                  </a:ext>
                </a:extLst>
              </p:cNvPr>
              <p:cNvSpPr txBox="1"/>
              <p:nvPr/>
            </p:nvSpPr>
            <p:spPr>
              <a:xfrm>
                <a:off x="3431111" y="3553132"/>
                <a:ext cx="4313617" cy="7719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𝒗𝒂𝒓𝒊𝒂𝒏𝒄𝒆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p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sup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p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PH" sz="2500" i="1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PH" sz="25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3CEFC66-C68D-F822-E6DD-9F4A4300E9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111" y="3553132"/>
                <a:ext cx="4313617" cy="77194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 descr="A cartoon of a house&#10;&#10;Description automatically generated">
            <a:extLst>
              <a:ext uri="{FF2B5EF4-FFF2-40B4-BE49-F238E27FC236}">
                <a16:creationId xmlns:a16="http://schemas.microsoft.com/office/drawing/2014/main" id="{C3FFB975-D481-96C9-7561-C0CC42640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9920" y="4601579"/>
            <a:ext cx="720000" cy="720000"/>
          </a:xfrm>
          <a:prstGeom prst="rect">
            <a:avLst/>
          </a:prstGeom>
          <a:ln>
            <a:noFill/>
          </a:ln>
        </p:spPr>
      </p:pic>
      <p:pic>
        <p:nvPicPr>
          <p:cNvPr id="12" name="Picture 11" descr="A cartoon of a house&#10;&#10;Description automatically generated">
            <a:extLst>
              <a:ext uri="{FF2B5EF4-FFF2-40B4-BE49-F238E27FC236}">
                <a16:creationId xmlns:a16="http://schemas.microsoft.com/office/drawing/2014/main" id="{B56A8D95-5DAC-CF48-0172-17234BC12B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3920" y="4446983"/>
            <a:ext cx="1008000" cy="1008000"/>
          </a:xfrm>
          <a:prstGeom prst="rect">
            <a:avLst/>
          </a:prstGeom>
          <a:ln>
            <a:noFill/>
          </a:ln>
        </p:spPr>
      </p:pic>
      <p:pic>
        <p:nvPicPr>
          <p:cNvPr id="13" name="Picture 12" descr="A cartoon of a house&#10;&#10;Description automatically generated">
            <a:extLst>
              <a:ext uri="{FF2B5EF4-FFF2-40B4-BE49-F238E27FC236}">
                <a16:creationId xmlns:a16="http://schemas.microsoft.com/office/drawing/2014/main" id="{6A08D7CD-3209-F44A-77E0-057E58F427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920" y="4040657"/>
            <a:ext cx="1620000" cy="1620000"/>
          </a:xfrm>
          <a:prstGeom prst="rect">
            <a:avLst/>
          </a:prstGeom>
          <a:ln>
            <a:noFill/>
          </a:ln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56BF875-1733-27BA-EA59-4FB620E1E93E}"/>
              </a:ext>
            </a:extLst>
          </p:cNvPr>
          <p:cNvCxnSpPr>
            <a:cxnSpLocks/>
          </p:cNvCxnSpPr>
          <p:nvPr/>
        </p:nvCxnSpPr>
        <p:spPr>
          <a:xfrm flipV="1">
            <a:off x="1070187" y="4949335"/>
            <a:ext cx="10393594" cy="67189"/>
          </a:xfrm>
          <a:prstGeom prst="line">
            <a:avLst/>
          </a:prstGeom>
          <a:ln w="5715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1695FF-A464-D57A-4DD9-B49784968017}"/>
                  </a:ext>
                </a:extLst>
              </p:cNvPr>
              <p:cNvSpPr txBox="1"/>
              <p:nvPr/>
            </p:nvSpPr>
            <p:spPr>
              <a:xfrm>
                <a:off x="3431111" y="5600149"/>
                <a:ext cx="4313617" cy="7719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𝒗𝒂𝒓𝒊𝒂𝒏𝒄𝒆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sup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PH" sz="2500" i="1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PH" sz="25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1695FF-A464-D57A-4DD9-B497849680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1111" y="5600149"/>
                <a:ext cx="4313617" cy="7719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5CF83E73-5CD7-8957-CE9C-F731186EB6F6}"/>
              </a:ext>
            </a:extLst>
          </p:cNvPr>
          <p:cNvGrpSpPr/>
          <p:nvPr/>
        </p:nvGrpSpPr>
        <p:grpSpPr>
          <a:xfrm>
            <a:off x="3885262" y="2547526"/>
            <a:ext cx="1316448" cy="258022"/>
            <a:chOff x="3894666" y="2424536"/>
            <a:chExt cx="1316448" cy="258022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C928935-93C1-8140-4B9A-6D684EDF9CD5}"/>
                </a:ext>
              </a:extLst>
            </p:cNvPr>
            <p:cNvCxnSpPr>
              <a:cxnSpLocks/>
            </p:cNvCxnSpPr>
            <p:nvPr/>
          </p:nvCxnSpPr>
          <p:spPr>
            <a:xfrm>
              <a:off x="3894666" y="2553547"/>
              <a:ext cx="1316448" cy="0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BE3D0A7-B285-B5A1-F9AF-ABD4F4D836E8}"/>
                </a:ext>
              </a:extLst>
            </p:cNvPr>
            <p:cNvCxnSpPr>
              <a:cxnSpLocks/>
            </p:cNvCxnSpPr>
            <p:nvPr/>
          </p:nvCxnSpPr>
          <p:spPr>
            <a:xfrm>
              <a:off x="3900367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FB1C6CCE-50B8-2C4F-3363-92D075D783EE}"/>
                </a:ext>
              </a:extLst>
            </p:cNvPr>
            <p:cNvCxnSpPr>
              <a:cxnSpLocks/>
            </p:cNvCxnSpPr>
            <p:nvPr/>
          </p:nvCxnSpPr>
          <p:spPr>
            <a:xfrm>
              <a:off x="5211114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18827C0-D76B-0E60-C77B-EDE635346242}"/>
              </a:ext>
            </a:extLst>
          </p:cNvPr>
          <p:cNvGrpSpPr/>
          <p:nvPr/>
        </p:nvGrpSpPr>
        <p:grpSpPr>
          <a:xfrm>
            <a:off x="6003722" y="2547526"/>
            <a:ext cx="1316448" cy="258022"/>
            <a:chOff x="3894666" y="2424536"/>
            <a:chExt cx="1316448" cy="258022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82BE9DE-EB4E-081F-2534-43E8865DA930}"/>
                </a:ext>
              </a:extLst>
            </p:cNvPr>
            <p:cNvCxnSpPr>
              <a:cxnSpLocks/>
            </p:cNvCxnSpPr>
            <p:nvPr/>
          </p:nvCxnSpPr>
          <p:spPr>
            <a:xfrm>
              <a:off x="3894666" y="2553547"/>
              <a:ext cx="1316448" cy="0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6F88FE7F-27D6-523F-6B7F-9148A18316F3}"/>
                </a:ext>
              </a:extLst>
            </p:cNvPr>
            <p:cNvCxnSpPr>
              <a:cxnSpLocks/>
            </p:cNvCxnSpPr>
            <p:nvPr/>
          </p:nvCxnSpPr>
          <p:spPr>
            <a:xfrm>
              <a:off x="3900367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66B15A6C-D42B-B465-DEF4-8D519FAC87B3}"/>
                </a:ext>
              </a:extLst>
            </p:cNvPr>
            <p:cNvCxnSpPr>
              <a:cxnSpLocks/>
            </p:cNvCxnSpPr>
            <p:nvPr/>
          </p:nvCxnSpPr>
          <p:spPr>
            <a:xfrm>
              <a:off x="5211114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885F4F8-7B3B-2EB7-A1DE-6898FE6D0E77}"/>
              </a:ext>
            </a:extLst>
          </p:cNvPr>
          <p:cNvGrpSpPr/>
          <p:nvPr/>
        </p:nvGrpSpPr>
        <p:grpSpPr>
          <a:xfrm>
            <a:off x="1948992" y="4628111"/>
            <a:ext cx="3110687" cy="258022"/>
            <a:chOff x="3894666" y="2424536"/>
            <a:chExt cx="1316448" cy="258022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3BE87BDA-1150-9E76-1763-DFFC1BE19667}"/>
                </a:ext>
              </a:extLst>
            </p:cNvPr>
            <p:cNvCxnSpPr>
              <a:cxnSpLocks/>
            </p:cNvCxnSpPr>
            <p:nvPr/>
          </p:nvCxnSpPr>
          <p:spPr>
            <a:xfrm>
              <a:off x="3894666" y="2553547"/>
              <a:ext cx="1316448" cy="0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AABBD8C7-25F6-FE48-15BB-0B3F430797D9}"/>
                </a:ext>
              </a:extLst>
            </p:cNvPr>
            <p:cNvCxnSpPr>
              <a:cxnSpLocks/>
            </p:cNvCxnSpPr>
            <p:nvPr/>
          </p:nvCxnSpPr>
          <p:spPr>
            <a:xfrm>
              <a:off x="3900367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E1B2F285-E5AA-B539-D84B-8CDC57F2C9C7}"/>
                </a:ext>
              </a:extLst>
            </p:cNvPr>
            <p:cNvCxnSpPr>
              <a:cxnSpLocks/>
            </p:cNvCxnSpPr>
            <p:nvPr/>
          </p:nvCxnSpPr>
          <p:spPr>
            <a:xfrm>
              <a:off x="5211114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E038892-DC49-9C65-3D05-42EE7E37B7E9}"/>
              </a:ext>
            </a:extLst>
          </p:cNvPr>
          <p:cNvGrpSpPr/>
          <p:nvPr/>
        </p:nvGrpSpPr>
        <p:grpSpPr>
          <a:xfrm>
            <a:off x="6064858" y="4628111"/>
            <a:ext cx="3528722" cy="258022"/>
            <a:chOff x="3894666" y="2424536"/>
            <a:chExt cx="1316448" cy="258022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633943D2-E9FA-562C-5A84-952702C52E57}"/>
                </a:ext>
              </a:extLst>
            </p:cNvPr>
            <p:cNvCxnSpPr>
              <a:cxnSpLocks/>
            </p:cNvCxnSpPr>
            <p:nvPr/>
          </p:nvCxnSpPr>
          <p:spPr>
            <a:xfrm>
              <a:off x="3894666" y="2553547"/>
              <a:ext cx="1316448" cy="0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BFB78A70-F16C-D81B-BD6D-1E75FDFF663A}"/>
                </a:ext>
              </a:extLst>
            </p:cNvPr>
            <p:cNvCxnSpPr>
              <a:cxnSpLocks/>
            </p:cNvCxnSpPr>
            <p:nvPr/>
          </p:nvCxnSpPr>
          <p:spPr>
            <a:xfrm>
              <a:off x="3900367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428AAE80-562A-2956-3786-A46D2FF10EE4}"/>
                </a:ext>
              </a:extLst>
            </p:cNvPr>
            <p:cNvCxnSpPr>
              <a:cxnSpLocks/>
            </p:cNvCxnSpPr>
            <p:nvPr/>
          </p:nvCxnSpPr>
          <p:spPr>
            <a:xfrm>
              <a:off x="5211114" y="2424536"/>
              <a:ext cx="0" cy="258022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EF3547DC-17FF-4538-DB4E-53380C6C0803}"/>
              </a:ext>
            </a:extLst>
          </p:cNvPr>
          <p:cNvSpPr txBox="1"/>
          <p:nvPr/>
        </p:nvSpPr>
        <p:spPr>
          <a:xfrm>
            <a:off x="4404262" y="229658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b="1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8848B2C-DF8B-C1AB-7E63-912BB2586D44}"/>
              </a:ext>
            </a:extLst>
          </p:cNvPr>
          <p:cNvSpPr txBox="1"/>
          <p:nvPr/>
        </p:nvSpPr>
        <p:spPr>
          <a:xfrm>
            <a:off x="6577802" y="231981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b="1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D617EE2-93F1-8AF0-DFF6-C6D0CB73183F}"/>
              </a:ext>
            </a:extLst>
          </p:cNvPr>
          <p:cNvSpPr txBox="1"/>
          <p:nvPr/>
        </p:nvSpPr>
        <p:spPr>
          <a:xfrm>
            <a:off x="3377871" y="437716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b="1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9A68235-C25E-3243-92E6-877660E93AF3}"/>
              </a:ext>
            </a:extLst>
          </p:cNvPr>
          <p:cNvSpPr txBox="1"/>
          <p:nvPr/>
        </p:nvSpPr>
        <p:spPr>
          <a:xfrm>
            <a:off x="7813498" y="442363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b="1"/>
              <a:t>2</a:t>
            </a:r>
            <a:endParaRPr lang="en-PH" b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B00043-7C8F-5650-E082-6422EB12475E}"/>
              </a:ext>
            </a:extLst>
          </p:cNvPr>
          <p:cNvSpPr txBox="1"/>
          <p:nvPr/>
        </p:nvSpPr>
        <p:spPr>
          <a:xfrm>
            <a:off x="3056734" y="2347857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FF0000"/>
                </a:solidFill>
              </a:rPr>
              <a:t>House B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6C2D0CC-E08A-159E-34C3-6D84B94577F9}"/>
              </a:ext>
            </a:extLst>
          </p:cNvPr>
          <p:cNvSpPr txBox="1"/>
          <p:nvPr/>
        </p:nvSpPr>
        <p:spPr>
          <a:xfrm>
            <a:off x="5143879" y="2347857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FFC000"/>
                </a:solidFill>
              </a:rPr>
              <a:t>House C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2DE5CC2-22B8-B6A5-1502-E424E4BDFEC6}"/>
              </a:ext>
            </a:extLst>
          </p:cNvPr>
          <p:cNvSpPr txBox="1"/>
          <p:nvPr/>
        </p:nvSpPr>
        <p:spPr>
          <a:xfrm>
            <a:off x="7406946" y="2347857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92D050"/>
                </a:solidFill>
              </a:rPr>
              <a:t>House D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AE564AA-65D8-0C1B-40A3-BF601894BF0C}"/>
              </a:ext>
            </a:extLst>
          </p:cNvPr>
          <p:cNvSpPr txBox="1"/>
          <p:nvPr/>
        </p:nvSpPr>
        <p:spPr>
          <a:xfrm>
            <a:off x="1149760" y="4271930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C00000"/>
                </a:solidFill>
              </a:rPr>
              <a:t>House A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9FC601C-2E05-2234-9476-2ED99AF21306}"/>
              </a:ext>
            </a:extLst>
          </p:cNvPr>
          <p:cNvSpPr txBox="1"/>
          <p:nvPr/>
        </p:nvSpPr>
        <p:spPr>
          <a:xfrm>
            <a:off x="5214229" y="4253805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FFC000"/>
                </a:solidFill>
              </a:rPr>
              <a:t>House C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8155931-AD92-AA94-3D99-A6D9DAAEA336}"/>
              </a:ext>
            </a:extLst>
          </p:cNvPr>
          <p:cNvSpPr txBox="1"/>
          <p:nvPr/>
        </p:nvSpPr>
        <p:spPr>
          <a:xfrm>
            <a:off x="9895600" y="4042545"/>
            <a:ext cx="94063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500" b="1" dirty="0">
                <a:solidFill>
                  <a:srgbClr val="00B050"/>
                </a:solidFill>
              </a:rPr>
              <a:t>House 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E481F06-1D41-69FA-0247-C92F6AD85D85}"/>
              </a:ext>
            </a:extLst>
          </p:cNvPr>
          <p:cNvSpPr txBox="1"/>
          <p:nvPr/>
        </p:nvSpPr>
        <p:spPr>
          <a:xfrm>
            <a:off x="7559040" y="1201225"/>
            <a:ext cx="3970020" cy="861774"/>
          </a:xfrm>
          <a:custGeom>
            <a:avLst/>
            <a:gdLst>
              <a:gd name="connsiteX0" fmla="*/ 0 w 3970020"/>
              <a:gd name="connsiteY0" fmla="*/ 0 h 861774"/>
              <a:gd name="connsiteX1" fmla="*/ 646546 w 3970020"/>
              <a:gd name="connsiteY1" fmla="*/ 0 h 861774"/>
              <a:gd name="connsiteX2" fmla="*/ 1293092 w 3970020"/>
              <a:gd name="connsiteY2" fmla="*/ 0 h 861774"/>
              <a:gd name="connsiteX3" fmla="*/ 1899938 w 3970020"/>
              <a:gd name="connsiteY3" fmla="*/ 0 h 861774"/>
              <a:gd name="connsiteX4" fmla="*/ 2467084 w 3970020"/>
              <a:gd name="connsiteY4" fmla="*/ 0 h 861774"/>
              <a:gd name="connsiteX5" fmla="*/ 2954829 w 3970020"/>
              <a:gd name="connsiteY5" fmla="*/ 0 h 861774"/>
              <a:gd name="connsiteX6" fmla="*/ 3442574 w 3970020"/>
              <a:gd name="connsiteY6" fmla="*/ 0 h 861774"/>
              <a:gd name="connsiteX7" fmla="*/ 3970020 w 3970020"/>
              <a:gd name="connsiteY7" fmla="*/ 0 h 861774"/>
              <a:gd name="connsiteX8" fmla="*/ 3970020 w 3970020"/>
              <a:gd name="connsiteY8" fmla="*/ 448122 h 861774"/>
              <a:gd name="connsiteX9" fmla="*/ 3970020 w 3970020"/>
              <a:gd name="connsiteY9" fmla="*/ 861774 h 861774"/>
              <a:gd name="connsiteX10" fmla="*/ 3521975 w 3970020"/>
              <a:gd name="connsiteY10" fmla="*/ 861774 h 861774"/>
              <a:gd name="connsiteX11" fmla="*/ 2875429 w 3970020"/>
              <a:gd name="connsiteY11" fmla="*/ 861774 h 861774"/>
              <a:gd name="connsiteX12" fmla="*/ 2387683 w 3970020"/>
              <a:gd name="connsiteY12" fmla="*/ 861774 h 861774"/>
              <a:gd name="connsiteX13" fmla="*/ 1741137 w 3970020"/>
              <a:gd name="connsiteY13" fmla="*/ 861774 h 861774"/>
              <a:gd name="connsiteX14" fmla="*/ 1094591 w 3970020"/>
              <a:gd name="connsiteY14" fmla="*/ 861774 h 861774"/>
              <a:gd name="connsiteX15" fmla="*/ 487745 w 3970020"/>
              <a:gd name="connsiteY15" fmla="*/ 861774 h 861774"/>
              <a:gd name="connsiteX16" fmla="*/ 0 w 3970020"/>
              <a:gd name="connsiteY16" fmla="*/ 861774 h 861774"/>
              <a:gd name="connsiteX17" fmla="*/ 0 w 3970020"/>
              <a:gd name="connsiteY17" fmla="*/ 422269 h 861774"/>
              <a:gd name="connsiteX18" fmla="*/ 0 w 3970020"/>
              <a:gd name="connsiteY18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3970020" h="861774" extrusionOk="0">
                <a:moveTo>
                  <a:pt x="0" y="0"/>
                </a:moveTo>
                <a:cubicBezTo>
                  <a:pt x="225301" y="-56052"/>
                  <a:pt x="423477" y="22285"/>
                  <a:pt x="646546" y="0"/>
                </a:cubicBezTo>
                <a:cubicBezTo>
                  <a:pt x="869615" y="-22285"/>
                  <a:pt x="1122595" y="17446"/>
                  <a:pt x="1293092" y="0"/>
                </a:cubicBezTo>
                <a:cubicBezTo>
                  <a:pt x="1463589" y="-17446"/>
                  <a:pt x="1772448" y="19933"/>
                  <a:pt x="1899938" y="0"/>
                </a:cubicBezTo>
                <a:cubicBezTo>
                  <a:pt x="2027428" y="-19933"/>
                  <a:pt x="2186180" y="17267"/>
                  <a:pt x="2467084" y="0"/>
                </a:cubicBezTo>
                <a:cubicBezTo>
                  <a:pt x="2747988" y="-17267"/>
                  <a:pt x="2793722" y="43311"/>
                  <a:pt x="2954829" y="0"/>
                </a:cubicBezTo>
                <a:cubicBezTo>
                  <a:pt x="3115936" y="-43311"/>
                  <a:pt x="3251460" y="18901"/>
                  <a:pt x="3442574" y="0"/>
                </a:cubicBezTo>
                <a:cubicBezTo>
                  <a:pt x="3633688" y="-18901"/>
                  <a:pt x="3762788" y="33476"/>
                  <a:pt x="3970020" y="0"/>
                </a:cubicBezTo>
                <a:cubicBezTo>
                  <a:pt x="3971070" y="159120"/>
                  <a:pt x="3949848" y="353239"/>
                  <a:pt x="3970020" y="448122"/>
                </a:cubicBezTo>
                <a:cubicBezTo>
                  <a:pt x="3990192" y="543005"/>
                  <a:pt x="3942686" y="778302"/>
                  <a:pt x="3970020" y="861774"/>
                </a:cubicBezTo>
                <a:cubicBezTo>
                  <a:pt x="3763019" y="875000"/>
                  <a:pt x="3740771" y="833728"/>
                  <a:pt x="3521975" y="861774"/>
                </a:cubicBezTo>
                <a:cubicBezTo>
                  <a:pt x="3303180" y="889820"/>
                  <a:pt x="3074082" y="851261"/>
                  <a:pt x="2875429" y="861774"/>
                </a:cubicBezTo>
                <a:cubicBezTo>
                  <a:pt x="2676776" y="872287"/>
                  <a:pt x="2533472" y="822954"/>
                  <a:pt x="2387683" y="861774"/>
                </a:cubicBezTo>
                <a:cubicBezTo>
                  <a:pt x="2241894" y="900594"/>
                  <a:pt x="1888601" y="807367"/>
                  <a:pt x="1741137" y="861774"/>
                </a:cubicBezTo>
                <a:cubicBezTo>
                  <a:pt x="1593673" y="916181"/>
                  <a:pt x="1368558" y="784809"/>
                  <a:pt x="1094591" y="861774"/>
                </a:cubicBezTo>
                <a:cubicBezTo>
                  <a:pt x="820624" y="938739"/>
                  <a:pt x="696935" y="805575"/>
                  <a:pt x="487745" y="861774"/>
                </a:cubicBezTo>
                <a:cubicBezTo>
                  <a:pt x="278555" y="917973"/>
                  <a:pt x="226256" y="856894"/>
                  <a:pt x="0" y="861774"/>
                </a:cubicBezTo>
                <a:cubicBezTo>
                  <a:pt x="-19973" y="647132"/>
                  <a:pt x="6320" y="557084"/>
                  <a:pt x="0" y="422269"/>
                </a:cubicBezTo>
                <a:cubicBezTo>
                  <a:pt x="-6320" y="287454"/>
                  <a:pt x="41897" y="122388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rgbClr val="C00000"/>
                </a:solidFill>
              </a:rPr>
              <a:t>House A </a:t>
            </a:r>
            <a:r>
              <a:rPr lang="en-PH" sz="2500" dirty="0"/>
              <a:t>and</a:t>
            </a:r>
            <a:r>
              <a:rPr lang="en-PH" sz="2500" b="1" dirty="0">
                <a:solidFill>
                  <a:srgbClr val="00B050"/>
                </a:solidFill>
              </a:rPr>
              <a:t> House E</a:t>
            </a:r>
            <a:r>
              <a:rPr lang="en-PH" sz="2500" b="1" dirty="0">
                <a:solidFill>
                  <a:srgbClr val="92D050"/>
                </a:solidFill>
              </a:rPr>
              <a:t> </a:t>
            </a:r>
            <a:r>
              <a:rPr lang="en-PH" sz="2500" dirty="0"/>
              <a:t>is 2 points away from the </a:t>
            </a:r>
            <a:r>
              <a:rPr lang="en-PH" sz="2500" b="1" dirty="0">
                <a:solidFill>
                  <a:srgbClr val="FFC000"/>
                </a:solidFill>
              </a:rPr>
              <a:t>mean</a:t>
            </a:r>
          </a:p>
        </p:txBody>
      </p:sp>
    </p:spTree>
    <p:extLst>
      <p:ext uri="{BB962C8B-B14F-4D97-AF65-F5344CB8AC3E}">
        <p14:creationId xmlns:p14="http://schemas.microsoft.com/office/powerpoint/2010/main" val="31741868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34" grpId="0"/>
      <p:bldP spid="35" grpId="0"/>
      <p:bldP spid="39" grpId="0"/>
      <p:bldP spid="40" grpId="0"/>
      <p:bldP spid="41" grpId="0"/>
      <p:bldP spid="4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CB91100-7A94-6A30-C17A-2211F4DDB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77803E-7DE0-C972-4A09-CA6DD0CA5FC0}"/>
              </a:ext>
            </a:extLst>
          </p:cNvPr>
          <p:cNvCxnSpPr>
            <a:cxnSpLocks/>
          </p:cNvCxnSpPr>
          <p:nvPr/>
        </p:nvCxnSpPr>
        <p:spPr>
          <a:xfrm>
            <a:off x="2897634" y="4960248"/>
            <a:ext cx="6840726" cy="298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A487071-525D-FD73-4170-E74C61F7F814}"/>
              </a:ext>
            </a:extLst>
          </p:cNvPr>
          <p:cNvCxnSpPr>
            <a:cxnSpLocks/>
          </p:cNvCxnSpPr>
          <p:nvPr/>
        </p:nvCxnSpPr>
        <p:spPr>
          <a:xfrm flipV="1">
            <a:off x="2897634" y="1610592"/>
            <a:ext cx="0" cy="337947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8" name="Picture 17" descr="A cartoon of a house&#10;&#10;Description automatically generated">
            <a:extLst>
              <a:ext uri="{FF2B5EF4-FFF2-40B4-BE49-F238E27FC236}">
                <a16:creationId xmlns:a16="http://schemas.microsoft.com/office/drawing/2014/main" id="{7902A966-83C9-0733-DC4E-52CB20DEF6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7453" y="2865589"/>
            <a:ext cx="664167" cy="563411"/>
          </a:xfrm>
          <a:prstGeom prst="rect">
            <a:avLst/>
          </a:prstGeom>
        </p:spPr>
      </p:pic>
      <p:pic>
        <p:nvPicPr>
          <p:cNvPr id="50" name="Picture 49" descr="A cartoon of a house&#10;&#10;Description automatically generated">
            <a:extLst>
              <a:ext uri="{FF2B5EF4-FFF2-40B4-BE49-F238E27FC236}">
                <a16:creationId xmlns:a16="http://schemas.microsoft.com/office/drawing/2014/main" id="{D3DDF62D-2D8E-2DBE-FDB9-5C7725E776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853" y="2134069"/>
            <a:ext cx="664167" cy="563411"/>
          </a:xfrm>
          <a:prstGeom prst="rect">
            <a:avLst/>
          </a:prstGeom>
        </p:spPr>
      </p:pic>
      <p:pic>
        <p:nvPicPr>
          <p:cNvPr id="51" name="Picture 50" descr="A cartoon of a house&#10;&#10;Description automatically generated">
            <a:extLst>
              <a:ext uri="{FF2B5EF4-FFF2-40B4-BE49-F238E27FC236}">
                <a16:creationId xmlns:a16="http://schemas.microsoft.com/office/drawing/2014/main" id="{93D43E70-76A2-0751-D725-8343F9C67B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5914" y="2983747"/>
            <a:ext cx="664167" cy="563411"/>
          </a:xfrm>
          <a:prstGeom prst="rect">
            <a:avLst/>
          </a:prstGeom>
        </p:spPr>
      </p:pic>
      <p:pic>
        <p:nvPicPr>
          <p:cNvPr id="52" name="Picture 51" descr="A cartoon of a house&#10;&#10;Description automatically generated">
            <a:extLst>
              <a:ext uri="{FF2B5EF4-FFF2-40B4-BE49-F238E27FC236}">
                <a16:creationId xmlns:a16="http://schemas.microsoft.com/office/drawing/2014/main" id="{60F19CBE-BF57-1958-358A-5394AB8CDD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7014" y="2134068"/>
            <a:ext cx="664167" cy="563411"/>
          </a:xfrm>
          <a:prstGeom prst="rect">
            <a:avLst/>
          </a:prstGeom>
        </p:spPr>
      </p:pic>
      <p:pic>
        <p:nvPicPr>
          <p:cNvPr id="69" name="Picture 68" descr="A cartoon of a house&#10;&#10;Description automatically generated">
            <a:extLst>
              <a:ext uri="{FF2B5EF4-FFF2-40B4-BE49-F238E27FC236}">
                <a16:creationId xmlns:a16="http://schemas.microsoft.com/office/drawing/2014/main" id="{F810EB1C-517B-3CA8-7EDD-898BDA1DB4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0914" y="2865589"/>
            <a:ext cx="664167" cy="563411"/>
          </a:xfrm>
          <a:prstGeom prst="rect">
            <a:avLst/>
          </a:prstGeom>
        </p:spPr>
      </p:pic>
      <p:pic>
        <p:nvPicPr>
          <p:cNvPr id="70" name="Picture 69" descr="A cartoon of a house&#10;&#10;Description automatically generated">
            <a:extLst>
              <a:ext uri="{FF2B5EF4-FFF2-40B4-BE49-F238E27FC236}">
                <a16:creationId xmlns:a16="http://schemas.microsoft.com/office/drawing/2014/main" id="{E0D62348-70BA-3C8F-828D-D370A13C18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5054" y="3265452"/>
            <a:ext cx="664167" cy="563411"/>
          </a:xfrm>
          <a:prstGeom prst="rect">
            <a:avLst/>
          </a:prstGeom>
        </p:spPr>
      </p:pic>
      <p:pic>
        <p:nvPicPr>
          <p:cNvPr id="71" name="Picture 70" descr="A cartoon of a house&#10;&#10;Description automatically generated">
            <a:extLst>
              <a:ext uri="{FF2B5EF4-FFF2-40B4-BE49-F238E27FC236}">
                <a16:creationId xmlns:a16="http://schemas.microsoft.com/office/drawing/2014/main" id="{84BE2268-5EC4-1C0D-13D6-3790E7C948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3970" y="1818260"/>
            <a:ext cx="664167" cy="56341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6701D38-AAC4-FB5A-AFA4-6C55E020F8F5}"/>
              </a:ext>
            </a:extLst>
          </p:cNvPr>
          <p:cNvSpPr txBox="1"/>
          <p:nvPr/>
        </p:nvSpPr>
        <p:spPr>
          <a:xfrm>
            <a:off x="1628986" y="5644393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How about the variance for two-dimensional data? Can we use the same method?</a:t>
            </a:r>
          </a:p>
        </p:txBody>
      </p:sp>
    </p:spTree>
    <p:extLst>
      <p:ext uri="{BB962C8B-B14F-4D97-AF65-F5344CB8AC3E}">
        <p14:creationId xmlns:p14="http://schemas.microsoft.com/office/powerpoint/2010/main" val="2810247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DDBFEE4-5F89-0FDF-7430-7F9D61A1C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749CA69-3518-32C1-89D3-CBE8DFECE842}"/>
              </a:ext>
            </a:extLst>
          </p:cNvPr>
          <p:cNvCxnSpPr>
            <a:cxnSpLocks/>
          </p:cNvCxnSpPr>
          <p:nvPr/>
        </p:nvCxnSpPr>
        <p:spPr>
          <a:xfrm flipV="1">
            <a:off x="2897634" y="1610592"/>
            <a:ext cx="0" cy="337947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8" name="Picture 17" descr="A cartoon of a house&#10;&#10;Description automatically generated">
            <a:extLst>
              <a:ext uri="{FF2B5EF4-FFF2-40B4-BE49-F238E27FC236}">
                <a16:creationId xmlns:a16="http://schemas.microsoft.com/office/drawing/2014/main" id="{A7EE54CD-2A41-5C87-82E6-7931747CA0B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4745080" y="2964656"/>
            <a:ext cx="531769" cy="377380"/>
          </a:xfrm>
          <a:prstGeom prst="rect">
            <a:avLst/>
          </a:prstGeom>
        </p:spPr>
      </p:pic>
      <p:pic>
        <p:nvPicPr>
          <p:cNvPr id="50" name="Picture 49" descr="A cartoon of a house&#10;&#10;Description automatically generated">
            <a:extLst>
              <a:ext uri="{FF2B5EF4-FFF2-40B4-BE49-F238E27FC236}">
                <a16:creationId xmlns:a16="http://schemas.microsoft.com/office/drawing/2014/main" id="{BCAC3579-9866-FB0B-5A9F-9D975BD45E4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44" t="17245" r="7960" b="16821"/>
          <a:stretch/>
        </p:blipFill>
        <p:spPr>
          <a:xfrm>
            <a:off x="5645944" y="2231231"/>
            <a:ext cx="557211" cy="371475"/>
          </a:xfrm>
          <a:prstGeom prst="rect">
            <a:avLst/>
          </a:prstGeom>
        </p:spPr>
      </p:pic>
      <p:pic>
        <p:nvPicPr>
          <p:cNvPr id="51" name="Picture 50" descr="A cartoon of a house&#10;&#10;Description automatically generated">
            <a:extLst>
              <a:ext uri="{FF2B5EF4-FFF2-40B4-BE49-F238E27FC236}">
                <a16:creationId xmlns:a16="http://schemas.microsoft.com/office/drawing/2014/main" id="{0F561291-C920-FAA3-F1AA-2640A1FEC8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689" t="16899" r="7416" b="17168"/>
          <a:stretch/>
        </p:blipFill>
        <p:spPr>
          <a:xfrm>
            <a:off x="6043620" y="3078956"/>
            <a:ext cx="557205" cy="371475"/>
          </a:xfrm>
          <a:prstGeom prst="rect">
            <a:avLst/>
          </a:prstGeom>
        </p:spPr>
      </p:pic>
      <p:pic>
        <p:nvPicPr>
          <p:cNvPr id="52" name="Picture 51" descr="A cartoon of a house&#10;&#10;Description automatically generated">
            <a:extLst>
              <a:ext uri="{FF2B5EF4-FFF2-40B4-BE49-F238E27FC236}">
                <a16:creationId xmlns:a16="http://schemas.microsoft.com/office/drawing/2014/main" id="{6E70F36D-DA27-362B-519D-232144CC147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06" t="17245" r="6699" b="16822"/>
          <a:stretch/>
        </p:blipFill>
        <p:spPr>
          <a:xfrm>
            <a:off x="7229477" y="2231231"/>
            <a:ext cx="557206" cy="371475"/>
          </a:xfrm>
          <a:prstGeom prst="rect">
            <a:avLst/>
          </a:prstGeom>
        </p:spPr>
      </p:pic>
      <p:pic>
        <p:nvPicPr>
          <p:cNvPr id="69" name="Picture 68" descr="A cartoon of a house&#10;&#10;Description automatically generated">
            <a:extLst>
              <a:ext uri="{FF2B5EF4-FFF2-40B4-BE49-F238E27FC236}">
                <a16:creationId xmlns:a16="http://schemas.microsoft.com/office/drawing/2014/main" id="{D368573B-0557-B05E-73DF-D24E186860D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612" t="16959" r="8493" b="15435"/>
          <a:stretch/>
        </p:blipFill>
        <p:spPr>
          <a:xfrm>
            <a:off x="7941473" y="2961133"/>
            <a:ext cx="557207" cy="380903"/>
          </a:xfrm>
          <a:prstGeom prst="rect">
            <a:avLst/>
          </a:prstGeom>
        </p:spPr>
      </p:pic>
      <p:pic>
        <p:nvPicPr>
          <p:cNvPr id="70" name="Picture 69" descr="A cartoon of a house&#10;&#10;Description automatically generated">
            <a:extLst>
              <a:ext uri="{FF2B5EF4-FFF2-40B4-BE49-F238E27FC236}">
                <a16:creationId xmlns:a16="http://schemas.microsoft.com/office/drawing/2014/main" id="{3564EDB8-3BE0-0393-A391-3C22B6053D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979" t="16772" r="6125" b="17295"/>
          <a:stretch/>
        </p:blipFill>
        <p:spPr>
          <a:xfrm>
            <a:off x="6791333" y="3359944"/>
            <a:ext cx="557206" cy="371475"/>
          </a:xfrm>
          <a:prstGeom prst="rect">
            <a:avLst/>
          </a:prstGeom>
        </p:spPr>
      </p:pic>
      <p:pic>
        <p:nvPicPr>
          <p:cNvPr id="71" name="Picture 70" descr="A cartoon of a house&#10;&#10;Description automatically generated">
            <a:extLst>
              <a:ext uri="{FF2B5EF4-FFF2-40B4-BE49-F238E27FC236}">
                <a16:creationId xmlns:a16="http://schemas.microsoft.com/office/drawing/2014/main" id="{5AEB47DA-9B4A-92B0-451C-39EFD82CB7C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76" t="14110" r="7027" b="18284"/>
          <a:stretch/>
        </p:blipFill>
        <p:spPr>
          <a:xfrm>
            <a:off x="8394253" y="1897752"/>
            <a:ext cx="557212" cy="380903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BE8F2FDB-0665-288E-8ED2-6AF2F6492C73}"/>
              </a:ext>
            </a:extLst>
          </p:cNvPr>
          <p:cNvCxnSpPr>
            <a:cxnSpLocks/>
          </p:cNvCxnSpPr>
          <p:nvPr/>
        </p:nvCxnSpPr>
        <p:spPr>
          <a:xfrm>
            <a:off x="2897634" y="4960248"/>
            <a:ext cx="6840726" cy="298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6" name="Picture 15" descr="A cartoon of a house&#10;&#10;Description automatically generated">
            <a:extLst>
              <a:ext uri="{FF2B5EF4-FFF2-40B4-BE49-F238E27FC236}">
                <a16:creationId xmlns:a16="http://schemas.microsoft.com/office/drawing/2014/main" id="{335223E9-BC1D-2771-A718-76FD50600D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4745080" y="2964656"/>
            <a:ext cx="531769" cy="377380"/>
          </a:xfrm>
          <a:prstGeom prst="rect">
            <a:avLst/>
          </a:prstGeom>
        </p:spPr>
      </p:pic>
      <p:pic>
        <p:nvPicPr>
          <p:cNvPr id="17" name="Picture 16" descr="A cartoon of a house&#10;&#10;Description automatically generated">
            <a:extLst>
              <a:ext uri="{FF2B5EF4-FFF2-40B4-BE49-F238E27FC236}">
                <a16:creationId xmlns:a16="http://schemas.microsoft.com/office/drawing/2014/main" id="{6AB55F7B-12EB-A946-2E63-6617FFC72AA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44" t="17245" r="7960" b="16821"/>
          <a:stretch/>
        </p:blipFill>
        <p:spPr>
          <a:xfrm>
            <a:off x="5645944" y="2231231"/>
            <a:ext cx="557211" cy="371475"/>
          </a:xfrm>
          <a:prstGeom prst="rect">
            <a:avLst/>
          </a:prstGeom>
        </p:spPr>
      </p:pic>
      <p:pic>
        <p:nvPicPr>
          <p:cNvPr id="19" name="Picture 18" descr="A cartoon of a house&#10;&#10;Description automatically generated">
            <a:extLst>
              <a:ext uri="{FF2B5EF4-FFF2-40B4-BE49-F238E27FC236}">
                <a16:creationId xmlns:a16="http://schemas.microsoft.com/office/drawing/2014/main" id="{6A9F4CB6-7949-51D5-45FD-47D3F8C965C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689" t="16899" r="7416" b="17168"/>
          <a:stretch/>
        </p:blipFill>
        <p:spPr>
          <a:xfrm>
            <a:off x="6043620" y="3078956"/>
            <a:ext cx="557205" cy="371475"/>
          </a:xfrm>
          <a:prstGeom prst="rect">
            <a:avLst/>
          </a:prstGeom>
        </p:spPr>
      </p:pic>
      <p:pic>
        <p:nvPicPr>
          <p:cNvPr id="20" name="Picture 19" descr="A cartoon of a house&#10;&#10;Description automatically generated">
            <a:extLst>
              <a:ext uri="{FF2B5EF4-FFF2-40B4-BE49-F238E27FC236}">
                <a16:creationId xmlns:a16="http://schemas.microsoft.com/office/drawing/2014/main" id="{DA7567B6-BDBB-15A3-124F-1DE90D596B8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06" t="17245" r="6699" b="16822"/>
          <a:stretch/>
        </p:blipFill>
        <p:spPr>
          <a:xfrm>
            <a:off x="7229477" y="2231231"/>
            <a:ext cx="557206" cy="371475"/>
          </a:xfrm>
          <a:prstGeom prst="rect">
            <a:avLst/>
          </a:prstGeom>
        </p:spPr>
      </p:pic>
      <p:pic>
        <p:nvPicPr>
          <p:cNvPr id="21" name="Picture 20" descr="A cartoon of a house&#10;&#10;Description automatically generated">
            <a:extLst>
              <a:ext uri="{FF2B5EF4-FFF2-40B4-BE49-F238E27FC236}">
                <a16:creationId xmlns:a16="http://schemas.microsoft.com/office/drawing/2014/main" id="{B3C44CDC-C38E-EC1E-E820-955943D2152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612" t="16959" r="8493" b="15435"/>
          <a:stretch/>
        </p:blipFill>
        <p:spPr>
          <a:xfrm>
            <a:off x="7941473" y="2961133"/>
            <a:ext cx="557207" cy="380903"/>
          </a:xfrm>
          <a:prstGeom prst="rect">
            <a:avLst/>
          </a:prstGeom>
        </p:spPr>
      </p:pic>
      <p:pic>
        <p:nvPicPr>
          <p:cNvPr id="22" name="Picture 21" descr="A cartoon of a house&#10;&#10;Description automatically generated">
            <a:extLst>
              <a:ext uri="{FF2B5EF4-FFF2-40B4-BE49-F238E27FC236}">
                <a16:creationId xmlns:a16="http://schemas.microsoft.com/office/drawing/2014/main" id="{C87D861A-0C6D-88B7-E8C9-A9CD846054A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979" t="16772" r="6125" b="17295"/>
          <a:stretch/>
        </p:blipFill>
        <p:spPr>
          <a:xfrm>
            <a:off x="6791333" y="3359944"/>
            <a:ext cx="557206" cy="371475"/>
          </a:xfrm>
          <a:prstGeom prst="rect">
            <a:avLst/>
          </a:prstGeom>
        </p:spPr>
      </p:pic>
      <p:pic>
        <p:nvPicPr>
          <p:cNvPr id="23" name="Picture 22" descr="A cartoon of a house&#10;&#10;Description automatically generated">
            <a:extLst>
              <a:ext uri="{FF2B5EF4-FFF2-40B4-BE49-F238E27FC236}">
                <a16:creationId xmlns:a16="http://schemas.microsoft.com/office/drawing/2014/main" id="{B72EBC92-C982-E842-89A8-1D54FE9C365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76" t="14110" r="7027" b="18284"/>
          <a:stretch/>
        </p:blipFill>
        <p:spPr>
          <a:xfrm>
            <a:off x="8394253" y="1897752"/>
            <a:ext cx="557212" cy="38090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7C9CF2-C017-5178-5714-0857AADFD94D}"/>
              </a:ext>
            </a:extLst>
          </p:cNvPr>
          <p:cNvSpPr txBox="1"/>
          <p:nvPr/>
        </p:nvSpPr>
        <p:spPr>
          <a:xfrm>
            <a:off x="1628986" y="5644393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For two-dimensional data, we need to get the variance of the</a:t>
            </a:r>
            <a:r>
              <a:rPr lang="en-PH" sz="2500" dirty="0">
                <a:solidFill>
                  <a:srgbClr val="002060"/>
                </a:solidFill>
              </a:rPr>
              <a:t> </a:t>
            </a:r>
            <a:r>
              <a:rPr lang="en-PH" sz="2500" b="1" dirty="0">
                <a:solidFill>
                  <a:srgbClr val="002060"/>
                </a:solidFill>
              </a:rPr>
              <a:t>x-axis (x-variance)</a:t>
            </a:r>
            <a:r>
              <a:rPr lang="en-PH" sz="2500" dirty="0">
                <a:solidFill>
                  <a:srgbClr val="002060"/>
                </a:solidFill>
              </a:rPr>
              <a:t>….</a:t>
            </a:r>
          </a:p>
        </p:txBody>
      </p:sp>
    </p:spTree>
    <p:extLst>
      <p:ext uri="{BB962C8B-B14F-4D97-AF65-F5344CB8AC3E}">
        <p14:creationId xmlns:p14="http://schemas.microsoft.com/office/powerpoint/2010/main" val="3876638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-2.22222E-6 L 2.5E-6 0.25926 " pathEditMode="relative" rAng="0" ptsTypes="AA">
                                      <p:cBhvr>
                                        <p:cTn id="9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2963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-4.81481E-6 L 2.5E-6 0.3669 " pathEditMode="relative" rAng="0" ptsTypes="AA">
                                      <p:cBhvr>
                                        <p:cTn id="11" dur="2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8333"/>
                                    </p:animMotion>
                                  </p:childTnLst>
                                </p:cTn>
                              </p:par>
                              <p:par>
                                <p:cTn id="12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4.07407E-6 L 4.16667E-7 0.24236 " pathEditMode="relative" rAng="0" ptsTypes="AA">
                                      <p:cBhvr>
                                        <p:cTn id="13" dur="2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2106"/>
                                    </p:animMotion>
                                  </p:childTnLst>
                                </p:cTn>
                              </p:par>
                              <p:par>
                                <p:cTn id="14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29167E-6 3.7037E-7 L -0.00013 0.20231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" y="1011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79167E-6 -4.81481E-6 L -0.00027 0.3669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" y="18333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25E-6 -7.40741E-7 L 1.25E-6 0.26065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3032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875E-6 1.85185E-6 L 0.00221 0.41296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4" y="2064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90E6DBA-111F-E1BA-1210-4D8C8D24E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06AD0EF-A0F6-B42A-B5C5-70D20CEC5359}"/>
              </a:ext>
            </a:extLst>
          </p:cNvPr>
          <p:cNvCxnSpPr>
            <a:cxnSpLocks/>
          </p:cNvCxnSpPr>
          <p:nvPr/>
        </p:nvCxnSpPr>
        <p:spPr>
          <a:xfrm flipV="1">
            <a:off x="2897634" y="1610592"/>
            <a:ext cx="0" cy="337947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8" name="Picture 17" descr="A cartoon of a house&#10;&#10;Description automatically generated">
            <a:extLst>
              <a:ext uri="{FF2B5EF4-FFF2-40B4-BE49-F238E27FC236}">
                <a16:creationId xmlns:a16="http://schemas.microsoft.com/office/drawing/2014/main" id="{55F0334F-636F-1523-15C1-BEC332EEC73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4745080" y="2964656"/>
            <a:ext cx="531769" cy="377380"/>
          </a:xfrm>
          <a:prstGeom prst="rect">
            <a:avLst/>
          </a:prstGeom>
        </p:spPr>
      </p:pic>
      <p:pic>
        <p:nvPicPr>
          <p:cNvPr id="50" name="Picture 49" descr="A cartoon of a house&#10;&#10;Description automatically generated">
            <a:extLst>
              <a:ext uri="{FF2B5EF4-FFF2-40B4-BE49-F238E27FC236}">
                <a16:creationId xmlns:a16="http://schemas.microsoft.com/office/drawing/2014/main" id="{59CBE193-96F2-6B39-8342-57B1461583B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44" t="17245" r="7960" b="16821"/>
          <a:stretch/>
        </p:blipFill>
        <p:spPr>
          <a:xfrm>
            <a:off x="5645944" y="2231231"/>
            <a:ext cx="557211" cy="371475"/>
          </a:xfrm>
          <a:prstGeom prst="rect">
            <a:avLst/>
          </a:prstGeom>
        </p:spPr>
      </p:pic>
      <p:pic>
        <p:nvPicPr>
          <p:cNvPr id="51" name="Picture 50" descr="A cartoon of a house&#10;&#10;Description automatically generated">
            <a:extLst>
              <a:ext uri="{FF2B5EF4-FFF2-40B4-BE49-F238E27FC236}">
                <a16:creationId xmlns:a16="http://schemas.microsoft.com/office/drawing/2014/main" id="{9A976CA3-480A-91AD-19CB-F4DA4E9D4C1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689" t="16899" r="7416" b="17168"/>
          <a:stretch/>
        </p:blipFill>
        <p:spPr>
          <a:xfrm>
            <a:off x="6043620" y="3078956"/>
            <a:ext cx="557205" cy="371475"/>
          </a:xfrm>
          <a:prstGeom prst="rect">
            <a:avLst/>
          </a:prstGeom>
        </p:spPr>
      </p:pic>
      <p:pic>
        <p:nvPicPr>
          <p:cNvPr id="52" name="Picture 51" descr="A cartoon of a house&#10;&#10;Description automatically generated">
            <a:extLst>
              <a:ext uri="{FF2B5EF4-FFF2-40B4-BE49-F238E27FC236}">
                <a16:creationId xmlns:a16="http://schemas.microsoft.com/office/drawing/2014/main" id="{915F10F7-80F1-2B05-E39B-2A7FF5F46B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06" t="17245" r="6699" b="16822"/>
          <a:stretch/>
        </p:blipFill>
        <p:spPr>
          <a:xfrm>
            <a:off x="7229477" y="2231231"/>
            <a:ext cx="557206" cy="371475"/>
          </a:xfrm>
          <a:prstGeom prst="rect">
            <a:avLst/>
          </a:prstGeom>
        </p:spPr>
      </p:pic>
      <p:pic>
        <p:nvPicPr>
          <p:cNvPr id="69" name="Picture 68" descr="A cartoon of a house&#10;&#10;Description automatically generated">
            <a:extLst>
              <a:ext uri="{FF2B5EF4-FFF2-40B4-BE49-F238E27FC236}">
                <a16:creationId xmlns:a16="http://schemas.microsoft.com/office/drawing/2014/main" id="{BB16D30E-8328-2FAF-26F1-7D76ABA2464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612" t="16959" r="8493" b="15435"/>
          <a:stretch/>
        </p:blipFill>
        <p:spPr>
          <a:xfrm>
            <a:off x="7941473" y="2961133"/>
            <a:ext cx="557207" cy="380903"/>
          </a:xfrm>
          <a:prstGeom prst="rect">
            <a:avLst/>
          </a:prstGeom>
        </p:spPr>
      </p:pic>
      <p:pic>
        <p:nvPicPr>
          <p:cNvPr id="70" name="Picture 69" descr="A cartoon of a house&#10;&#10;Description automatically generated">
            <a:extLst>
              <a:ext uri="{FF2B5EF4-FFF2-40B4-BE49-F238E27FC236}">
                <a16:creationId xmlns:a16="http://schemas.microsoft.com/office/drawing/2014/main" id="{FB691D04-AA40-1EFF-44BA-3821CFC3F4D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979" t="16772" r="6125" b="17295"/>
          <a:stretch/>
        </p:blipFill>
        <p:spPr>
          <a:xfrm>
            <a:off x="6791333" y="3359944"/>
            <a:ext cx="557206" cy="371475"/>
          </a:xfrm>
          <a:prstGeom prst="rect">
            <a:avLst/>
          </a:prstGeom>
        </p:spPr>
      </p:pic>
      <p:pic>
        <p:nvPicPr>
          <p:cNvPr id="71" name="Picture 70" descr="A cartoon of a house&#10;&#10;Description automatically generated">
            <a:extLst>
              <a:ext uri="{FF2B5EF4-FFF2-40B4-BE49-F238E27FC236}">
                <a16:creationId xmlns:a16="http://schemas.microsoft.com/office/drawing/2014/main" id="{ED7AD9C3-CE1C-EF8D-EE6D-51E38BBE83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76" t="14110" r="7027" b="18284"/>
          <a:stretch/>
        </p:blipFill>
        <p:spPr>
          <a:xfrm>
            <a:off x="8394253" y="1897752"/>
            <a:ext cx="557212" cy="380903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E6737F52-F7EE-CB1D-6049-CADBB636AC12}"/>
              </a:ext>
            </a:extLst>
          </p:cNvPr>
          <p:cNvCxnSpPr>
            <a:cxnSpLocks/>
          </p:cNvCxnSpPr>
          <p:nvPr/>
        </p:nvCxnSpPr>
        <p:spPr>
          <a:xfrm>
            <a:off x="2897634" y="4960248"/>
            <a:ext cx="6840726" cy="298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" name="Picture 2" descr="A cartoon of a house&#10;&#10;Description automatically generated">
            <a:extLst>
              <a:ext uri="{FF2B5EF4-FFF2-40B4-BE49-F238E27FC236}">
                <a16:creationId xmlns:a16="http://schemas.microsoft.com/office/drawing/2014/main" id="{063ED36E-F4B6-ABC7-B6E2-F84FCE612E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7453" y="2865589"/>
            <a:ext cx="664167" cy="563411"/>
          </a:xfrm>
          <a:prstGeom prst="rect">
            <a:avLst/>
          </a:prstGeom>
        </p:spPr>
      </p:pic>
      <p:pic>
        <p:nvPicPr>
          <p:cNvPr id="4" name="Picture 3" descr="A cartoon of a house&#10;&#10;Description automatically generated">
            <a:extLst>
              <a:ext uri="{FF2B5EF4-FFF2-40B4-BE49-F238E27FC236}">
                <a16:creationId xmlns:a16="http://schemas.microsoft.com/office/drawing/2014/main" id="{79878691-E9BD-0A1E-382A-11F4AEBA3C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853" y="2134069"/>
            <a:ext cx="664167" cy="563411"/>
          </a:xfrm>
          <a:prstGeom prst="rect">
            <a:avLst/>
          </a:prstGeom>
        </p:spPr>
      </p:pic>
      <p:pic>
        <p:nvPicPr>
          <p:cNvPr id="5" name="Picture 4" descr="A cartoon of a house&#10;&#10;Description automatically generated">
            <a:extLst>
              <a:ext uri="{FF2B5EF4-FFF2-40B4-BE49-F238E27FC236}">
                <a16:creationId xmlns:a16="http://schemas.microsoft.com/office/drawing/2014/main" id="{744AD8A4-35A4-A8C5-B904-9F38873E3E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5914" y="2983747"/>
            <a:ext cx="664167" cy="563411"/>
          </a:xfrm>
          <a:prstGeom prst="rect">
            <a:avLst/>
          </a:prstGeom>
        </p:spPr>
      </p:pic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9247AA7E-E1C5-9C96-F5AF-8D0A42F626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7014" y="2134068"/>
            <a:ext cx="664167" cy="563411"/>
          </a:xfrm>
          <a:prstGeom prst="rect">
            <a:avLst/>
          </a:prstGeom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42C73A9B-BACC-8583-2E47-643BB72B92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0914" y="2865589"/>
            <a:ext cx="664167" cy="563411"/>
          </a:xfrm>
          <a:prstGeom prst="rect">
            <a:avLst/>
          </a:prstGeom>
        </p:spPr>
      </p:pic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009F0BFD-589A-51B2-6BDB-BC31B1BBB2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5054" y="3265452"/>
            <a:ext cx="664167" cy="563411"/>
          </a:xfrm>
          <a:prstGeom prst="rect">
            <a:avLst/>
          </a:prstGeom>
        </p:spPr>
      </p:pic>
      <p:pic>
        <p:nvPicPr>
          <p:cNvPr id="11" name="Picture 10" descr="A cartoon of a house&#10;&#10;Description automatically generated">
            <a:extLst>
              <a:ext uri="{FF2B5EF4-FFF2-40B4-BE49-F238E27FC236}">
                <a16:creationId xmlns:a16="http://schemas.microsoft.com/office/drawing/2014/main" id="{9E35CCE4-73D6-35FA-E8E5-F2516B3C7A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3970" y="1818260"/>
            <a:ext cx="664167" cy="563411"/>
          </a:xfrm>
          <a:prstGeom prst="rect">
            <a:avLst/>
          </a:prstGeom>
        </p:spPr>
      </p:pic>
      <p:pic>
        <p:nvPicPr>
          <p:cNvPr id="6" name="Picture 5" descr="A cartoon of a house&#10;&#10;Description automatically generated">
            <a:extLst>
              <a:ext uri="{FF2B5EF4-FFF2-40B4-BE49-F238E27FC236}">
                <a16:creationId xmlns:a16="http://schemas.microsoft.com/office/drawing/2014/main" id="{453A1836-1635-BF88-22D6-83066289919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4745079" y="4771558"/>
            <a:ext cx="531769" cy="377380"/>
          </a:xfrm>
          <a:prstGeom prst="rect">
            <a:avLst/>
          </a:prstGeom>
        </p:spPr>
      </p:pic>
      <p:pic>
        <p:nvPicPr>
          <p:cNvPr id="12" name="Picture 11" descr="A cartoon of a house&#10;&#10;Description automatically generated">
            <a:extLst>
              <a:ext uri="{FF2B5EF4-FFF2-40B4-BE49-F238E27FC236}">
                <a16:creationId xmlns:a16="http://schemas.microsoft.com/office/drawing/2014/main" id="{B53601E3-4126-3E76-5694-4B7A2EA36A0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44" t="17245" r="7960" b="16821"/>
          <a:stretch/>
        </p:blipFill>
        <p:spPr>
          <a:xfrm>
            <a:off x="5645943" y="4771558"/>
            <a:ext cx="557211" cy="371475"/>
          </a:xfrm>
          <a:prstGeom prst="rect">
            <a:avLst/>
          </a:prstGeom>
        </p:spPr>
      </p:pic>
      <p:pic>
        <p:nvPicPr>
          <p:cNvPr id="13" name="Picture 12" descr="A cartoon of a house&#10;&#10;Description automatically generated">
            <a:extLst>
              <a:ext uri="{FF2B5EF4-FFF2-40B4-BE49-F238E27FC236}">
                <a16:creationId xmlns:a16="http://schemas.microsoft.com/office/drawing/2014/main" id="{D0483495-3254-A1AE-78E8-FD238324F4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689" t="16899" r="7416" b="17168"/>
          <a:stretch/>
        </p:blipFill>
        <p:spPr>
          <a:xfrm>
            <a:off x="6043620" y="4771558"/>
            <a:ext cx="557205" cy="371475"/>
          </a:xfrm>
          <a:prstGeom prst="rect">
            <a:avLst/>
          </a:prstGeom>
        </p:spPr>
      </p:pic>
      <p:pic>
        <p:nvPicPr>
          <p:cNvPr id="14" name="Picture 13" descr="A cartoon of a house&#10;&#10;Description automatically generated">
            <a:extLst>
              <a:ext uri="{FF2B5EF4-FFF2-40B4-BE49-F238E27FC236}">
                <a16:creationId xmlns:a16="http://schemas.microsoft.com/office/drawing/2014/main" id="{73A7E8A0-020B-FEAE-829C-3268348C37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979" t="16772" r="6125" b="17295"/>
          <a:stretch/>
        </p:blipFill>
        <p:spPr>
          <a:xfrm>
            <a:off x="6791333" y="4771557"/>
            <a:ext cx="557206" cy="371475"/>
          </a:xfrm>
          <a:prstGeom prst="rect">
            <a:avLst/>
          </a:prstGeom>
        </p:spPr>
      </p:pic>
      <p:pic>
        <p:nvPicPr>
          <p:cNvPr id="15" name="Picture 14" descr="A cartoon of a house&#10;&#10;Description automatically generated">
            <a:extLst>
              <a:ext uri="{FF2B5EF4-FFF2-40B4-BE49-F238E27FC236}">
                <a16:creationId xmlns:a16="http://schemas.microsoft.com/office/drawing/2014/main" id="{A3FBF643-FE48-D3BF-98FF-34373F43921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06" t="17245" r="6699" b="16822"/>
          <a:stretch/>
        </p:blipFill>
        <p:spPr>
          <a:xfrm>
            <a:off x="7229477" y="4771557"/>
            <a:ext cx="557206" cy="371475"/>
          </a:xfrm>
          <a:prstGeom prst="rect">
            <a:avLst/>
          </a:prstGeom>
        </p:spPr>
      </p:pic>
      <p:pic>
        <p:nvPicPr>
          <p:cNvPr id="16" name="Picture 15" descr="A cartoon of a house&#10;&#10;Description automatically generated">
            <a:extLst>
              <a:ext uri="{FF2B5EF4-FFF2-40B4-BE49-F238E27FC236}">
                <a16:creationId xmlns:a16="http://schemas.microsoft.com/office/drawing/2014/main" id="{2DE9DCE1-7A6A-DF7E-DA37-75094E6E80B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612" t="16959" r="8493" b="15435"/>
          <a:stretch/>
        </p:blipFill>
        <p:spPr>
          <a:xfrm>
            <a:off x="7941473" y="4762129"/>
            <a:ext cx="557207" cy="380903"/>
          </a:xfrm>
          <a:prstGeom prst="rect">
            <a:avLst/>
          </a:prstGeom>
        </p:spPr>
      </p:pic>
      <p:pic>
        <p:nvPicPr>
          <p:cNvPr id="17" name="Picture 16" descr="A cartoon of a house&#10;&#10;Description automatically generated">
            <a:extLst>
              <a:ext uri="{FF2B5EF4-FFF2-40B4-BE49-F238E27FC236}">
                <a16:creationId xmlns:a16="http://schemas.microsoft.com/office/drawing/2014/main" id="{51048E0A-9C3C-6B36-8457-A388BBA9242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76" t="14110" r="7027" b="18284"/>
          <a:stretch/>
        </p:blipFill>
        <p:spPr>
          <a:xfrm>
            <a:off x="8394253" y="4762128"/>
            <a:ext cx="557212" cy="38090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E60E3F0C-CCA4-4B1C-C1E1-8327459B690B}"/>
              </a:ext>
            </a:extLst>
          </p:cNvPr>
          <p:cNvSpPr txBox="1"/>
          <p:nvPr/>
        </p:nvSpPr>
        <p:spPr>
          <a:xfrm>
            <a:off x="1628986" y="5644393"/>
            <a:ext cx="8934027" cy="477054"/>
          </a:xfrm>
          <a:custGeom>
            <a:avLst/>
            <a:gdLst>
              <a:gd name="connsiteX0" fmla="*/ 0 w 8934027"/>
              <a:gd name="connsiteY0" fmla="*/ 0 h 477054"/>
              <a:gd name="connsiteX1" fmla="*/ 774282 w 8934027"/>
              <a:gd name="connsiteY1" fmla="*/ 0 h 477054"/>
              <a:gd name="connsiteX2" fmla="*/ 1548565 w 8934027"/>
              <a:gd name="connsiteY2" fmla="*/ 0 h 477054"/>
              <a:gd name="connsiteX3" fmla="*/ 2233507 w 8934027"/>
              <a:gd name="connsiteY3" fmla="*/ 0 h 477054"/>
              <a:gd name="connsiteX4" fmla="*/ 2829109 w 8934027"/>
              <a:gd name="connsiteY4" fmla="*/ 0 h 477054"/>
              <a:gd name="connsiteX5" fmla="*/ 3246030 w 8934027"/>
              <a:gd name="connsiteY5" fmla="*/ 0 h 477054"/>
              <a:gd name="connsiteX6" fmla="*/ 3662951 w 8934027"/>
              <a:gd name="connsiteY6" fmla="*/ 0 h 477054"/>
              <a:gd name="connsiteX7" fmla="*/ 4079872 w 8934027"/>
              <a:gd name="connsiteY7" fmla="*/ 0 h 477054"/>
              <a:gd name="connsiteX8" fmla="*/ 4854155 w 8934027"/>
              <a:gd name="connsiteY8" fmla="*/ 0 h 477054"/>
              <a:gd name="connsiteX9" fmla="*/ 5628437 w 8934027"/>
              <a:gd name="connsiteY9" fmla="*/ 0 h 477054"/>
              <a:gd name="connsiteX10" fmla="*/ 6045358 w 8934027"/>
              <a:gd name="connsiteY10" fmla="*/ 0 h 477054"/>
              <a:gd name="connsiteX11" fmla="*/ 6551620 w 8934027"/>
              <a:gd name="connsiteY11" fmla="*/ 0 h 477054"/>
              <a:gd name="connsiteX12" fmla="*/ 7236562 w 8934027"/>
              <a:gd name="connsiteY12" fmla="*/ 0 h 477054"/>
              <a:gd name="connsiteX13" fmla="*/ 7832164 w 8934027"/>
              <a:gd name="connsiteY13" fmla="*/ 0 h 477054"/>
              <a:gd name="connsiteX14" fmla="*/ 8249085 w 8934027"/>
              <a:gd name="connsiteY14" fmla="*/ 0 h 477054"/>
              <a:gd name="connsiteX15" fmla="*/ 8934027 w 8934027"/>
              <a:gd name="connsiteY15" fmla="*/ 0 h 477054"/>
              <a:gd name="connsiteX16" fmla="*/ 8934027 w 8934027"/>
              <a:gd name="connsiteY16" fmla="*/ 477054 h 477054"/>
              <a:gd name="connsiteX17" fmla="*/ 8338425 w 8934027"/>
              <a:gd name="connsiteY17" fmla="*/ 477054 h 477054"/>
              <a:gd name="connsiteX18" fmla="*/ 7653483 w 8934027"/>
              <a:gd name="connsiteY18" fmla="*/ 477054 h 477054"/>
              <a:gd name="connsiteX19" fmla="*/ 7147222 w 8934027"/>
              <a:gd name="connsiteY19" fmla="*/ 477054 h 477054"/>
              <a:gd name="connsiteX20" fmla="*/ 6551620 w 8934027"/>
              <a:gd name="connsiteY20" fmla="*/ 477054 h 477054"/>
              <a:gd name="connsiteX21" fmla="*/ 5866678 w 8934027"/>
              <a:gd name="connsiteY21" fmla="*/ 477054 h 477054"/>
              <a:gd name="connsiteX22" fmla="*/ 5092395 w 8934027"/>
              <a:gd name="connsiteY22" fmla="*/ 477054 h 477054"/>
              <a:gd name="connsiteX23" fmla="*/ 4496794 w 8934027"/>
              <a:gd name="connsiteY23" fmla="*/ 477054 h 477054"/>
              <a:gd name="connsiteX24" fmla="*/ 4169213 w 8934027"/>
              <a:gd name="connsiteY24" fmla="*/ 477054 h 477054"/>
              <a:gd name="connsiteX25" fmla="*/ 3841632 w 8934027"/>
              <a:gd name="connsiteY25" fmla="*/ 477054 h 477054"/>
              <a:gd name="connsiteX26" fmla="*/ 3067349 w 8934027"/>
              <a:gd name="connsiteY26" fmla="*/ 477054 h 477054"/>
              <a:gd name="connsiteX27" fmla="*/ 2561088 w 8934027"/>
              <a:gd name="connsiteY27" fmla="*/ 477054 h 477054"/>
              <a:gd name="connsiteX28" fmla="*/ 1965486 w 8934027"/>
              <a:gd name="connsiteY28" fmla="*/ 477054 h 477054"/>
              <a:gd name="connsiteX29" fmla="*/ 1548565 w 8934027"/>
              <a:gd name="connsiteY29" fmla="*/ 477054 h 477054"/>
              <a:gd name="connsiteX30" fmla="*/ 1220984 w 8934027"/>
              <a:gd name="connsiteY30" fmla="*/ 477054 h 477054"/>
              <a:gd name="connsiteX31" fmla="*/ 804062 w 8934027"/>
              <a:gd name="connsiteY31" fmla="*/ 477054 h 477054"/>
              <a:gd name="connsiteX32" fmla="*/ 0 w 8934027"/>
              <a:gd name="connsiteY32" fmla="*/ 477054 h 477054"/>
              <a:gd name="connsiteX33" fmla="*/ 0 w 8934027"/>
              <a:gd name="connsiteY33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934027" h="47705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39149" y="130769"/>
                  <a:pt x="8921947" y="251796"/>
                  <a:pt x="8934027" y="477054"/>
                </a:cubicBezTo>
                <a:cubicBezTo>
                  <a:pt x="8784448" y="515362"/>
                  <a:pt x="8514235" y="450675"/>
                  <a:pt x="8338425" y="477054"/>
                </a:cubicBezTo>
                <a:cubicBezTo>
                  <a:pt x="8162615" y="503433"/>
                  <a:pt x="7913733" y="472186"/>
                  <a:pt x="7653483" y="477054"/>
                </a:cubicBezTo>
                <a:cubicBezTo>
                  <a:pt x="7393233" y="481922"/>
                  <a:pt x="7385509" y="445835"/>
                  <a:pt x="7147222" y="477054"/>
                </a:cubicBezTo>
                <a:cubicBezTo>
                  <a:pt x="6908935" y="508273"/>
                  <a:pt x="6825649" y="469006"/>
                  <a:pt x="6551620" y="477054"/>
                </a:cubicBezTo>
                <a:cubicBezTo>
                  <a:pt x="6277591" y="485102"/>
                  <a:pt x="6138934" y="452851"/>
                  <a:pt x="5866678" y="477054"/>
                </a:cubicBezTo>
                <a:cubicBezTo>
                  <a:pt x="5594422" y="501257"/>
                  <a:pt x="5379877" y="385662"/>
                  <a:pt x="5092395" y="477054"/>
                </a:cubicBezTo>
                <a:cubicBezTo>
                  <a:pt x="4804913" y="568446"/>
                  <a:pt x="4690755" y="413302"/>
                  <a:pt x="4496794" y="477054"/>
                </a:cubicBezTo>
                <a:cubicBezTo>
                  <a:pt x="4302833" y="540806"/>
                  <a:pt x="4331593" y="447335"/>
                  <a:pt x="4169213" y="477054"/>
                </a:cubicBezTo>
                <a:cubicBezTo>
                  <a:pt x="4006833" y="506773"/>
                  <a:pt x="3928434" y="446378"/>
                  <a:pt x="3841632" y="477054"/>
                </a:cubicBezTo>
                <a:cubicBezTo>
                  <a:pt x="3754830" y="507730"/>
                  <a:pt x="3360355" y="400703"/>
                  <a:pt x="3067349" y="477054"/>
                </a:cubicBezTo>
                <a:cubicBezTo>
                  <a:pt x="2774343" y="553405"/>
                  <a:pt x="2713042" y="476131"/>
                  <a:pt x="2561088" y="477054"/>
                </a:cubicBezTo>
                <a:cubicBezTo>
                  <a:pt x="2409134" y="477977"/>
                  <a:pt x="2166557" y="436725"/>
                  <a:pt x="1965486" y="477054"/>
                </a:cubicBezTo>
                <a:cubicBezTo>
                  <a:pt x="1764415" y="517383"/>
                  <a:pt x="1696036" y="468841"/>
                  <a:pt x="1548565" y="477054"/>
                </a:cubicBezTo>
                <a:cubicBezTo>
                  <a:pt x="1401094" y="485267"/>
                  <a:pt x="1382342" y="438932"/>
                  <a:pt x="1220984" y="477054"/>
                </a:cubicBezTo>
                <a:cubicBezTo>
                  <a:pt x="1059626" y="515176"/>
                  <a:pt x="1012191" y="463191"/>
                  <a:pt x="804062" y="477054"/>
                </a:cubicBezTo>
                <a:cubicBezTo>
                  <a:pt x="595933" y="490917"/>
                  <a:pt x="360009" y="436689"/>
                  <a:pt x="0" y="477054"/>
                </a:cubicBezTo>
                <a:cubicBezTo>
                  <a:pt x="-29239" y="296702"/>
                  <a:pt x="30747" y="186312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dirty="0"/>
              <a:t>And the of the </a:t>
            </a:r>
            <a:r>
              <a:rPr lang="en-PH" sz="2500" b="1" dirty="0">
                <a:solidFill>
                  <a:srgbClr val="002060"/>
                </a:solidFill>
              </a:rPr>
              <a:t>y-axis (y-variance)</a:t>
            </a:r>
            <a:r>
              <a:rPr lang="en-PH" sz="2500" dirty="0">
                <a:solidFill>
                  <a:srgbClr val="00206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580762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-2.22222E-6 L -0.1694 -0.00046 " pathEditMode="relative" rAng="0" ptsTypes="AA">
                                      <p:cBhvr>
                                        <p:cTn id="9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477" y="-23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-4.81481E-6 L -0.24466 0.00024 " pathEditMode="relative" rAng="0" ptsTypes="AA">
                                      <p:cBhvr>
                                        <p:cTn id="11" dur="2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240" y="0"/>
                                    </p:animMotion>
                                  </p:childTnLst>
                                </p:cTn>
                              </p:par>
                              <p:par>
                                <p:cTn id="12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4.07407E-6 L -0.27786 0.00046 " pathEditMode="relative" rAng="0" ptsTypes="AA">
                                      <p:cBhvr>
                                        <p:cTn id="13" dur="2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893" y="23"/>
                                    </p:animMotion>
                                  </p:childTnLst>
                                </p:cTn>
                              </p:par>
                              <p:par>
                                <p:cTn id="14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29167E-6 3.7037E-7 L -0.33919 -0.0004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966" y="-23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79167E-6 -4.81481E-6 L -0.3737 0.00116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685" y="46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25E-6 -7.40741E-7 L -0.4319 -7.40741E-7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1602" y="0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875E-6 1.85185E-6 L -0.47018 0.00116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3516" y="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3C44624-FF3F-3E9D-068F-C84B142B5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74A0EF0-5506-675D-09C9-AB5CEF4B19C5}"/>
              </a:ext>
            </a:extLst>
          </p:cNvPr>
          <p:cNvCxnSpPr>
            <a:cxnSpLocks/>
          </p:cNvCxnSpPr>
          <p:nvPr/>
        </p:nvCxnSpPr>
        <p:spPr>
          <a:xfrm flipV="1">
            <a:off x="2897634" y="1610592"/>
            <a:ext cx="0" cy="337947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8" name="Picture 17" descr="A cartoon of a house&#10;&#10;Description automatically generated">
            <a:extLst>
              <a:ext uri="{FF2B5EF4-FFF2-40B4-BE49-F238E27FC236}">
                <a16:creationId xmlns:a16="http://schemas.microsoft.com/office/drawing/2014/main" id="{5FA9045B-CFCB-E985-46CB-64D48F8C416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4745080" y="2964656"/>
            <a:ext cx="531769" cy="377380"/>
          </a:xfrm>
          <a:prstGeom prst="rect">
            <a:avLst/>
          </a:prstGeom>
        </p:spPr>
      </p:pic>
      <p:pic>
        <p:nvPicPr>
          <p:cNvPr id="50" name="Picture 49" descr="A cartoon of a house&#10;&#10;Description automatically generated">
            <a:extLst>
              <a:ext uri="{FF2B5EF4-FFF2-40B4-BE49-F238E27FC236}">
                <a16:creationId xmlns:a16="http://schemas.microsoft.com/office/drawing/2014/main" id="{A42D830C-419A-4F4A-1DC4-E542A1C0B2F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44" t="17245" r="7960" b="16821"/>
          <a:stretch/>
        </p:blipFill>
        <p:spPr>
          <a:xfrm>
            <a:off x="5645944" y="2231231"/>
            <a:ext cx="557211" cy="371475"/>
          </a:xfrm>
          <a:prstGeom prst="rect">
            <a:avLst/>
          </a:prstGeom>
        </p:spPr>
      </p:pic>
      <p:pic>
        <p:nvPicPr>
          <p:cNvPr id="51" name="Picture 50" descr="A cartoon of a house&#10;&#10;Description automatically generated">
            <a:extLst>
              <a:ext uri="{FF2B5EF4-FFF2-40B4-BE49-F238E27FC236}">
                <a16:creationId xmlns:a16="http://schemas.microsoft.com/office/drawing/2014/main" id="{801F7023-006E-966A-7F2E-C3CFAAFF6F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689" t="16899" r="7416" b="17168"/>
          <a:stretch/>
        </p:blipFill>
        <p:spPr>
          <a:xfrm>
            <a:off x="6043620" y="3078956"/>
            <a:ext cx="557205" cy="371475"/>
          </a:xfrm>
          <a:prstGeom prst="rect">
            <a:avLst/>
          </a:prstGeom>
        </p:spPr>
      </p:pic>
      <p:pic>
        <p:nvPicPr>
          <p:cNvPr id="52" name="Picture 51" descr="A cartoon of a house&#10;&#10;Description automatically generated">
            <a:extLst>
              <a:ext uri="{FF2B5EF4-FFF2-40B4-BE49-F238E27FC236}">
                <a16:creationId xmlns:a16="http://schemas.microsoft.com/office/drawing/2014/main" id="{7C516476-F1E7-D278-8C39-6279285D662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06" t="17245" r="6699" b="16822"/>
          <a:stretch/>
        </p:blipFill>
        <p:spPr>
          <a:xfrm>
            <a:off x="7229477" y="2231231"/>
            <a:ext cx="557206" cy="371475"/>
          </a:xfrm>
          <a:prstGeom prst="rect">
            <a:avLst/>
          </a:prstGeom>
        </p:spPr>
      </p:pic>
      <p:pic>
        <p:nvPicPr>
          <p:cNvPr id="69" name="Picture 68" descr="A cartoon of a house&#10;&#10;Description automatically generated">
            <a:extLst>
              <a:ext uri="{FF2B5EF4-FFF2-40B4-BE49-F238E27FC236}">
                <a16:creationId xmlns:a16="http://schemas.microsoft.com/office/drawing/2014/main" id="{2657F836-8C90-FB4B-ECA6-BD603F722D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612" t="16959" r="8493" b="15435"/>
          <a:stretch/>
        </p:blipFill>
        <p:spPr>
          <a:xfrm>
            <a:off x="7941473" y="2961133"/>
            <a:ext cx="557207" cy="380903"/>
          </a:xfrm>
          <a:prstGeom prst="rect">
            <a:avLst/>
          </a:prstGeom>
        </p:spPr>
      </p:pic>
      <p:pic>
        <p:nvPicPr>
          <p:cNvPr id="70" name="Picture 69" descr="A cartoon of a house&#10;&#10;Description automatically generated">
            <a:extLst>
              <a:ext uri="{FF2B5EF4-FFF2-40B4-BE49-F238E27FC236}">
                <a16:creationId xmlns:a16="http://schemas.microsoft.com/office/drawing/2014/main" id="{BD8A150B-B228-856A-61C2-E37996EDB15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979" t="16772" r="6125" b="17295"/>
          <a:stretch/>
        </p:blipFill>
        <p:spPr>
          <a:xfrm>
            <a:off x="6791333" y="3359944"/>
            <a:ext cx="557206" cy="371475"/>
          </a:xfrm>
          <a:prstGeom prst="rect">
            <a:avLst/>
          </a:prstGeom>
        </p:spPr>
      </p:pic>
      <p:pic>
        <p:nvPicPr>
          <p:cNvPr id="71" name="Picture 70" descr="A cartoon of a house&#10;&#10;Description automatically generated">
            <a:extLst>
              <a:ext uri="{FF2B5EF4-FFF2-40B4-BE49-F238E27FC236}">
                <a16:creationId xmlns:a16="http://schemas.microsoft.com/office/drawing/2014/main" id="{8F1FEA30-F290-C777-AB4E-ED23D933165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76" t="14110" r="7027" b="18284"/>
          <a:stretch/>
        </p:blipFill>
        <p:spPr>
          <a:xfrm>
            <a:off x="8394253" y="1897752"/>
            <a:ext cx="557212" cy="380903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BA560100-1A3B-3DC8-1B4F-5C2A8AAC0D6C}"/>
              </a:ext>
            </a:extLst>
          </p:cNvPr>
          <p:cNvCxnSpPr>
            <a:cxnSpLocks/>
          </p:cNvCxnSpPr>
          <p:nvPr/>
        </p:nvCxnSpPr>
        <p:spPr>
          <a:xfrm>
            <a:off x="2897634" y="4960248"/>
            <a:ext cx="6840726" cy="298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" name="Picture 2" descr="A cartoon of a house&#10;&#10;Description automatically generated">
            <a:extLst>
              <a:ext uri="{FF2B5EF4-FFF2-40B4-BE49-F238E27FC236}">
                <a16:creationId xmlns:a16="http://schemas.microsoft.com/office/drawing/2014/main" id="{917C58AB-A1E4-AD2A-46F7-0DD37FD032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7453" y="2865589"/>
            <a:ext cx="664167" cy="563411"/>
          </a:xfrm>
          <a:prstGeom prst="rect">
            <a:avLst/>
          </a:prstGeom>
        </p:spPr>
      </p:pic>
      <p:pic>
        <p:nvPicPr>
          <p:cNvPr id="4" name="Picture 3" descr="A cartoon of a house&#10;&#10;Description automatically generated">
            <a:extLst>
              <a:ext uri="{FF2B5EF4-FFF2-40B4-BE49-F238E27FC236}">
                <a16:creationId xmlns:a16="http://schemas.microsoft.com/office/drawing/2014/main" id="{EB095E43-ACD4-905E-11B0-5507936B5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853" y="2134069"/>
            <a:ext cx="664167" cy="563411"/>
          </a:xfrm>
          <a:prstGeom prst="rect">
            <a:avLst/>
          </a:prstGeom>
        </p:spPr>
      </p:pic>
      <p:pic>
        <p:nvPicPr>
          <p:cNvPr id="5" name="Picture 4" descr="A cartoon of a house&#10;&#10;Description automatically generated">
            <a:extLst>
              <a:ext uri="{FF2B5EF4-FFF2-40B4-BE49-F238E27FC236}">
                <a16:creationId xmlns:a16="http://schemas.microsoft.com/office/drawing/2014/main" id="{9C3CFF32-F451-08E9-2E76-519DFA5E1A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5914" y="2983747"/>
            <a:ext cx="664167" cy="563411"/>
          </a:xfrm>
          <a:prstGeom prst="rect">
            <a:avLst/>
          </a:prstGeom>
        </p:spPr>
      </p:pic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E5E4634E-8867-BD55-0636-6655FD7557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7014" y="2134068"/>
            <a:ext cx="664167" cy="563411"/>
          </a:xfrm>
          <a:prstGeom prst="rect">
            <a:avLst/>
          </a:prstGeom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824B1448-11F3-EC06-F1BF-9F35D960B7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0914" y="2865589"/>
            <a:ext cx="664167" cy="563411"/>
          </a:xfrm>
          <a:prstGeom prst="rect">
            <a:avLst/>
          </a:prstGeom>
        </p:spPr>
      </p:pic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8ED42E17-BC3B-D8CE-1A1A-6C28156F41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5054" y="3265452"/>
            <a:ext cx="664167" cy="563411"/>
          </a:xfrm>
          <a:prstGeom prst="rect">
            <a:avLst/>
          </a:prstGeom>
        </p:spPr>
      </p:pic>
      <p:pic>
        <p:nvPicPr>
          <p:cNvPr id="11" name="Picture 10" descr="A cartoon of a house&#10;&#10;Description automatically generated">
            <a:extLst>
              <a:ext uri="{FF2B5EF4-FFF2-40B4-BE49-F238E27FC236}">
                <a16:creationId xmlns:a16="http://schemas.microsoft.com/office/drawing/2014/main" id="{73692015-6C04-52FA-ED98-0BBA2134C1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3970" y="1818260"/>
            <a:ext cx="664167" cy="563411"/>
          </a:xfrm>
          <a:prstGeom prst="rect">
            <a:avLst/>
          </a:prstGeom>
        </p:spPr>
      </p:pic>
      <p:pic>
        <p:nvPicPr>
          <p:cNvPr id="6" name="Picture 5" descr="A cartoon of a house&#10;&#10;Description automatically generated">
            <a:extLst>
              <a:ext uri="{FF2B5EF4-FFF2-40B4-BE49-F238E27FC236}">
                <a16:creationId xmlns:a16="http://schemas.microsoft.com/office/drawing/2014/main" id="{5B8BDA55-D388-7D8E-5DC3-36C7AAE0C44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4745079" y="4771558"/>
            <a:ext cx="531769" cy="377380"/>
          </a:xfrm>
          <a:prstGeom prst="rect">
            <a:avLst/>
          </a:prstGeom>
        </p:spPr>
      </p:pic>
      <p:pic>
        <p:nvPicPr>
          <p:cNvPr id="12" name="Picture 11" descr="A cartoon of a house&#10;&#10;Description automatically generated">
            <a:extLst>
              <a:ext uri="{FF2B5EF4-FFF2-40B4-BE49-F238E27FC236}">
                <a16:creationId xmlns:a16="http://schemas.microsoft.com/office/drawing/2014/main" id="{6EE2DBD6-1732-5DAF-F0F0-01B8C798ACD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44" t="17245" r="7960" b="16821"/>
          <a:stretch/>
        </p:blipFill>
        <p:spPr>
          <a:xfrm>
            <a:off x="5645943" y="4771558"/>
            <a:ext cx="557211" cy="371475"/>
          </a:xfrm>
          <a:prstGeom prst="rect">
            <a:avLst/>
          </a:prstGeom>
        </p:spPr>
      </p:pic>
      <p:pic>
        <p:nvPicPr>
          <p:cNvPr id="13" name="Picture 12" descr="A cartoon of a house&#10;&#10;Description automatically generated">
            <a:extLst>
              <a:ext uri="{FF2B5EF4-FFF2-40B4-BE49-F238E27FC236}">
                <a16:creationId xmlns:a16="http://schemas.microsoft.com/office/drawing/2014/main" id="{64A35FAD-351D-FF29-A03D-23D3425A162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689" t="16899" r="7416" b="17168"/>
          <a:stretch/>
        </p:blipFill>
        <p:spPr>
          <a:xfrm>
            <a:off x="6043620" y="4771558"/>
            <a:ext cx="557205" cy="371475"/>
          </a:xfrm>
          <a:prstGeom prst="rect">
            <a:avLst/>
          </a:prstGeom>
        </p:spPr>
      </p:pic>
      <p:pic>
        <p:nvPicPr>
          <p:cNvPr id="14" name="Picture 13" descr="A cartoon of a house&#10;&#10;Description automatically generated">
            <a:extLst>
              <a:ext uri="{FF2B5EF4-FFF2-40B4-BE49-F238E27FC236}">
                <a16:creationId xmlns:a16="http://schemas.microsoft.com/office/drawing/2014/main" id="{B6033938-F9AC-89F4-0DA6-B57D87ECE63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979" t="16772" r="6125" b="17295"/>
          <a:stretch/>
        </p:blipFill>
        <p:spPr>
          <a:xfrm>
            <a:off x="6791333" y="4771557"/>
            <a:ext cx="557206" cy="371475"/>
          </a:xfrm>
          <a:prstGeom prst="rect">
            <a:avLst/>
          </a:prstGeom>
        </p:spPr>
      </p:pic>
      <p:pic>
        <p:nvPicPr>
          <p:cNvPr id="15" name="Picture 14" descr="A cartoon of a house&#10;&#10;Description automatically generated">
            <a:extLst>
              <a:ext uri="{FF2B5EF4-FFF2-40B4-BE49-F238E27FC236}">
                <a16:creationId xmlns:a16="http://schemas.microsoft.com/office/drawing/2014/main" id="{13876CBC-DC25-280F-387F-AB488CD3F09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06" t="17245" r="6699" b="16822"/>
          <a:stretch/>
        </p:blipFill>
        <p:spPr>
          <a:xfrm>
            <a:off x="7229477" y="4771557"/>
            <a:ext cx="557206" cy="371475"/>
          </a:xfrm>
          <a:prstGeom prst="rect">
            <a:avLst/>
          </a:prstGeom>
        </p:spPr>
      </p:pic>
      <p:pic>
        <p:nvPicPr>
          <p:cNvPr id="16" name="Picture 15" descr="A cartoon of a house&#10;&#10;Description automatically generated">
            <a:extLst>
              <a:ext uri="{FF2B5EF4-FFF2-40B4-BE49-F238E27FC236}">
                <a16:creationId xmlns:a16="http://schemas.microsoft.com/office/drawing/2014/main" id="{14E68A76-A8E7-EA39-14F5-3118D4D3309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612" t="16959" r="8493" b="15435"/>
          <a:stretch/>
        </p:blipFill>
        <p:spPr>
          <a:xfrm>
            <a:off x="7941473" y="4762129"/>
            <a:ext cx="557207" cy="380903"/>
          </a:xfrm>
          <a:prstGeom prst="rect">
            <a:avLst/>
          </a:prstGeom>
        </p:spPr>
      </p:pic>
      <p:pic>
        <p:nvPicPr>
          <p:cNvPr id="17" name="Picture 16" descr="A cartoon of a house&#10;&#10;Description automatically generated">
            <a:extLst>
              <a:ext uri="{FF2B5EF4-FFF2-40B4-BE49-F238E27FC236}">
                <a16:creationId xmlns:a16="http://schemas.microsoft.com/office/drawing/2014/main" id="{CE8D6F46-EEC0-CC9E-3EC6-217081A04E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076" t="14110" r="7027" b="18284"/>
          <a:stretch/>
        </p:blipFill>
        <p:spPr>
          <a:xfrm>
            <a:off x="8394253" y="4762128"/>
            <a:ext cx="557212" cy="380903"/>
          </a:xfrm>
          <a:prstGeom prst="rect">
            <a:avLst/>
          </a:prstGeom>
        </p:spPr>
      </p:pic>
      <p:pic>
        <p:nvPicPr>
          <p:cNvPr id="19" name="Picture 18" descr="A cartoon of a house&#10;&#10;Description automatically generated">
            <a:extLst>
              <a:ext uri="{FF2B5EF4-FFF2-40B4-BE49-F238E27FC236}">
                <a16:creationId xmlns:a16="http://schemas.microsoft.com/office/drawing/2014/main" id="{096CC732-2E3B-2751-F733-3B3D5AD4FA1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2631749" y="3359944"/>
            <a:ext cx="531769" cy="377380"/>
          </a:xfrm>
          <a:prstGeom prst="rect">
            <a:avLst/>
          </a:prstGeom>
        </p:spPr>
      </p:pic>
      <p:pic>
        <p:nvPicPr>
          <p:cNvPr id="20" name="Picture 19" descr="A cartoon of a house&#10;&#10;Description automatically generated">
            <a:extLst>
              <a:ext uri="{FF2B5EF4-FFF2-40B4-BE49-F238E27FC236}">
                <a16:creationId xmlns:a16="http://schemas.microsoft.com/office/drawing/2014/main" id="{C3A7C463-E52B-3503-F758-ED3BCB02D1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2632548" y="3076003"/>
            <a:ext cx="531769" cy="377380"/>
          </a:xfrm>
          <a:prstGeom prst="rect">
            <a:avLst/>
          </a:prstGeom>
        </p:spPr>
      </p:pic>
      <p:pic>
        <p:nvPicPr>
          <p:cNvPr id="23" name="Picture 22" descr="A cartoon of a house&#10;&#10;Description automatically generated">
            <a:extLst>
              <a:ext uri="{FF2B5EF4-FFF2-40B4-BE49-F238E27FC236}">
                <a16:creationId xmlns:a16="http://schemas.microsoft.com/office/drawing/2014/main" id="{89CB18BA-57D9-337E-EF21-2DEEDED90EC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2630801" y="2982564"/>
            <a:ext cx="531769" cy="377380"/>
          </a:xfrm>
          <a:prstGeom prst="rect">
            <a:avLst/>
          </a:prstGeom>
        </p:spPr>
      </p:pic>
      <p:pic>
        <p:nvPicPr>
          <p:cNvPr id="24" name="Picture 23" descr="A cartoon of a house&#10;&#10;Description automatically generated">
            <a:extLst>
              <a:ext uri="{FF2B5EF4-FFF2-40B4-BE49-F238E27FC236}">
                <a16:creationId xmlns:a16="http://schemas.microsoft.com/office/drawing/2014/main" id="{5F70FB8D-B2F2-F006-4969-B2B6AB77F84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2634787" y="2961133"/>
            <a:ext cx="531769" cy="377380"/>
          </a:xfrm>
          <a:prstGeom prst="rect">
            <a:avLst/>
          </a:prstGeom>
        </p:spPr>
      </p:pic>
      <p:pic>
        <p:nvPicPr>
          <p:cNvPr id="25" name="Picture 24" descr="A cartoon of a house&#10;&#10;Description automatically generated">
            <a:extLst>
              <a:ext uri="{FF2B5EF4-FFF2-40B4-BE49-F238E27FC236}">
                <a16:creationId xmlns:a16="http://schemas.microsoft.com/office/drawing/2014/main" id="{E03D759C-9FBB-9D32-6120-6EA31979B1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2628708" y="2228182"/>
            <a:ext cx="531769" cy="377380"/>
          </a:xfrm>
          <a:prstGeom prst="rect">
            <a:avLst/>
          </a:prstGeom>
        </p:spPr>
      </p:pic>
      <p:pic>
        <p:nvPicPr>
          <p:cNvPr id="26" name="Picture 25" descr="A cartoon of a house&#10;&#10;Description automatically generated">
            <a:extLst>
              <a:ext uri="{FF2B5EF4-FFF2-40B4-BE49-F238E27FC236}">
                <a16:creationId xmlns:a16="http://schemas.microsoft.com/office/drawing/2014/main" id="{CCC6FF55-A213-0011-428F-48CD1A4C3D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2631445" y="2219639"/>
            <a:ext cx="531769" cy="377380"/>
          </a:xfrm>
          <a:prstGeom prst="rect">
            <a:avLst/>
          </a:prstGeom>
        </p:spPr>
      </p:pic>
      <p:pic>
        <p:nvPicPr>
          <p:cNvPr id="27" name="Picture 26" descr="A cartoon of a house&#10;&#10;Description automatically generated">
            <a:extLst>
              <a:ext uri="{FF2B5EF4-FFF2-40B4-BE49-F238E27FC236}">
                <a16:creationId xmlns:a16="http://schemas.microsoft.com/office/drawing/2014/main" id="{F8BCE3AC-818F-A4BB-49A0-66C5B70332E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83" t="17583" r="9752" b="15435"/>
          <a:stretch/>
        </p:blipFill>
        <p:spPr>
          <a:xfrm>
            <a:off x="2632548" y="1903175"/>
            <a:ext cx="531769" cy="377380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936EECB3-74AC-D848-2213-252DC6B1E3CE}"/>
              </a:ext>
            </a:extLst>
          </p:cNvPr>
          <p:cNvSpPr txBox="1"/>
          <p:nvPr/>
        </p:nvSpPr>
        <p:spPr>
          <a:xfrm>
            <a:off x="1628986" y="5644393"/>
            <a:ext cx="8934027" cy="477054"/>
          </a:xfrm>
          <a:custGeom>
            <a:avLst/>
            <a:gdLst>
              <a:gd name="connsiteX0" fmla="*/ 0 w 8934027"/>
              <a:gd name="connsiteY0" fmla="*/ 0 h 477054"/>
              <a:gd name="connsiteX1" fmla="*/ 774282 w 8934027"/>
              <a:gd name="connsiteY1" fmla="*/ 0 h 477054"/>
              <a:gd name="connsiteX2" fmla="*/ 1548565 w 8934027"/>
              <a:gd name="connsiteY2" fmla="*/ 0 h 477054"/>
              <a:gd name="connsiteX3" fmla="*/ 2233507 w 8934027"/>
              <a:gd name="connsiteY3" fmla="*/ 0 h 477054"/>
              <a:gd name="connsiteX4" fmla="*/ 2829109 w 8934027"/>
              <a:gd name="connsiteY4" fmla="*/ 0 h 477054"/>
              <a:gd name="connsiteX5" fmla="*/ 3246030 w 8934027"/>
              <a:gd name="connsiteY5" fmla="*/ 0 h 477054"/>
              <a:gd name="connsiteX6" fmla="*/ 3662951 w 8934027"/>
              <a:gd name="connsiteY6" fmla="*/ 0 h 477054"/>
              <a:gd name="connsiteX7" fmla="*/ 4079872 w 8934027"/>
              <a:gd name="connsiteY7" fmla="*/ 0 h 477054"/>
              <a:gd name="connsiteX8" fmla="*/ 4854155 w 8934027"/>
              <a:gd name="connsiteY8" fmla="*/ 0 h 477054"/>
              <a:gd name="connsiteX9" fmla="*/ 5628437 w 8934027"/>
              <a:gd name="connsiteY9" fmla="*/ 0 h 477054"/>
              <a:gd name="connsiteX10" fmla="*/ 6045358 w 8934027"/>
              <a:gd name="connsiteY10" fmla="*/ 0 h 477054"/>
              <a:gd name="connsiteX11" fmla="*/ 6551620 w 8934027"/>
              <a:gd name="connsiteY11" fmla="*/ 0 h 477054"/>
              <a:gd name="connsiteX12" fmla="*/ 7236562 w 8934027"/>
              <a:gd name="connsiteY12" fmla="*/ 0 h 477054"/>
              <a:gd name="connsiteX13" fmla="*/ 7832164 w 8934027"/>
              <a:gd name="connsiteY13" fmla="*/ 0 h 477054"/>
              <a:gd name="connsiteX14" fmla="*/ 8249085 w 8934027"/>
              <a:gd name="connsiteY14" fmla="*/ 0 h 477054"/>
              <a:gd name="connsiteX15" fmla="*/ 8934027 w 8934027"/>
              <a:gd name="connsiteY15" fmla="*/ 0 h 477054"/>
              <a:gd name="connsiteX16" fmla="*/ 8934027 w 8934027"/>
              <a:gd name="connsiteY16" fmla="*/ 477054 h 477054"/>
              <a:gd name="connsiteX17" fmla="*/ 8338425 w 8934027"/>
              <a:gd name="connsiteY17" fmla="*/ 477054 h 477054"/>
              <a:gd name="connsiteX18" fmla="*/ 7653483 w 8934027"/>
              <a:gd name="connsiteY18" fmla="*/ 477054 h 477054"/>
              <a:gd name="connsiteX19" fmla="*/ 7147222 w 8934027"/>
              <a:gd name="connsiteY19" fmla="*/ 477054 h 477054"/>
              <a:gd name="connsiteX20" fmla="*/ 6551620 w 8934027"/>
              <a:gd name="connsiteY20" fmla="*/ 477054 h 477054"/>
              <a:gd name="connsiteX21" fmla="*/ 5866678 w 8934027"/>
              <a:gd name="connsiteY21" fmla="*/ 477054 h 477054"/>
              <a:gd name="connsiteX22" fmla="*/ 5092395 w 8934027"/>
              <a:gd name="connsiteY22" fmla="*/ 477054 h 477054"/>
              <a:gd name="connsiteX23" fmla="*/ 4496794 w 8934027"/>
              <a:gd name="connsiteY23" fmla="*/ 477054 h 477054"/>
              <a:gd name="connsiteX24" fmla="*/ 4169213 w 8934027"/>
              <a:gd name="connsiteY24" fmla="*/ 477054 h 477054"/>
              <a:gd name="connsiteX25" fmla="*/ 3841632 w 8934027"/>
              <a:gd name="connsiteY25" fmla="*/ 477054 h 477054"/>
              <a:gd name="connsiteX26" fmla="*/ 3067349 w 8934027"/>
              <a:gd name="connsiteY26" fmla="*/ 477054 h 477054"/>
              <a:gd name="connsiteX27" fmla="*/ 2561088 w 8934027"/>
              <a:gd name="connsiteY27" fmla="*/ 477054 h 477054"/>
              <a:gd name="connsiteX28" fmla="*/ 1965486 w 8934027"/>
              <a:gd name="connsiteY28" fmla="*/ 477054 h 477054"/>
              <a:gd name="connsiteX29" fmla="*/ 1548565 w 8934027"/>
              <a:gd name="connsiteY29" fmla="*/ 477054 h 477054"/>
              <a:gd name="connsiteX30" fmla="*/ 1220984 w 8934027"/>
              <a:gd name="connsiteY30" fmla="*/ 477054 h 477054"/>
              <a:gd name="connsiteX31" fmla="*/ 804062 w 8934027"/>
              <a:gd name="connsiteY31" fmla="*/ 477054 h 477054"/>
              <a:gd name="connsiteX32" fmla="*/ 0 w 8934027"/>
              <a:gd name="connsiteY32" fmla="*/ 477054 h 477054"/>
              <a:gd name="connsiteX33" fmla="*/ 0 w 8934027"/>
              <a:gd name="connsiteY33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934027" h="47705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39149" y="130769"/>
                  <a:pt x="8921947" y="251796"/>
                  <a:pt x="8934027" y="477054"/>
                </a:cubicBezTo>
                <a:cubicBezTo>
                  <a:pt x="8784448" y="515362"/>
                  <a:pt x="8514235" y="450675"/>
                  <a:pt x="8338425" y="477054"/>
                </a:cubicBezTo>
                <a:cubicBezTo>
                  <a:pt x="8162615" y="503433"/>
                  <a:pt x="7913733" y="472186"/>
                  <a:pt x="7653483" y="477054"/>
                </a:cubicBezTo>
                <a:cubicBezTo>
                  <a:pt x="7393233" y="481922"/>
                  <a:pt x="7385509" y="445835"/>
                  <a:pt x="7147222" y="477054"/>
                </a:cubicBezTo>
                <a:cubicBezTo>
                  <a:pt x="6908935" y="508273"/>
                  <a:pt x="6825649" y="469006"/>
                  <a:pt x="6551620" y="477054"/>
                </a:cubicBezTo>
                <a:cubicBezTo>
                  <a:pt x="6277591" y="485102"/>
                  <a:pt x="6138934" y="452851"/>
                  <a:pt x="5866678" y="477054"/>
                </a:cubicBezTo>
                <a:cubicBezTo>
                  <a:pt x="5594422" y="501257"/>
                  <a:pt x="5379877" y="385662"/>
                  <a:pt x="5092395" y="477054"/>
                </a:cubicBezTo>
                <a:cubicBezTo>
                  <a:pt x="4804913" y="568446"/>
                  <a:pt x="4690755" y="413302"/>
                  <a:pt x="4496794" y="477054"/>
                </a:cubicBezTo>
                <a:cubicBezTo>
                  <a:pt x="4302833" y="540806"/>
                  <a:pt x="4331593" y="447335"/>
                  <a:pt x="4169213" y="477054"/>
                </a:cubicBezTo>
                <a:cubicBezTo>
                  <a:pt x="4006833" y="506773"/>
                  <a:pt x="3928434" y="446378"/>
                  <a:pt x="3841632" y="477054"/>
                </a:cubicBezTo>
                <a:cubicBezTo>
                  <a:pt x="3754830" y="507730"/>
                  <a:pt x="3360355" y="400703"/>
                  <a:pt x="3067349" y="477054"/>
                </a:cubicBezTo>
                <a:cubicBezTo>
                  <a:pt x="2774343" y="553405"/>
                  <a:pt x="2713042" y="476131"/>
                  <a:pt x="2561088" y="477054"/>
                </a:cubicBezTo>
                <a:cubicBezTo>
                  <a:pt x="2409134" y="477977"/>
                  <a:pt x="2166557" y="436725"/>
                  <a:pt x="1965486" y="477054"/>
                </a:cubicBezTo>
                <a:cubicBezTo>
                  <a:pt x="1764415" y="517383"/>
                  <a:pt x="1696036" y="468841"/>
                  <a:pt x="1548565" y="477054"/>
                </a:cubicBezTo>
                <a:cubicBezTo>
                  <a:pt x="1401094" y="485267"/>
                  <a:pt x="1382342" y="438932"/>
                  <a:pt x="1220984" y="477054"/>
                </a:cubicBezTo>
                <a:cubicBezTo>
                  <a:pt x="1059626" y="515176"/>
                  <a:pt x="1012191" y="463191"/>
                  <a:pt x="804062" y="477054"/>
                </a:cubicBezTo>
                <a:cubicBezTo>
                  <a:pt x="595933" y="490917"/>
                  <a:pt x="360009" y="436689"/>
                  <a:pt x="0" y="477054"/>
                </a:cubicBezTo>
                <a:cubicBezTo>
                  <a:pt x="-29239" y="296702"/>
                  <a:pt x="30747" y="186312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dirty="0"/>
              <a:t>And the of the </a:t>
            </a:r>
            <a:r>
              <a:rPr lang="en-PH" sz="2500" b="1" dirty="0">
                <a:solidFill>
                  <a:srgbClr val="002060"/>
                </a:solidFill>
              </a:rPr>
              <a:t>y-axis (y-variance)</a:t>
            </a:r>
            <a:r>
              <a:rPr lang="en-PH" sz="2500" dirty="0">
                <a:solidFill>
                  <a:srgbClr val="00206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657620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1320C11-1E70-392E-895B-3D9506052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797D1689-AE8D-9B9B-81A4-3FC891945D3C}"/>
              </a:ext>
            </a:extLst>
          </p:cNvPr>
          <p:cNvGrpSpPr/>
          <p:nvPr/>
        </p:nvGrpSpPr>
        <p:grpSpPr>
          <a:xfrm>
            <a:off x="545107" y="1385555"/>
            <a:ext cx="4573141" cy="2440537"/>
            <a:chOff x="2897634" y="1570657"/>
            <a:chExt cx="6840726" cy="3419405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E6C3053F-028C-06C7-1D3C-508C7B69E60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97634" y="1610592"/>
              <a:ext cx="0" cy="337947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" name="Straight Arrow Connector 1">
              <a:extLst>
                <a:ext uri="{FF2B5EF4-FFF2-40B4-BE49-F238E27FC236}">
                  <a16:creationId xmlns:a16="http://schemas.microsoft.com/office/drawing/2014/main" id="{5333E6D2-75CF-3B19-0BF1-A0768282E568}"/>
                </a:ext>
              </a:extLst>
            </p:cNvPr>
            <p:cNvCxnSpPr>
              <a:cxnSpLocks/>
            </p:cNvCxnSpPr>
            <p:nvPr/>
          </p:nvCxnSpPr>
          <p:spPr>
            <a:xfrm>
              <a:off x="2897634" y="4960248"/>
              <a:ext cx="6840726" cy="2981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pic>
          <p:nvPicPr>
            <p:cNvPr id="3" name="Picture 2" descr="A cartoon of a house&#10;&#10;Description automatically generated">
              <a:extLst>
                <a:ext uri="{FF2B5EF4-FFF2-40B4-BE49-F238E27FC236}">
                  <a16:creationId xmlns:a16="http://schemas.microsoft.com/office/drawing/2014/main" id="{F0A96F64-7A8A-8809-DF33-0DC350CD93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48493" y="1570657"/>
              <a:ext cx="664167" cy="563411"/>
            </a:xfrm>
            <a:prstGeom prst="rect">
              <a:avLst/>
            </a:prstGeom>
          </p:spPr>
        </p:pic>
        <p:pic>
          <p:nvPicPr>
            <p:cNvPr id="21" name="Picture 20" descr="A cartoon of a house&#10;&#10;Description automatically generated">
              <a:extLst>
                <a:ext uri="{FF2B5EF4-FFF2-40B4-BE49-F238E27FC236}">
                  <a16:creationId xmlns:a16="http://schemas.microsoft.com/office/drawing/2014/main" id="{160EE4EE-CCC9-C798-60ED-73327A33B25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63916" y="2865589"/>
              <a:ext cx="664167" cy="563411"/>
            </a:xfrm>
            <a:prstGeom prst="rect">
              <a:avLst/>
            </a:prstGeom>
          </p:spPr>
        </p:pic>
        <p:pic>
          <p:nvPicPr>
            <p:cNvPr id="22" name="Picture 21" descr="A cartoon of a house&#10;&#10;Description automatically generated">
              <a:extLst>
                <a:ext uri="{FF2B5EF4-FFF2-40B4-BE49-F238E27FC236}">
                  <a16:creationId xmlns:a16="http://schemas.microsoft.com/office/drawing/2014/main" id="{792C6523-60E9-0102-45AE-0D2FF18493F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16616" y="4046689"/>
              <a:ext cx="664167" cy="563411"/>
            </a:xfrm>
            <a:prstGeom prst="rect">
              <a:avLst/>
            </a:prstGeom>
          </p:spPr>
        </p:pic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C4055C0-E063-6287-5337-F6289F08EF9F}"/>
              </a:ext>
            </a:extLst>
          </p:cNvPr>
          <p:cNvCxnSpPr>
            <a:cxnSpLocks/>
          </p:cNvCxnSpPr>
          <p:nvPr/>
        </p:nvCxnSpPr>
        <p:spPr>
          <a:xfrm flipV="1">
            <a:off x="6839198" y="1435337"/>
            <a:ext cx="0" cy="241203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5E6D7C2-B65F-A326-E316-D8953931B5B9}"/>
              </a:ext>
            </a:extLst>
          </p:cNvPr>
          <p:cNvCxnSpPr>
            <a:cxnSpLocks/>
          </p:cNvCxnSpPr>
          <p:nvPr/>
        </p:nvCxnSpPr>
        <p:spPr>
          <a:xfrm>
            <a:off x="6839198" y="3826092"/>
            <a:ext cx="4573141" cy="2127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2" name="Picture 31" descr="A cartoon of a house&#10;&#10;Description automatically generated">
            <a:extLst>
              <a:ext uri="{FF2B5EF4-FFF2-40B4-BE49-F238E27FC236}">
                <a16:creationId xmlns:a16="http://schemas.microsoft.com/office/drawing/2014/main" id="{CAEE4153-C31E-8BD4-6CF2-6A4EB5549B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9118" y="1435337"/>
            <a:ext cx="444007" cy="402124"/>
          </a:xfrm>
          <a:prstGeom prst="rect">
            <a:avLst/>
          </a:prstGeom>
        </p:spPr>
      </p:pic>
      <p:pic>
        <p:nvPicPr>
          <p:cNvPr id="33" name="Picture 32" descr="A cartoon of a house&#10;&#10;Description automatically generated">
            <a:extLst>
              <a:ext uri="{FF2B5EF4-FFF2-40B4-BE49-F238E27FC236}">
                <a16:creationId xmlns:a16="http://schemas.microsoft.com/office/drawing/2014/main" id="{DF3C373B-EFC3-0263-9982-6C9D39478D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5356" y="2331068"/>
            <a:ext cx="444007" cy="402124"/>
          </a:xfrm>
          <a:prstGeom prst="rect">
            <a:avLst/>
          </a:prstGeom>
        </p:spPr>
      </p:pic>
      <p:pic>
        <p:nvPicPr>
          <p:cNvPr id="34" name="Picture 33" descr="A cartoon of a house&#10;&#10;Description automatically generated">
            <a:extLst>
              <a:ext uri="{FF2B5EF4-FFF2-40B4-BE49-F238E27FC236}">
                <a16:creationId xmlns:a16="http://schemas.microsoft.com/office/drawing/2014/main" id="{3AB405A3-0AA1-2039-CFA8-37B3056034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1267" y="3227938"/>
            <a:ext cx="444007" cy="40212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0595A8B-4304-2992-8F04-557978F4A60C}"/>
              </a:ext>
            </a:extLst>
          </p:cNvPr>
          <p:cNvSpPr txBox="1"/>
          <p:nvPr/>
        </p:nvSpPr>
        <p:spPr>
          <a:xfrm>
            <a:off x="1628986" y="4861630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But there will be datasets that are different but will have the same </a:t>
            </a:r>
            <a:r>
              <a:rPr lang="en-PH" sz="2500" b="1" dirty="0">
                <a:solidFill>
                  <a:srgbClr val="002060"/>
                </a:solidFill>
              </a:rPr>
              <a:t>x-variance</a:t>
            </a:r>
            <a:r>
              <a:rPr lang="en-PH" sz="2500" dirty="0"/>
              <a:t> and </a:t>
            </a:r>
            <a:r>
              <a:rPr lang="en-PH" sz="2500" b="1" dirty="0">
                <a:solidFill>
                  <a:srgbClr val="002060"/>
                </a:solidFill>
              </a:rPr>
              <a:t>y-variance</a:t>
            </a:r>
            <a:r>
              <a:rPr lang="en-PH" sz="2500" dirty="0">
                <a:solidFill>
                  <a:srgbClr val="002060"/>
                </a:solidFill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82680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862DE67-3201-F42E-A2C8-3AC8967D1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30299E40-05ED-851E-EFAF-83E34A0F8A20}"/>
              </a:ext>
            </a:extLst>
          </p:cNvPr>
          <p:cNvGrpSpPr/>
          <p:nvPr/>
        </p:nvGrpSpPr>
        <p:grpSpPr>
          <a:xfrm>
            <a:off x="545107" y="1385555"/>
            <a:ext cx="4573141" cy="2440537"/>
            <a:chOff x="2897634" y="1570657"/>
            <a:chExt cx="6840726" cy="3419405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1520B83B-7D32-3AFD-926F-4CC0567C690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97634" y="1610592"/>
              <a:ext cx="0" cy="337947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" name="Straight Arrow Connector 1">
              <a:extLst>
                <a:ext uri="{FF2B5EF4-FFF2-40B4-BE49-F238E27FC236}">
                  <a16:creationId xmlns:a16="http://schemas.microsoft.com/office/drawing/2014/main" id="{9B6FD9B8-D696-04C4-0795-F16ABF17B262}"/>
                </a:ext>
              </a:extLst>
            </p:cNvPr>
            <p:cNvCxnSpPr>
              <a:cxnSpLocks/>
            </p:cNvCxnSpPr>
            <p:nvPr/>
          </p:nvCxnSpPr>
          <p:spPr>
            <a:xfrm>
              <a:off x="2897634" y="4960248"/>
              <a:ext cx="6840726" cy="2981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pic>
          <p:nvPicPr>
            <p:cNvPr id="3" name="Picture 2" descr="A cartoon of a house&#10;&#10;Description automatically generated">
              <a:extLst>
                <a:ext uri="{FF2B5EF4-FFF2-40B4-BE49-F238E27FC236}">
                  <a16:creationId xmlns:a16="http://schemas.microsoft.com/office/drawing/2014/main" id="{8E49AC01-5C95-9526-5ED3-3F078BBE704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48493" y="1570657"/>
              <a:ext cx="664167" cy="563411"/>
            </a:xfrm>
            <a:prstGeom prst="rect">
              <a:avLst/>
            </a:prstGeom>
          </p:spPr>
        </p:pic>
        <p:pic>
          <p:nvPicPr>
            <p:cNvPr id="21" name="Picture 20" descr="A cartoon of a house&#10;&#10;Description automatically generated">
              <a:extLst>
                <a:ext uri="{FF2B5EF4-FFF2-40B4-BE49-F238E27FC236}">
                  <a16:creationId xmlns:a16="http://schemas.microsoft.com/office/drawing/2014/main" id="{7509C18C-8350-5765-B2E5-B87FDEB225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63916" y="2865589"/>
              <a:ext cx="664167" cy="563411"/>
            </a:xfrm>
            <a:prstGeom prst="rect">
              <a:avLst/>
            </a:prstGeom>
          </p:spPr>
        </p:pic>
        <p:pic>
          <p:nvPicPr>
            <p:cNvPr id="22" name="Picture 21" descr="A cartoon of a house&#10;&#10;Description automatically generated">
              <a:extLst>
                <a:ext uri="{FF2B5EF4-FFF2-40B4-BE49-F238E27FC236}">
                  <a16:creationId xmlns:a16="http://schemas.microsoft.com/office/drawing/2014/main" id="{94BAD834-CB2A-CCBD-15DF-1488E313B6A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16616" y="4046689"/>
              <a:ext cx="664167" cy="563411"/>
            </a:xfrm>
            <a:prstGeom prst="rect">
              <a:avLst/>
            </a:prstGeom>
          </p:spPr>
        </p:pic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0A5A2E97-527B-9222-D2A4-B847D2FB22E9}"/>
              </a:ext>
            </a:extLst>
          </p:cNvPr>
          <p:cNvCxnSpPr>
            <a:cxnSpLocks/>
          </p:cNvCxnSpPr>
          <p:nvPr/>
        </p:nvCxnSpPr>
        <p:spPr>
          <a:xfrm flipV="1">
            <a:off x="6839198" y="1435337"/>
            <a:ext cx="0" cy="241203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4971B87-5F75-D37E-37D8-99F196EE3C63}"/>
              </a:ext>
            </a:extLst>
          </p:cNvPr>
          <p:cNvCxnSpPr>
            <a:cxnSpLocks/>
          </p:cNvCxnSpPr>
          <p:nvPr/>
        </p:nvCxnSpPr>
        <p:spPr>
          <a:xfrm>
            <a:off x="6839198" y="3826092"/>
            <a:ext cx="4573141" cy="2127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2" name="Picture 31" descr="A cartoon of a house&#10;&#10;Description automatically generated">
            <a:extLst>
              <a:ext uri="{FF2B5EF4-FFF2-40B4-BE49-F238E27FC236}">
                <a16:creationId xmlns:a16="http://schemas.microsoft.com/office/drawing/2014/main" id="{7A7F24E9-CD09-0834-E407-8563D7EB07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9118" y="1435337"/>
            <a:ext cx="444007" cy="402124"/>
          </a:xfrm>
          <a:prstGeom prst="rect">
            <a:avLst/>
          </a:prstGeom>
        </p:spPr>
      </p:pic>
      <p:pic>
        <p:nvPicPr>
          <p:cNvPr id="33" name="Picture 32" descr="A cartoon of a house&#10;&#10;Description automatically generated">
            <a:extLst>
              <a:ext uri="{FF2B5EF4-FFF2-40B4-BE49-F238E27FC236}">
                <a16:creationId xmlns:a16="http://schemas.microsoft.com/office/drawing/2014/main" id="{87FF9666-0FBD-34DB-E2C9-6AD3D57A65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5356" y="2331068"/>
            <a:ext cx="444007" cy="402124"/>
          </a:xfrm>
          <a:prstGeom prst="rect">
            <a:avLst/>
          </a:prstGeom>
        </p:spPr>
      </p:pic>
      <p:pic>
        <p:nvPicPr>
          <p:cNvPr id="34" name="Picture 33" descr="A cartoon of a house&#10;&#10;Description automatically generated">
            <a:extLst>
              <a:ext uri="{FF2B5EF4-FFF2-40B4-BE49-F238E27FC236}">
                <a16:creationId xmlns:a16="http://schemas.microsoft.com/office/drawing/2014/main" id="{57E4187C-7267-9F5B-0523-E4736FCB56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1267" y="3227938"/>
            <a:ext cx="444007" cy="402124"/>
          </a:xfrm>
          <a:prstGeom prst="rect">
            <a:avLst/>
          </a:prstGeom>
        </p:spPr>
      </p:pic>
      <p:grpSp>
        <p:nvGrpSpPr>
          <p:cNvPr id="42" name="Group 41">
            <a:extLst>
              <a:ext uri="{FF2B5EF4-FFF2-40B4-BE49-F238E27FC236}">
                <a16:creationId xmlns:a16="http://schemas.microsoft.com/office/drawing/2014/main" id="{8670EE7C-A891-4437-19F5-2FC581596E4D}"/>
              </a:ext>
            </a:extLst>
          </p:cNvPr>
          <p:cNvGrpSpPr/>
          <p:nvPr/>
        </p:nvGrpSpPr>
        <p:grpSpPr>
          <a:xfrm>
            <a:off x="1210942" y="674359"/>
            <a:ext cx="1316448" cy="586240"/>
            <a:chOff x="3885262" y="2219308"/>
            <a:chExt cx="1316448" cy="586240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82CC2DC0-F724-AB1E-6CDD-7056073C5095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D8CB6DB3-B026-6464-6E29-421DF077350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65268EC9-8F1B-CA1C-153F-4705A69B81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6B51A94C-C298-4C01-C4FE-096B0E1FD3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E2D2E68-A8F4-7453-FD6D-8D2EDC6E1460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68BF6C4-F436-F8DD-8302-D32C91224969}"/>
              </a:ext>
            </a:extLst>
          </p:cNvPr>
          <p:cNvGrpSpPr/>
          <p:nvPr/>
        </p:nvGrpSpPr>
        <p:grpSpPr>
          <a:xfrm>
            <a:off x="2851340" y="674359"/>
            <a:ext cx="1316448" cy="586240"/>
            <a:chOff x="3885262" y="2219308"/>
            <a:chExt cx="1316448" cy="586240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90D6CE7E-216D-F8D3-6D24-C3919444E491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C1590BC7-C212-7ADD-E51A-89791178E0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A47163D5-18E3-6781-BCF1-0042874A72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2C569D57-0CF4-97DD-C3A3-896A35642C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2C4BD155-D8E4-0A82-D78E-C1495AB2A7B6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3CCD9FEB-3036-AB7B-C8C3-3CDE68353F7B}"/>
              </a:ext>
            </a:extLst>
          </p:cNvPr>
          <p:cNvGrpSpPr/>
          <p:nvPr/>
        </p:nvGrpSpPr>
        <p:grpSpPr>
          <a:xfrm>
            <a:off x="7464474" y="750513"/>
            <a:ext cx="1316448" cy="586240"/>
            <a:chOff x="3885262" y="2219308"/>
            <a:chExt cx="1316448" cy="586240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A66E23B3-BE69-6D0C-ABE3-4CB8E59D4194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68B1D9B5-3BBA-D2AC-F837-3F3D62E9A0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D29C3D92-2A6E-4620-1551-5DD9C7EDAE2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CA2024AB-A878-DCA1-998F-B939A37A88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5528C7B6-0A6F-68DD-841A-3BE5C35BC073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3F56A991-B15E-1F66-27E0-0E35497B73B1}"/>
              </a:ext>
            </a:extLst>
          </p:cNvPr>
          <p:cNvGrpSpPr/>
          <p:nvPr/>
        </p:nvGrpSpPr>
        <p:grpSpPr>
          <a:xfrm>
            <a:off x="9104872" y="750513"/>
            <a:ext cx="1316448" cy="586240"/>
            <a:chOff x="3885262" y="2219308"/>
            <a:chExt cx="1316448" cy="586240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3F30B8B0-2066-7E9B-ED65-3C38DE7B45D9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D7EE3B67-B33B-F2FE-B5D6-FDE4A71E24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4502582A-480B-1FE1-9356-D6B3368063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191217EE-AD30-6E19-CCE9-250FA0CB805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C61A1690-7221-AA45-1D6D-88BFBED8F1C7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56EDB04A-9FCE-E4F7-F278-9EDAE1540EC6}"/>
              </a:ext>
            </a:extLst>
          </p:cNvPr>
          <p:cNvGrpSpPr/>
          <p:nvPr/>
        </p:nvGrpSpPr>
        <p:grpSpPr>
          <a:xfrm>
            <a:off x="4743224" y="1690381"/>
            <a:ext cx="478402" cy="619408"/>
            <a:chOff x="4743224" y="1690381"/>
            <a:chExt cx="478402" cy="619408"/>
          </a:xfrm>
        </p:grpSpPr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60771389-6DA3-870F-B395-EB387D5D09FF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CB4FB06F-CDC1-C339-4B2F-566DD31C5D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B522A653-6B24-4F4E-EA6F-F5AE496CFA9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D742B0F8-9E36-F76E-6114-291EC788CC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4D529B3-0BD6-81FE-CFC0-3F15AD21B321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3354DE3A-CFF4-13E8-6798-98E7B5DABBB9}"/>
              </a:ext>
            </a:extLst>
          </p:cNvPr>
          <p:cNvGrpSpPr/>
          <p:nvPr/>
        </p:nvGrpSpPr>
        <p:grpSpPr>
          <a:xfrm>
            <a:off x="4743224" y="2637379"/>
            <a:ext cx="478402" cy="619408"/>
            <a:chOff x="4743224" y="1690381"/>
            <a:chExt cx="478402" cy="619408"/>
          </a:xfrm>
        </p:grpSpPr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51493FB6-C2E1-6837-BB6F-0A7945609E90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AE1C3F80-8CBD-EEA3-7339-D783D30F6E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162A8FC3-D4F7-8B50-9939-802ABCD424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2DA88C18-4E8C-A660-FE35-FA48BAEC03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F760CB19-A00A-9715-2110-3449A2E225F1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826C4CEC-356E-2C63-05B9-3C7CF5FC7258}"/>
              </a:ext>
            </a:extLst>
          </p:cNvPr>
          <p:cNvGrpSpPr/>
          <p:nvPr/>
        </p:nvGrpSpPr>
        <p:grpSpPr>
          <a:xfrm>
            <a:off x="11157628" y="1787679"/>
            <a:ext cx="478402" cy="619408"/>
            <a:chOff x="4743224" y="1690381"/>
            <a:chExt cx="478402" cy="619408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283886FA-B145-1594-1E23-91F5719C4CA0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90" name="Straight Connector 89">
                <a:extLst>
                  <a:ext uri="{FF2B5EF4-FFF2-40B4-BE49-F238E27FC236}">
                    <a16:creationId xmlns:a16="http://schemas.microsoft.com/office/drawing/2014/main" id="{2EEFAAD2-6851-35CC-3B9F-CB4411072B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C1A655C0-EDAA-E809-FC69-5E25E7532B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>
                <a:extLst>
                  <a:ext uri="{FF2B5EF4-FFF2-40B4-BE49-F238E27FC236}">
                    <a16:creationId xmlns:a16="http://schemas.microsoft.com/office/drawing/2014/main" id="{08EF8FEC-5C73-9538-50E9-FDFD52A3E2A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E8B76C65-025B-DC7A-135B-A157957AD96E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548E4461-C06C-D499-201C-58D096220703}"/>
              </a:ext>
            </a:extLst>
          </p:cNvPr>
          <p:cNvGrpSpPr/>
          <p:nvPr/>
        </p:nvGrpSpPr>
        <p:grpSpPr>
          <a:xfrm>
            <a:off x="11157628" y="2734677"/>
            <a:ext cx="478402" cy="619408"/>
            <a:chOff x="4743224" y="1690381"/>
            <a:chExt cx="478402" cy="619408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99047219-0A55-99F7-BBB2-4B6B97087118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96" name="Straight Connector 95">
                <a:extLst>
                  <a:ext uri="{FF2B5EF4-FFF2-40B4-BE49-F238E27FC236}">
                    <a16:creationId xmlns:a16="http://schemas.microsoft.com/office/drawing/2014/main" id="{466BACEB-D407-3731-7213-97E2C1CC4E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7F3E24B5-8C14-51BA-5A37-1D8AB56D7A7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27986AF4-31F6-8D8F-CDD4-BFA07368EC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3A62D9E9-979E-0675-00B2-843611C66E8B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87D52960-A5D5-711A-275F-EA82D7578D86}"/>
              </a:ext>
            </a:extLst>
          </p:cNvPr>
          <p:cNvSpPr txBox="1"/>
          <p:nvPr/>
        </p:nvSpPr>
        <p:spPr>
          <a:xfrm>
            <a:off x="1628986" y="4861630"/>
            <a:ext cx="8934027" cy="1246495"/>
          </a:xfrm>
          <a:custGeom>
            <a:avLst/>
            <a:gdLst>
              <a:gd name="connsiteX0" fmla="*/ 0 w 8934027"/>
              <a:gd name="connsiteY0" fmla="*/ 0 h 1246495"/>
              <a:gd name="connsiteX1" fmla="*/ 774282 w 8934027"/>
              <a:gd name="connsiteY1" fmla="*/ 0 h 1246495"/>
              <a:gd name="connsiteX2" fmla="*/ 1548565 w 8934027"/>
              <a:gd name="connsiteY2" fmla="*/ 0 h 1246495"/>
              <a:gd name="connsiteX3" fmla="*/ 2233507 w 8934027"/>
              <a:gd name="connsiteY3" fmla="*/ 0 h 1246495"/>
              <a:gd name="connsiteX4" fmla="*/ 2829109 w 8934027"/>
              <a:gd name="connsiteY4" fmla="*/ 0 h 1246495"/>
              <a:gd name="connsiteX5" fmla="*/ 3246030 w 8934027"/>
              <a:gd name="connsiteY5" fmla="*/ 0 h 1246495"/>
              <a:gd name="connsiteX6" fmla="*/ 3662951 w 8934027"/>
              <a:gd name="connsiteY6" fmla="*/ 0 h 1246495"/>
              <a:gd name="connsiteX7" fmla="*/ 4079872 w 8934027"/>
              <a:gd name="connsiteY7" fmla="*/ 0 h 1246495"/>
              <a:gd name="connsiteX8" fmla="*/ 4854155 w 8934027"/>
              <a:gd name="connsiteY8" fmla="*/ 0 h 1246495"/>
              <a:gd name="connsiteX9" fmla="*/ 5628437 w 8934027"/>
              <a:gd name="connsiteY9" fmla="*/ 0 h 1246495"/>
              <a:gd name="connsiteX10" fmla="*/ 6045358 w 8934027"/>
              <a:gd name="connsiteY10" fmla="*/ 0 h 1246495"/>
              <a:gd name="connsiteX11" fmla="*/ 6551620 w 8934027"/>
              <a:gd name="connsiteY11" fmla="*/ 0 h 1246495"/>
              <a:gd name="connsiteX12" fmla="*/ 7236562 w 8934027"/>
              <a:gd name="connsiteY12" fmla="*/ 0 h 1246495"/>
              <a:gd name="connsiteX13" fmla="*/ 7832164 w 8934027"/>
              <a:gd name="connsiteY13" fmla="*/ 0 h 1246495"/>
              <a:gd name="connsiteX14" fmla="*/ 8249085 w 8934027"/>
              <a:gd name="connsiteY14" fmla="*/ 0 h 1246495"/>
              <a:gd name="connsiteX15" fmla="*/ 8934027 w 8934027"/>
              <a:gd name="connsiteY15" fmla="*/ 0 h 1246495"/>
              <a:gd name="connsiteX16" fmla="*/ 8934027 w 8934027"/>
              <a:gd name="connsiteY16" fmla="*/ 440428 h 1246495"/>
              <a:gd name="connsiteX17" fmla="*/ 8934027 w 8934027"/>
              <a:gd name="connsiteY17" fmla="*/ 855927 h 1246495"/>
              <a:gd name="connsiteX18" fmla="*/ 8934027 w 8934027"/>
              <a:gd name="connsiteY18" fmla="*/ 1246495 h 1246495"/>
              <a:gd name="connsiteX19" fmla="*/ 8338425 w 8934027"/>
              <a:gd name="connsiteY19" fmla="*/ 1246495 h 1246495"/>
              <a:gd name="connsiteX20" fmla="*/ 7742823 w 8934027"/>
              <a:gd name="connsiteY20" fmla="*/ 1246495 h 1246495"/>
              <a:gd name="connsiteX21" fmla="*/ 7057881 w 8934027"/>
              <a:gd name="connsiteY21" fmla="*/ 1246495 h 1246495"/>
              <a:gd name="connsiteX22" fmla="*/ 6283599 w 8934027"/>
              <a:gd name="connsiteY22" fmla="*/ 1246495 h 1246495"/>
              <a:gd name="connsiteX23" fmla="*/ 5687997 w 8934027"/>
              <a:gd name="connsiteY23" fmla="*/ 1246495 h 1246495"/>
              <a:gd name="connsiteX24" fmla="*/ 5360416 w 8934027"/>
              <a:gd name="connsiteY24" fmla="*/ 1246495 h 1246495"/>
              <a:gd name="connsiteX25" fmla="*/ 5032835 w 8934027"/>
              <a:gd name="connsiteY25" fmla="*/ 1246495 h 1246495"/>
              <a:gd name="connsiteX26" fmla="*/ 4258553 w 8934027"/>
              <a:gd name="connsiteY26" fmla="*/ 1246495 h 1246495"/>
              <a:gd name="connsiteX27" fmla="*/ 3752291 w 8934027"/>
              <a:gd name="connsiteY27" fmla="*/ 1246495 h 1246495"/>
              <a:gd name="connsiteX28" fmla="*/ 3156690 w 8934027"/>
              <a:gd name="connsiteY28" fmla="*/ 1246495 h 1246495"/>
              <a:gd name="connsiteX29" fmla="*/ 2739768 w 8934027"/>
              <a:gd name="connsiteY29" fmla="*/ 1246495 h 1246495"/>
              <a:gd name="connsiteX30" fmla="*/ 2412187 w 8934027"/>
              <a:gd name="connsiteY30" fmla="*/ 1246495 h 1246495"/>
              <a:gd name="connsiteX31" fmla="*/ 1995266 w 8934027"/>
              <a:gd name="connsiteY31" fmla="*/ 1246495 h 1246495"/>
              <a:gd name="connsiteX32" fmla="*/ 1399664 w 8934027"/>
              <a:gd name="connsiteY32" fmla="*/ 1246495 h 1246495"/>
              <a:gd name="connsiteX33" fmla="*/ 982743 w 8934027"/>
              <a:gd name="connsiteY33" fmla="*/ 1246495 h 1246495"/>
              <a:gd name="connsiteX34" fmla="*/ 0 w 8934027"/>
              <a:gd name="connsiteY34" fmla="*/ 1246495 h 1246495"/>
              <a:gd name="connsiteX35" fmla="*/ 0 w 8934027"/>
              <a:gd name="connsiteY35" fmla="*/ 830997 h 1246495"/>
              <a:gd name="connsiteX36" fmla="*/ 0 w 8934027"/>
              <a:gd name="connsiteY36" fmla="*/ 427963 h 1246495"/>
              <a:gd name="connsiteX37" fmla="*/ 0 w 8934027"/>
              <a:gd name="connsiteY37" fmla="*/ 0 h 12464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8934027" h="1246495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7390" y="95068"/>
                  <a:pt x="8895087" y="349903"/>
                  <a:pt x="8934027" y="440428"/>
                </a:cubicBezTo>
                <a:cubicBezTo>
                  <a:pt x="8972967" y="530953"/>
                  <a:pt x="8928149" y="705562"/>
                  <a:pt x="8934027" y="855927"/>
                </a:cubicBezTo>
                <a:cubicBezTo>
                  <a:pt x="8939905" y="1006292"/>
                  <a:pt x="8925694" y="1163429"/>
                  <a:pt x="8934027" y="1246495"/>
                </a:cubicBezTo>
                <a:cubicBezTo>
                  <a:pt x="8789729" y="1316554"/>
                  <a:pt x="8568120" y="1207844"/>
                  <a:pt x="8338425" y="1246495"/>
                </a:cubicBezTo>
                <a:cubicBezTo>
                  <a:pt x="8108730" y="1285146"/>
                  <a:pt x="8016852" y="1238447"/>
                  <a:pt x="7742823" y="1246495"/>
                </a:cubicBezTo>
                <a:cubicBezTo>
                  <a:pt x="7468794" y="1254543"/>
                  <a:pt x="7330137" y="1222292"/>
                  <a:pt x="7057881" y="1246495"/>
                </a:cubicBezTo>
                <a:cubicBezTo>
                  <a:pt x="6785625" y="1270698"/>
                  <a:pt x="6568467" y="1244394"/>
                  <a:pt x="6283599" y="1246495"/>
                </a:cubicBezTo>
                <a:cubicBezTo>
                  <a:pt x="5998731" y="1248596"/>
                  <a:pt x="5888150" y="1186485"/>
                  <a:pt x="5687997" y="1246495"/>
                </a:cubicBezTo>
                <a:cubicBezTo>
                  <a:pt x="5487844" y="1306505"/>
                  <a:pt x="5522796" y="1216776"/>
                  <a:pt x="5360416" y="1246495"/>
                </a:cubicBezTo>
                <a:cubicBezTo>
                  <a:pt x="5198036" y="1276214"/>
                  <a:pt x="5119637" y="1215819"/>
                  <a:pt x="5032835" y="1246495"/>
                </a:cubicBezTo>
                <a:cubicBezTo>
                  <a:pt x="4946033" y="1277171"/>
                  <a:pt x="4550447" y="1168389"/>
                  <a:pt x="4258553" y="1246495"/>
                </a:cubicBezTo>
                <a:cubicBezTo>
                  <a:pt x="3966659" y="1324601"/>
                  <a:pt x="3910417" y="1245837"/>
                  <a:pt x="3752291" y="1246495"/>
                </a:cubicBezTo>
                <a:cubicBezTo>
                  <a:pt x="3594165" y="1247153"/>
                  <a:pt x="3356796" y="1205558"/>
                  <a:pt x="3156690" y="1246495"/>
                </a:cubicBezTo>
                <a:cubicBezTo>
                  <a:pt x="2956584" y="1287432"/>
                  <a:pt x="2893883" y="1242183"/>
                  <a:pt x="2739768" y="1246495"/>
                </a:cubicBezTo>
                <a:cubicBezTo>
                  <a:pt x="2585653" y="1250807"/>
                  <a:pt x="2573545" y="1208373"/>
                  <a:pt x="2412187" y="1246495"/>
                </a:cubicBezTo>
                <a:cubicBezTo>
                  <a:pt x="2250829" y="1284617"/>
                  <a:pt x="2199502" y="1232303"/>
                  <a:pt x="1995266" y="1246495"/>
                </a:cubicBezTo>
                <a:cubicBezTo>
                  <a:pt x="1791030" y="1260687"/>
                  <a:pt x="1617613" y="1221395"/>
                  <a:pt x="1399664" y="1246495"/>
                </a:cubicBezTo>
                <a:cubicBezTo>
                  <a:pt x="1181715" y="1271595"/>
                  <a:pt x="1128423" y="1205409"/>
                  <a:pt x="982743" y="1246495"/>
                </a:cubicBezTo>
                <a:cubicBezTo>
                  <a:pt x="837063" y="1287581"/>
                  <a:pt x="341567" y="1144387"/>
                  <a:pt x="0" y="1246495"/>
                </a:cubicBezTo>
                <a:cubicBezTo>
                  <a:pt x="-34572" y="1042784"/>
                  <a:pt x="16246" y="917564"/>
                  <a:pt x="0" y="830997"/>
                </a:cubicBezTo>
                <a:cubicBezTo>
                  <a:pt x="-16246" y="744430"/>
                  <a:pt x="24742" y="514916"/>
                  <a:pt x="0" y="427963"/>
                </a:cubicBezTo>
                <a:cubicBezTo>
                  <a:pt x="-24742" y="341010"/>
                  <a:pt x="31456" y="124088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Look at these two datasets. If you notice they are different from each other, but they will have the same</a:t>
            </a:r>
            <a:r>
              <a:rPr lang="en-PH" sz="2500" b="1" dirty="0"/>
              <a:t> </a:t>
            </a:r>
            <a:r>
              <a:rPr lang="en-PH" sz="2500" b="1" dirty="0">
                <a:solidFill>
                  <a:srgbClr val="002060"/>
                </a:solidFill>
              </a:rPr>
              <a:t>x-variance </a:t>
            </a:r>
            <a:r>
              <a:rPr lang="en-PH" sz="2500" dirty="0"/>
              <a:t>and </a:t>
            </a:r>
            <a:r>
              <a:rPr lang="en-PH" sz="2500" b="1" dirty="0">
                <a:solidFill>
                  <a:srgbClr val="002060"/>
                </a:solidFill>
              </a:rPr>
              <a:t>y-variance</a:t>
            </a:r>
            <a:r>
              <a:rPr lang="en-PH" sz="2500" dirty="0">
                <a:solidFill>
                  <a:srgbClr val="002060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29876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85E5828-24B9-39B2-063C-F5E93E73F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C7FE4C73-EA65-AB9A-8BA9-145E52455C7F}"/>
              </a:ext>
            </a:extLst>
          </p:cNvPr>
          <p:cNvGrpSpPr/>
          <p:nvPr/>
        </p:nvGrpSpPr>
        <p:grpSpPr>
          <a:xfrm>
            <a:off x="545107" y="1385555"/>
            <a:ext cx="4573141" cy="2440537"/>
            <a:chOff x="2897634" y="1570657"/>
            <a:chExt cx="6840726" cy="3419405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6AEC968-0F1E-1B57-35D6-E579B573F4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97634" y="1610592"/>
              <a:ext cx="0" cy="337947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" name="Straight Arrow Connector 1">
              <a:extLst>
                <a:ext uri="{FF2B5EF4-FFF2-40B4-BE49-F238E27FC236}">
                  <a16:creationId xmlns:a16="http://schemas.microsoft.com/office/drawing/2014/main" id="{7EE73712-6205-F6DF-CCD3-543BC5AC3F67}"/>
                </a:ext>
              </a:extLst>
            </p:cNvPr>
            <p:cNvCxnSpPr>
              <a:cxnSpLocks/>
            </p:cNvCxnSpPr>
            <p:nvPr/>
          </p:nvCxnSpPr>
          <p:spPr>
            <a:xfrm>
              <a:off x="2897634" y="4960248"/>
              <a:ext cx="6840726" cy="2981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pic>
          <p:nvPicPr>
            <p:cNvPr id="3" name="Picture 2" descr="A cartoon of a house&#10;&#10;Description automatically generated">
              <a:extLst>
                <a:ext uri="{FF2B5EF4-FFF2-40B4-BE49-F238E27FC236}">
                  <a16:creationId xmlns:a16="http://schemas.microsoft.com/office/drawing/2014/main" id="{8AC6C230-2570-7785-DCC2-1D20E84572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48493" y="1570657"/>
              <a:ext cx="664167" cy="563411"/>
            </a:xfrm>
            <a:prstGeom prst="rect">
              <a:avLst/>
            </a:prstGeom>
          </p:spPr>
        </p:pic>
        <p:pic>
          <p:nvPicPr>
            <p:cNvPr id="21" name="Picture 20" descr="A cartoon of a house&#10;&#10;Description automatically generated">
              <a:extLst>
                <a:ext uri="{FF2B5EF4-FFF2-40B4-BE49-F238E27FC236}">
                  <a16:creationId xmlns:a16="http://schemas.microsoft.com/office/drawing/2014/main" id="{C43F3A27-3F49-BEF4-61FC-17298F4B910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63916" y="2865589"/>
              <a:ext cx="664167" cy="563411"/>
            </a:xfrm>
            <a:prstGeom prst="rect">
              <a:avLst/>
            </a:prstGeom>
          </p:spPr>
        </p:pic>
        <p:pic>
          <p:nvPicPr>
            <p:cNvPr id="22" name="Picture 21" descr="A cartoon of a house&#10;&#10;Description automatically generated">
              <a:extLst>
                <a:ext uri="{FF2B5EF4-FFF2-40B4-BE49-F238E27FC236}">
                  <a16:creationId xmlns:a16="http://schemas.microsoft.com/office/drawing/2014/main" id="{DD879399-6B16-2B7E-A2C4-61ADD634B70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16616" y="4046689"/>
              <a:ext cx="664167" cy="563411"/>
            </a:xfrm>
            <a:prstGeom prst="rect">
              <a:avLst/>
            </a:prstGeom>
          </p:spPr>
        </p:pic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AB01144-1068-1834-6786-0520552BD451}"/>
              </a:ext>
            </a:extLst>
          </p:cNvPr>
          <p:cNvCxnSpPr>
            <a:cxnSpLocks/>
          </p:cNvCxnSpPr>
          <p:nvPr/>
        </p:nvCxnSpPr>
        <p:spPr>
          <a:xfrm flipV="1">
            <a:off x="6839198" y="1435337"/>
            <a:ext cx="0" cy="241203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BE56345-6088-47F0-BB91-8DFEC403DF80}"/>
              </a:ext>
            </a:extLst>
          </p:cNvPr>
          <p:cNvCxnSpPr>
            <a:cxnSpLocks/>
          </p:cNvCxnSpPr>
          <p:nvPr/>
        </p:nvCxnSpPr>
        <p:spPr>
          <a:xfrm>
            <a:off x="6839198" y="3826092"/>
            <a:ext cx="4573141" cy="2127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2" name="Picture 31" descr="A cartoon of a house&#10;&#10;Description automatically generated">
            <a:extLst>
              <a:ext uri="{FF2B5EF4-FFF2-40B4-BE49-F238E27FC236}">
                <a16:creationId xmlns:a16="http://schemas.microsoft.com/office/drawing/2014/main" id="{989A3F8B-0171-83A0-AFE1-2B72B4BF80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9118" y="1435337"/>
            <a:ext cx="444007" cy="402124"/>
          </a:xfrm>
          <a:prstGeom prst="rect">
            <a:avLst/>
          </a:prstGeom>
        </p:spPr>
      </p:pic>
      <p:pic>
        <p:nvPicPr>
          <p:cNvPr id="33" name="Picture 32" descr="A cartoon of a house&#10;&#10;Description automatically generated">
            <a:extLst>
              <a:ext uri="{FF2B5EF4-FFF2-40B4-BE49-F238E27FC236}">
                <a16:creationId xmlns:a16="http://schemas.microsoft.com/office/drawing/2014/main" id="{C577A16D-2C26-0F8F-7BEC-F444BC3DF4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5356" y="2331068"/>
            <a:ext cx="444007" cy="402124"/>
          </a:xfrm>
          <a:prstGeom prst="rect">
            <a:avLst/>
          </a:prstGeom>
        </p:spPr>
      </p:pic>
      <p:pic>
        <p:nvPicPr>
          <p:cNvPr id="34" name="Picture 33" descr="A cartoon of a house&#10;&#10;Description automatically generated">
            <a:extLst>
              <a:ext uri="{FF2B5EF4-FFF2-40B4-BE49-F238E27FC236}">
                <a16:creationId xmlns:a16="http://schemas.microsoft.com/office/drawing/2014/main" id="{052D4FDB-85D8-B9EB-BF53-28D14EF1F4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1267" y="3227938"/>
            <a:ext cx="444007" cy="4021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267BA3A-3060-654F-9354-74C2523A5501}"/>
                  </a:ext>
                </a:extLst>
              </p:cNvPr>
              <p:cNvSpPr txBox="1"/>
              <p:nvPr/>
            </p:nvSpPr>
            <p:spPr>
              <a:xfrm>
                <a:off x="482091" y="4336990"/>
                <a:ext cx="4699172" cy="1541384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endParaRPr lang="en-PH" sz="2500" b="1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𝒗𝒂𝒓𝒊𝒂𝒏𝒄𝒆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sup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PH" sz="2500" i="1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PH" sz="2500" dirty="0"/>
              </a:p>
              <a:p>
                <a:endParaRPr lang="en-PH" sz="25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267BA3A-3060-654F-9354-74C2523A55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091" y="4336990"/>
                <a:ext cx="4699172" cy="154138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6FCE3D4-F8D4-0BA2-DDC3-838990ABE785}"/>
                  </a:ext>
                </a:extLst>
              </p:cNvPr>
              <p:cNvSpPr txBox="1"/>
              <p:nvPr/>
            </p:nvSpPr>
            <p:spPr>
              <a:xfrm>
                <a:off x="7010739" y="4366140"/>
                <a:ext cx="4795352" cy="149137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endParaRPr lang="en-PH" sz="2500" b="1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𝒗𝒂𝒓𝒊𝒂𝒏𝒄𝒆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p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sup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PH" sz="25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p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eqArr>
                            <m:eqArrPr>
                              <m:ctrlPr>
                                <a:rPr lang="en-PH" sz="25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25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  <m:e/>
                          </m:eqArr>
                        </m:den>
                      </m:f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6FCE3D4-F8D4-0BA2-DDC3-838990ABE7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0739" y="4366140"/>
                <a:ext cx="4795352" cy="149137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2" name="Group 41">
            <a:extLst>
              <a:ext uri="{FF2B5EF4-FFF2-40B4-BE49-F238E27FC236}">
                <a16:creationId xmlns:a16="http://schemas.microsoft.com/office/drawing/2014/main" id="{4D28E366-827B-A0AC-229E-0C61D1535E4B}"/>
              </a:ext>
            </a:extLst>
          </p:cNvPr>
          <p:cNvGrpSpPr/>
          <p:nvPr/>
        </p:nvGrpSpPr>
        <p:grpSpPr>
          <a:xfrm>
            <a:off x="1210942" y="674359"/>
            <a:ext cx="1316448" cy="586240"/>
            <a:chOff x="3885262" y="2219308"/>
            <a:chExt cx="1316448" cy="586240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F5A59E5B-9C1C-0C9C-8117-795F3AD766B4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514D5E96-6F39-70D2-035B-1F38B96FC5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ED5371D6-7EA6-BE46-4FF7-71FB021229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D89E2446-B7A1-26AE-6331-DC06EC9E346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794DE5E3-CA78-7C3F-B711-797CD53258DE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01ECFF35-F5B2-0EC7-752B-4D60A2F01AD9}"/>
              </a:ext>
            </a:extLst>
          </p:cNvPr>
          <p:cNvGrpSpPr/>
          <p:nvPr/>
        </p:nvGrpSpPr>
        <p:grpSpPr>
          <a:xfrm>
            <a:off x="2851340" y="674359"/>
            <a:ext cx="1316448" cy="586240"/>
            <a:chOff x="3885262" y="2219308"/>
            <a:chExt cx="1316448" cy="586240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52F5C841-9A35-12EB-9570-9C7C4B053BAA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E88CB7E2-ED1F-2604-ADF1-45E3682F16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B6BB132F-674F-AD06-E222-F8E8027D835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838112E7-B301-EA83-7913-8C9A2FE456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DBF877BC-7876-03E1-EFE5-7DE2B71A5159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4AB3F903-994B-2097-B3F5-FD4452FC17E0}"/>
              </a:ext>
            </a:extLst>
          </p:cNvPr>
          <p:cNvGrpSpPr/>
          <p:nvPr/>
        </p:nvGrpSpPr>
        <p:grpSpPr>
          <a:xfrm>
            <a:off x="7464474" y="750513"/>
            <a:ext cx="1316448" cy="586240"/>
            <a:chOff x="3885262" y="2219308"/>
            <a:chExt cx="1316448" cy="586240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69A6BFC0-CF1B-50BD-A854-71495E1DF431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1FEAEF26-6246-F67C-4676-E79588CEB5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11DDBB25-B691-ABE0-D860-77E7E90206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A644C16A-0838-CD11-2FEC-524F70E8EE0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02E880D-9D92-39EC-2647-E938E9D392B7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FB4BED4B-1A9D-42A7-0EFB-FBB7AFE87714}"/>
              </a:ext>
            </a:extLst>
          </p:cNvPr>
          <p:cNvGrpSpPr/>
          <p:nvPr/>
        </p:nvGrpSpPr>
        <p:grpSpPr>
          <a:xfrm>
            <a:off x="9104872" y="750513"/>
            <a:ext cx="1316448" cy="586240"/>
            <a:chOff x="3885262" y="2219308"/>
            <a:chExt cx="1316448" cy="586240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B8A1CB92-7AD4-E5D6-E305-CBBA7E4508E8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26547808-2D2B-9E75-230F-33D2CDAD1F0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84CE04CA-14CE-9BBA-567A-03B6FDB670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2B3A618F-1805-624B-4D9D-EA7C6BF1BBE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680FF4E7-32D6-FCBB-91DE-ACE2A8FF69E4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E52A6BAD-0EBD-E3E3-CA3E-2C7FF16A3CBA}"/>
              </a:ext>
            </a:extLst>
          </p:cNvPr>
          <p:cNvGrpSpPr/>
          <p:nvPr/>
        </p:nvGrpSpPr>
        <p:grpSpPr>
          <a:xfrm>
            <a:off x="4743224" y="1690381"/>
            <a:ext cx="478402" cy="619408"/>
            <a:chOff x="4743224" y="1690381"/>
            <a:chExt cx="478402" cy="619408"/>
          </a:xfrm>
        </p:grpSpPr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AAEF5E79-4C96-ABE6-BDE4-8EDA56B4F5C9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BFE21400-EB5A-1C88-4154-E3BD0F87A69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DF38EAAB-7F4E-B959-DF51-D7A836B119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1C227897-400C-245B-631C-9C2C599EE5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05755213-4D28-2C67-7F07-C74056DD7D33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85A6F17C-F2D9-9A49-87D1-471F3725371E}"/>
              </a:ext>
            </a:extLst>
          </p:cNvPr>
          <p:cNvGrpSpPr/>
          <p:nvPr/>
        </p:nvGrpSpPr>
        <p:grpSpPr>
          <a:xfrm>
            <a:off x="4743224" y="2637379"/>
            <a:ext cx="478402" cy="619408"/>
            <a:chOff x="4743224" y="1690381"/>
            <a:chExt cx="478402" cy="619408"/>
          </a:xfrm>
        </p:grpSpPr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89195FE9-01E2-5207-9EF0-DF486B090726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3465072A-F9E0-7A2A-4F2C-28701FBBA8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0CE1A6BF-2D53-D6DB-1503-FCBF61A0B2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25CA51A0-B3A4-10C7-4E75-0FA5D38241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4CED83F6-706E-292D-99F0-254EBAFEC7F6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99AEBBD3-FACB-99B9-7297-2D941413BBC5}"/>
              </a:ext>
            </a:extLst>
          </p:cNvPr>
          <p:cNvGrpSpPr/>
          <p:nvPr/>
        </p:nvGrpSpPr>
        <p:grpSpPr>
          <a:xfrm>
            <a:off x="11157628" y="1787679"/>
            <a:ext cx="478402" cy="619408"/>
            <a:chOff x="4743224" y="1690381"/>
            <a:chExt cx="478402" cy="619408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BFDF74A6-04DD-E188-98B1-885D63843B0D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90" name="Straight Connector 89">
                <a:extLst>
                  <a:ext uri="{FF2B5EF4-FFF2-40B4-BE49-F238E27FC236}">
                    <a16:creationId xmlns:a16="http://schemas.microsoft.com/office/drawing/2014/main" id="{645E96C0-9F45-026D-E110-D27369F9BB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8CCEA29E-C0D8-1C16-6BF5-4C7F1AD9EA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>
                <a:extLst>
                  <a:ext uri="{FF2B5EF4-FFF2-40B4-BE49-F238E27FC236}">
                    <a16:creationId xmlns:a16="http://schemas.microsoft.com/office/drawing/2014/main" id="{A0E11D59-3B10-F163-E753-37B307012A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2C1E4BAF-ACAE-D629-9E26-6D9D6EFD4675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0806905C-511E-954C-9E85-353513F2A3A2}"/>
              </a:ext>
            </a:extLst>
          </p:cNvPr>
          <p:cNvGrpSpPr/>
          <p:nvPr/>
        </p:nvGrpSpPr>
        <p:grpSpPr>
          <a:xfrm>
            <a:off x="11157628" y="2734677"/>
            <a:ext cx="478402" cy="619408"/>
            <a:chOff x="4743224" y="1690381"/>
            <a:chExt cx="478402" cy="619408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E18BAB18-5C20-D23B-4BBA-9501AC08BDFA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96" name="Straight Connector 95">
                <a:extLst>
                  <a:ext uri="{FF2B5EF4-FFF2-40B4-BE49-F238E27FC236}">
                    <a16:creationId xmlns:a16="http://schemas.microsoft.com/office/drawing/2014/main" id="{2BF86FCA-9BD6-0EA6-3236-038572BA89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97372EB0-890D-D845-5748-CCA0216C9FA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D5E9BD0B-F8F3-DDDE-D7FA-8677326F89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A390A7B2-EBEA-52A8-034E-9E48F388F614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7131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3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AB6850B-D45E-2854-F7DF-75C74A198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968B4F81-5DCA-8652-2835-35AA72F67027}"/>
              </a:ext>
            </a:extLst>
          </p:cNvPr>
          <p:cNvGrpSpPr/>
          <p:nvPr/>
        </p:nvGrpSpPr>
        <p:grpSpPr>
          <a:xfrm>
            <a:off x="545107" y="1385555"/>
            <a:ext cx="4573141" cy="2440537"/>
            <a:chOff x="2897634" y="1570657"/>
            <a:chExt cx="6840726" cy="3419405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4B1DCBE3-31C1-272E-ACDB-7A032599D0F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97634" y="1610592"/>
              <a:ext cx="0" cy="337947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" name="Straight Arrow Connector 1">
              <a:extLst>
                <a:ext uri="{FF2B5EF4-FFF2-40B4-BE49-F238E27FC236}">
                  <a16:creationId xmlns:a16="http://schemas.microsoft.com/office/drawing/2014/main" id="{7D3ADD2A-9922-6C54-2576-B3D0352D4BA1}"/>
                </a:ext>
              </a:extLst>
            </p:cNvPr>
            <p:cNvCxnSpPr>
              <a:cxnSpLocks/>
            </p:cNvCxnSpPr>
            <p:nvPr/>
          </p:nvCxnSpPr>
          <p:spPr>
            <a:xfrm>
              <a:off x="2897634" y="4960248"/>
              <a:ext cx="6840726" cy="2981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pic>
          <p:nvPicPr>
            <p:cNvPr id="3" name="Picture 2" descr="A cartoon of a house&#10;&#10;Description automatically generated">
              <a:extLst>
                <a:ext uri="{FF2B5EF4-FFF2-40B4-BE49-F238E27FC236}">
                  <a16:creationId xmlns:a16="http://schemas.microsoft.com/office/drawing/2014/main" id="{54F2E392-8CC0-C878-A428-8F7E0E88E3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48493" y="1570657"/>
              <a:ext cx="664167" cy="563411"/>
            </a:xfrm>
            <a:prstGeom prst="rect">
              <a:avLst/>
            </a:prstGeom>
          </p:spPr>
        </p:pic>
        <p:pic>
          <p:nvPicPr>
            <p:cNvPr id="21" name="Picture 20" descr="A cartoon of a house&#10;&#10;Description automatically generated">
              <a:extLst>
                <a:ext uri="{FF2B5EF4-FFF2-40B4-BE49-F238E27FC236}">
                  <a16:creationId xmlns:a16="http://schemas.microsoft.com/office/drawing/2014/main" id="{7724F24E-B891-B0C2-1882-01AE41ABA45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763916" y="2865589"/>
              <a:ext cx="664167" cy="563411"/>
            </a:xfrm>
            <a:prstGeom prst="rect">
              <a:avLst/>
            </a:prstGeom>
          </p:spPr>
        </p:pic>
        <p:pic>
          <p:nvPicPr>
            <p:cNvPr id="22" name="Picture 21" descr="A cartoon of a house&#10;&#10;Description automatically generated">
              <a:extLst>
                <a:ext uri="{FF2B5EF4-FFF2-40B4-BE49-F238E27FC236}">
                  <a16:creationId xmlns:a16="http://schemas.microsoft.com/office/drawing/2014/main" id="{6CB55A97-2099-DCFA-2F32-FCAFD5642F7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16616" y="4046689"/>
              <a:ext cx="664167" cy="563411"/>
            </a:xfrm>
            <a:prstGeom prst="rect">
              <a:avLst/>
            </a:prstGeom>
          </p:spPr>
        </p:pic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CEDDB26-5192-FED0-7B28-32C9E525F663}"/>
              </a:ext>
            </a:extLst>
          </p:cNvPr>
          <p:cNvCxnSpPr>
            <a:cxnSpLocks/>
          </p:cNvCxnSpPr>
          <p:nvPr/>
        </p:nvCxnSpPr>
        <p:spPr>
          <a:xfrm flipV="1">
            <a:off x="6839198" y="1435337"/>
            <a:ext cx="0" cy="241203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7BF6E6B-18AD-00CD-C1A0-97F32B90007B}"/>
              </a:ext>
            </a:extLst>
          </p:cNvPr>
          <p:cNvCxnSpPr>
            <a:cxnSpLocks/>
          </p:cNvCxnSpPr>
          <p:nvPr/>
        </p:nvCxnSpPr>
        <p:spPr>
          <a:xfrm>
            <a:off x="6839198" y="3826092"/>
            <a:ext cx="4573141" cy="2127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2" name="Picture 31" descr="A cartoon of a house&#10;&#10;Description automatically generated">
            <a:extLst>
              <a:ext uri="{FF2B5EF4-FFF2-40B4-BE49-F238E27FC236}">
                <a16:creationId xmlns:a16="http://schemas.microsoft.com/office/drawing/2014/main" id="{6542A34A-286C-667C-1432-8BB76FDDE7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9118" y="1435337"/>
            <a:ext cx="444007" cy="402124"/>
          </a:xfrm>
          <a:prstGeom prst="rect">
            <a:avLst/>
          </a:prstGeom>
        </p:spPr>
      </p:pic>
      <p:pic>
        <p:nvPicPr>
          <p:cNvPr id="33" name="Picture 32" descr="A cartoon of a house&#10;&#10;Description automatically generated">
            <a:extLst>
              <a:ext uri="{FF2B5EF4-FFF2-40B4-BE49-F238E27FC236}">
                <a16:creationId xmlns:a16="http://schemas.microsoft.com/office/drawing/2014/main" id="{C145A058-3CF2-B64C-971D-52636CBE69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5356" y="2331068"/>
            <a:ext cx="444007" cy="402124"/>
          </a:xfrm>
          <a:prstGeom prst="rect">
            <a:avLst/>
          </a:prstGeom>
        </p:spPr>
      </p:pic>
      <p:pic>
        <p:nvPicPr>
          <p:cNvPr id="34" name="Picture 33" descr="A cartoon of a house&#10;&#10;Description automatically generated">
            <a:extLst>
              <a:ext uri="{FF2B5EF4-FFF2-40B4-BE49-F238E27FC236}">
                <a16:creationId xmlns:a16="http://schemas.microsoft.com/office/drawing/2014/main" id="{95B5AB10-B715-601F-75F4-5988A76C3A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1267" y="3227938"/>
            <a:ext cx="444007" cy="402124"/>
          </a:xfrm>
          <a:prstGeom prst="rect">
            <a:avLst/>
          </a:prstGeom>
        </p:spPr>
      </p:pic>
      <p:grpSp>
        <p:nvGrpSpPr>
          <p:cNvPr id="42" name="Group 41">
            <a:extLst>
              <a:ext uri="{FF2B5EF4-FFF2-40B4-BE49-F238E27FC236}">
                <a16:creationId xmlns:a16="http://schemas.microsoft.com/office/drawing/2014/main" id="{0B628A9D-7C0F-CBEA-F499-9DC786257166}"/>
              </a:ext>
            </a:extLst>
          </p:cNvPr>
          <p:cNvGrpSpPr/>
          <p:nvPr/>
        </p:nvGrpSpPr>
        <p:grpSpPr>
          <a:xfrm>
            <a:off x="1210942" y="674359"/>
            <a:ext cx="1316448" cy="586240"/>
            <a:chOff x="3885262" y="2219308"/>
            <a:chExt cx="1316448" cy="586240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9D48A14A-545D-A2D9-E39B-3770E0A74A33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9859C42A-B7F5-32AE-F59D-0E464782A48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F98830C7-BA84-79D4-D6B5-7654514338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217D5C11-F679-6AD8-03BF-F657B23CB3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D3196E4-857D-2624-37F6-D1E14A2BF09C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71971A08-9387-1F1B-A8F1-8497984B500D}"/>
              </a:ext>
            </a:extLst>
          </p:cNvPr>
          <p:cNvGrpSpPr/>
          <p:nvPr/>
        </p:nvGrpSpPr>
        <p:grpSpPr>
          <a:xfrm>
            <a:off x="2851340" y="674359"/>
            <a:ext cx="1316448" cy="586240"/>
            <a:chOff x="3885262" y="2219308"/>
            <a:chExt cx="1316448" cy="586240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E840A7A9-FA4B-9D5C-0ECA-84E7BCF81888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82F45E87-A38B-1B2F-C24F-1FB516C77B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64A2C27C-06B1-8EDD-64AF-39211AB78D9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FC87F84C-0E82-A83C-EDD7-B95B8F29CC6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3BBB417-CAB1-6F58-A4CC-5527914CA665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1D21E917-2E9E-F7F9-EBA2-697579DE9A97}"/>
              </a:ext>
            </a:extLst>
          </p:cNvPr>
          <p:cNvGrpSpPr/>
          <p:nvPr/>
        </p:nvGrpSpPr>
        <p:grpSpPr>
          <a:xfrm>
            <a:off x="7464474" y="750513"/>
            <a:ext cx="1316448" cy="586240"/>
            <a:chOff x="3885262" y="2219308"/>
            <a:chExt cx="1316448" cy="586240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71B0AD93-A240-CFF8-03BA-E61E18872F27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B48D7651-F1AE-D113-099F-E3261EFCC9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A732A851-5ED3-54E1-55A5-7AC088CE84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352512BB-8A70-82AD-F819-6EA2E90B45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2172C8C4-454A-1A1A-E35E-3FEFC979E12F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FFDCDF6A-E1D9-45EC-113E-63ED17BC00E1}"/>
              </a:ext>
            </a:extLst>
          </p:cNvPr>
          <p:cNvGrpSpPr/>
          <p:nvPr/>
        </p:nvGrpSpPr>
        <p:grpSpPr>
          <a:xfrm>
            <a:off x="9104872" y="750513"/>
            <a:ext cx="1316448" cy="586240"/>
            <a:chOff x="3885262" y="2219308"/>
            <a:chExt cx="1316448" cy="586240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C7054FEB-2805-83B9-DED0-845222F152A8}"/>
                </a:ext>
              </a:extLst>
            </p:cNvPr>
            <p:cNvGrpSpPr/>
            <p:nvPr/>
          </p:nvGrpSpPr>
          <p:grpSpPr>
            <a:xfrm>
              <a:off x="3885262" y="2547526"/>
              <a:ext cx="1316448" cy="258022"/>
              <a:chOff x="3894666" y="2424536"/>
              <a:chExt cx="1316448" cy="258022"/>
            </a:xfrm>
          </p:grpSpPr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1F2867F4-BB91-E88D-5E56-B1BBC4926D8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7E859367-DDA1-532F-FE73-2C6D53E8F1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9C2D740F-3128-C3B1-B1CD-245FED87DC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CB730AFE-C8F2-6A2C-43C1-F719A3CB1D7F}"/>
                </a:ext>
              </a:extLst>
            </p:cNvPr>
            <p:cNvSpPr txBox="1"/>
            <p:nvPr/>
          </p:nvSpPr>
          <p:spPr>
            <a:xfrm>
              <a:off x="4389791" y="2219308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2</a:t>
              </a:r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CE428745-B2FC-998D-84D7-675193C07739}"/>
              </a:ext>
            </a:extLst>
          </p:cNvPr>
          <p:cNvGrpSpPr/>
          <p:nvPr/>
        </p:nvGrpSpPr>
        <p:grpSpPr>
          <a:xfrm>
            <a:off x="4743224" y="1690381"/>
            <a:ext cx="478402" cy="619408"/>
            <a:chOff x="4743224" y="1690381"/>
            <a:chExt cx="478402" cy="619408"/>
          </a:xfrm>
        </p:grpSpPr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99834936-80DA-9A29-E8AF-545754B0AD69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7F6EDF8F-DB01-6E6A-215C-76716EF1BD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1097365B-607D-4699-ECE4-101621BEB37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CB9AF398-CC60-487B-68A0-F85DC24CB3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8496B07-957F-DA87-E185-E2C6475DBD13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78D8F1D8-91FC-296D-3FB8-DF2AFAFD557C}"/>
              </a:ext>
            </a:extLst>
          </p:cNvPr>
          <p:cNvGrpSpPr/>
          <p:nvPr/>
        </p:nvGrpSpPr>
        <p:grpSpPr>
          <a:xfrm>
            <a:off x="4743224" y="2637379"/>
            <a:ext cx="478402" cy="619408"/>
            <a:chOff x="4743224" y="1690381"/>
            <a:chExt cx="478402" cy="619408"/>
          </a:xfrm>
        </p:grpSpPr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517C078D-922A-D38B-5C79-8D691F5A2E20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97B26D93-552B-7DF6-97C2-0D8BBA9FE3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AE0CE82A-A2AA-D02F-9C0C-43D3439751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89D9D480-F577-7305-428E-4814DBE09C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447A4E9F-1A3B-F848-5E6B-DCE3F49B1439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265CA96F-071F-C944-73D9-27DAB6A799CF}"/>
              </a:ext>
            </a:extLst>
          </p:cNvPr>
          <p:cNvGrpSpPr/>
          <p:nvPr/>
        </p:nvGrpSpPr>
        <p:grpSpPr>
          <a:xfrm>
            <a:off x="11157628" y="1787679"/>
            <a:ext cx="478402" cy="619408"/>
            <a:chOff x="4743224" y="1690381"/>
            <a:chExt cx="478402" cy="619408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3FB62304-C7C4-356B-AFDC-CFE97E20F91A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90" name="Straight Connector 89">
                <a:extLst>
                  <a:ext uri="{FF2B5EF4-FFF2-40B4-BE49-F238E27FC236}">
                    <a16:creationId xmlns:a16="http://schemas.microsoft.com/office/drawing/2014/main" id="{417DCA8F-4AE0-7EC9-1D44-44EF85648A6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C4317570-4F37-AAC2-A03E-816A66D3379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>
                <a:extLst>
                  <a:ext uri="{FF2B5EF4-FFF2-40B4-BE49-F238E27FC236}">
                    <a16:creationId xmlns:a16="http://schemas.microsoft.com/office/drawing/2014/main" id="{A6A16CB0-0BA6-9AC8-9EE7-947545F85C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06F5F566-C876-4CC7-F86C-AC7CE68643A8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2D3ADC26-1AFA-FCF1-6CAD-ED6FDC8B1167}"/>
              </a:ext>
            </a:extLst>
          </p:cNvPr>
          <p:cNvGrpSpPr/>
          <p:nvPr/>
        </p:nvGrpSpPr>
        <p:grpSpPr>
          <a:xfrm>
            <a:off x="11157628" y="2734677"/>
            <a:ext cx="478402" cy="619408"/>
            <a:chOff x="4743224" y="1690381"/>
            <a:chExt cx="478402" cy="619408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D75CA129-5676-84EB-5645-3CCE50E996AA}"/>
                </a:ext>
              </a:extLst>
            </p:cNvPr>
            <p:cNvGrpSpPr/>
            <p:nvPr/>
          </p:nvGrpSpPr>
          <p:grpSpPr>
            <a:xfrm rot="5400000">
              <a:off x="4562531" y="1871074"/>
              <a:ext cx="619408" cy="258022"/>
              <a:chOff x="3894666" y="2424536"/>
              <a:chExt cx="1316448" cy="258022"/>
            </a:xfrm>
          </p:grpSpPr>
          <p:cxnSp>
            <p:nvCxnSpPr>
              <p:cNvPr id="96" name="Straight Connector 95">
                <a:extLst>
                  <a:ext uri="{FF2B5EF4-FFF2-40B4-BE49-F238E27FC236}">
                    <a16:creationId xmlns:a16="http://schemas.microsoft.com/office/drawing/2014/main" id="{0FC4215C-6F5E-FE3A-3E07-40C5F06C97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4666" y="2553547"/>
                <a:ext cx="1316448" cy="0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403E0237-97B6-B7E4-23A5-69C432B865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00367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4446C1F8-3754-F529-A567-FE08BE0D45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1114" y="2424536"/>
                <a:ext cx="0" cy="258022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DED5A2DF-3703-B72E-65B1-7F669A07EB5A}"/>
                </a:ext>
              </a:extLst>
            </p:cNvPr>
            <p:cNvSpPr txBox="1"/>
            <p:nvPr/>
          </p:nvSpPr>
          <p:spPr>
            <a:xfrm>
              <a:off x="4913528" y="183488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PH" b="1" dirty="0"/>
                <a:t>1</a:t>
              </a:r>
            </a:p>
          </p:txBody>
        </p: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BD4EDF03-88C4-29D9-81AA-EBE4DCDD08BB}"/>
              </a:ext>
            </a:extLst>
          </p:cNvPr>
          <p:cNvSpPr txBox="1"/>
          <p:nvPr/>
        </p:nvSpPr>
        <p:spPr>
          <a:xfrm>
            <a:off x="1628986" y="4448850"/>
            <a:ext cx="8934027" cy="477054"/>
          </a:xfrm>
          <a:custGeom>
            <a:avLst/>
            <a:gdLst>
              <a:gd name="connsiteX0" fmla="*/ 0 w 8934027"/>
              <a:gd name="connsiteY0" fmla="*/ 0 h 477054"/>
              <a:gd name="connsiteX1" fmla="*/ 774282 w 8934027"/>
              <a:gd name="connsiteY1" fmla="*/ 0 h 477054"/>
              <a:gd name="connsiteX2" fmla="*/ 1548565 w 8934027"/>
              <a:gd name="connsiteY2" fmla="*/ 0 h 477054"/>
              <a:gd name="connsiteX3" fmla="*/ 2233507 w 8934027"/>
              <a:gd name="connsiteY3" fmla="*/ 0 h 477054"/>
              <a:gd name="connsiteX4" fmla="*/ 2829109 w 8934027"/>
              <a:gd name="connsiteY4" fmla="*/ 0 h 477054"/>
              <a:gd name="connsiteX5" fmla="*/ 3246030 w 8934027"/>
              <a:gd name="connsiteY5" fmla="*/ 0 h 477054"/>
              <a:gd name="connsiteX6" fmla="*/ 3662951 w 8934027"/>
              <a:gd name="connsiteY6" fmla="*/ 0 h 477054"/>
              <a:gd name="connsiteX7" fmla="*/ 4079872 w 8934027"/>
              <a:gd name="connsiteY7" fmla="*/ 0 h 477054"/>
              <a:gd name="connsiteX8" fmla="*/ 4854155 w 8934027"/>
              <a:gd name="connsiteY8" fmla="*/ 0 h 477054"/>
              <a:gd name="connsiteX9" fmla="*/ 5628437 w 8934027"/>
              <a:gd name="connsiteY9" fmla="*/ 0 h 477054"/>
              <a:gd name="connsiteX10" fmla="*/ 6045358 w 8934027"/>
              <a:gd name="connsiteY10" fmla="*/ 0 h 477054"/>
              <a:gd name="connsiteX11" fmla="*/ 6551620 w 8934027"/>
              <a:gd name="connsiteY11" fmla="*/ 0 h 477054"/>
              <a:gd name="connsiteX12" fmla="*/ 7236562 w 8934027"/>
              <a:gd name="connsiteY12" fmla="*/ 0 h 477054"/>
              <a:gd name="connsiteX13" fmla="*/ 7832164 w 8934027"/>
              <a:gd name="connsiteY13" fmla="*/ 0 h 477054"/>
              <a:gd name="connsiteX14" fmla="*/ 8249085 w 8934027"/>
              <a:gd name="connsiteY14" fmla="*/ 0 h 477054"/>
              <a:gd name="connsiteX15" fmla="*/ 8934027 w 8934027"/>
              <a:gd name="connsiteY15" fmla="*/ 0 h 477054"/>
              <a:gd name="connsiteX16" fmla="*/ 8934027 w 8934027"/>
              <a:gd name="connsiteY16" fmla="*/ 477054 h 477054"/>
              <a:gd name="connsiteX17" fmla="*/ 8338425 w 8934027"/>
              <a:gd name="connsiteY17" fmla="*/ 477054 h 477054"/>
              <a:gd name="connsiteX18" fmla="*/ 7653483 w 8934027"/>
              <a:gd name="connsiteY18" fmla="*/ 477054 h 477054"/>
              <a:gd name="connsiteX19" fmla="*/ 7147222 w 8934027"/>
              <a:gd name="connsiteY19" fmla="*/ 477054 h 477054"/>
              <a:gd name="connsiteX20" fmla="*/ 6551620 w 8934027"/>
              <a:gd name="connsiteY20" fmla="*/ 477054 h 477054"/>
              <a:gd name="connsiteX21" fmla="*/ 5866678 w 8934027"/>
              <a:gd name="connsiteY21" fmla="*/ 477054 h 477054"/>
              <a:gd name="connsiteX22" fmla="*/ 5092395 w 8934027"/>
              <a:gd name="connsiteY22" fmla="*/ 477054 h 477054"/>
              <a:gd name="connsiteX23" fmla="*/ 4496794 w 8934027"/>
              <a:gd name="connsiteY23" fmla="*/ 477054 h 477054"/>
              <a:gd name="connsiteX24" fmla="*/ 4169213 w 8934027"/>
              <a:gd name="connsiteY24" fmla="*/ 477054 h 477054"/>
              <a:gd name="connsiteX25" fmla="*/ 3841632 w 8934027"/>
              <a:gd name="connsiteY25" fmla="*/ 477054 h 477054"/>
              <a:gd name="connsiteX26" fmla="*/ 3067349 w 8934027"/>
              <a:gd name="connsiteY26" fmla="*/ 477054 h 477054"/>
              <a:gd name="connsiteX27" fmla="*/ 2561088 w 8934027"/>
              <a:gd name="connsiteY27" fmla="*/ 477054 h 477054"/>
              <a:gd name="connsiteX28" fmla="*/ 1965486 w 8934027"/>
              <a:gd name="connsiteY28" fmla="*/ 477054 h 477054"/>
              <a:gd name="connsiteX29" fmla="*/ 1548565 w 8934027"/>
              <a:gd name="connsiteY29" fmla="*/ 477054 h 477054"/>
              <a:gd name="connsiteX30" fmla="*/ 1220984 w 8934027"/>
              <a:gd name="connsiteY30" fmla="*/ 477054 h 477054"/>
              <a:gd name="connsiteX31" fmla="*/ 804062 w 8934027"/>
              <a:gd name="connsiteY31" fmla="*/ 477054 h 477054"/>
              <a:gd name="connsiteX32" fmla="*/ 0 w 8934027"/>
              <a:gd name="connsiteY32" fmla="*/ 477054 h 477054"/>
              <a:gd name="connsiteX33" fmla="*/ 0 w 8934027"/>
              <a:gd name="connsiteY33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934027" h="47705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39149" y="130769"/>
                  <a:pt x="8921947" y="251796"/>
                  <a:pt x="8934027" y="477054"/>
                </a:cubicBezTo>
                <a:cubicBezTo>
                  <a:pt x="8784448" y="515362"/>
                  <a:pt x="8514235" y="450675"/>
                  <a:pt x="8338425" y="477054"/>
                </a:cubicBezTo>
                <a:cubicBezTo>
                  <a:pt x="8162615" y="503433"/>
                  <a:pt x="7913733" y="472186"/>
                  <a:pt x="7653483" y="477054"/>
                </a:cubicBezTo>
                <a:cubicBezTo>
                  <a:pt x="7393233" y="481922"/>
                  <a:pt x="7385509" y="445835"/>
                  <a:pt x="7147222" y="477054"/>
                </a:cubicBezTo>
                <a:cubicBezTo>
                  <a:pt x="6908935" y="508273"/>
                  <a:pt x="6825649" y="469006"/>
                  <a:pt x="6551620" y="477054"/>
                </a:cubicBezTo>
                <a:cubicBezTo>
                  <a:pt x="6277591" y="485102"/>
                  <a:pt x="6138934" y="452851"/>
                  <a:pt x="5866678" y="477054"/>
                </a:cubicBezTo>
                <a:cubicBezTo>
                  <a:pt x="5594422" y="501257"/>
                  <a:pt x="5379877" y="385662"/>
                  <a:pt x="5092395" y="477054"/>
                </a:cubicBezTo>
                <a:cubicBezTo>
                  <a:pt x="4804913" y="568446"/>
                  <a:pt x="4690755" y="413302"/>
                  <a:pt x="4496794" y="477054"/>
                </a:cubicBezTo>
                <a:cubicBezTo>
                  <a:pt x="4302833" y="540806"/>
                  <a:pt x="4331593" y="447335"/>
                  <a:pt x="4169213" y="477054"/>
                </a:cubicBezTo>
                <a:cubicBezTo>
                  <a:pt x="4006833" y="506773"/>
                  <a:pt x="3928434" y="446378"/>
                  <a:pt x="3841632" y="477054"/>
                </a:cubicBezTo>
                <a:cubicBezTo>
                  <a:pt x="3754830" y="507730"/>
                  <a:pt x="3360355" y="400703"/>
                  <a:pt x="3067349" y="477054"/>
                </a:cubicBezTo>
                <a:cubicBezTo>
                  <a:pt x="2774343" y="553405"/>
                  <a:pt x="2713042" y="476131"/>
                  <a:pt x="2561088" y="477054"/>
                </a:cubicBezTo>
                <a:cubicBezTo>
                  <a:pt x="2409134" y="477977"/>
                  <a:pt x="2166557" y="436725"/>
                  <a:pt x="1965486" y="477054"/>
                </a:cubicBezTo>
                <a:cubicBezTo>
                  <a:pt x="1764415" y="517383"/>
                  <a:pt x="1696036" y="468841"/>
                  <a:pt x="1548565" y="477054"/>
                </a:cubicBezTo>
                <a:cubicBezTo>
                  <a:pt x="1401094" y="485267"/>
                  <a:pt x="1382342" y="438932"/>
                  <a:pt x="1220984" y="477054"/>
                </a:cubicBezTo>
                <a:cubicBezTo>
                  <a:pt x="1059626" y="515176"/>
                  <a:pt x="1012191" y="463191"/>
                  <a:pt x="804062" y="477054"/>
                </a:cubicBezTo>
                <a:cubicBezTo>
                  <a:pt x="595933" y="490917"/>
                  <a:pt x="360009" y="436689"/>
                  <a:pt x="0" y="477054"/>
                </a:cubicBezTo>
                <a:cubicBezTo>
                  <a:pt x="-29239" y="296702"/>
                  <a:pt x="30747" y="186312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Is there another metric to tell us that these two are different?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6DB38E-C9DF-A16B-9F10-FAC556EFEBA0}"/>
              </a:ext>
            </a:extLst>
          </p:cNvPr>
          <p:cNvSpPr txBox="1"/>
          <p:nvPr/>
        </p:nvSpPr>
        <p:spPr>
          <a:xfrm>
            <a:off x="4213858" y="5218374"/>
            <a:ext cx="3764282" cy="477054"/>
          </a:xfrm>
          <a:custGeom>
            <a:avLst/>
            <a:gdLst>
              <a:gd name="connsiteX0" fmla="*/ 0 w 3764282"/>
              <a:gd name="connsiteY0" fmla="*/ 0 h 477054"/>
              <a:gd name="connsiteX1" fmla="*/ 613040 w 3764282"/>
              <a:gd name="connsiteY1" fmla="*/ 0 h 477054"/>
              <a:gd name="connsiteX2" fmla="*/ 1226080 w 3764282"/>
              <a:gd name="connsiteY2" fmla="*/ 0 h 477054"/>
              <a:gd name="connsiteX3" fmla="*/ 1801478 w 3764282"/>
              <a:gd name="connsiteY3" fmla="*/ 0 h 477054"/>
              <a:gd name="connsiteX4" fmla="*/ 2339232 w 3764282"/>
              <a:gd name="connsiteY4" fmla="*/ 0 h 477054"/>
              <a:gd name="connsiteX5" fmla="*/ 2801701 w 3764282"/>
              <a:gd name="connsiteY5" fmla="*/ 0 h 477054"/>
              <a:gd name="connsiteX6" fmla="*/ 3264170 w 3764282"/>
              <a:gd name="connsiteY6" fmla="*/ 0 h 477054"/>
              <a:gd name="connsiteX7" fmla="*/ 3764282 w 3764282"/>
              <a:gd name="connsiteY7" fmla="*/ 0 h 477054"/>
              <a:gd name="connsiteX8" fmla="*/ 3764282 w 3764282"/>
              <a:gd name="connsiteY8" fmla="*/ 477054 h 477054"/>
              <a:gd name="connsiteX9" fmla="*/ 3188885 w 3764282"/>
              <a:gd name="connsiteY9" fmla="*/ 477054 h 477054"/>
              <a:gd name="connsiteX10" fmla="*/ 2726416 w 3764282"/>
              <a:gd name="connsiteY10" fmla="*/ 477054 h 477054"/>
              <a:gd name="connsiteX11" fmla="*/ 2113375 w 3764282"/>
              <a:gd name="connsiteY11" fmla="*/ 477054 h 477054"/>
              <a:gd name="connsiteX12" fmla="*/ 1650907 w 3764282"/>
              <a:gd name="connsiteY12" fmla="*/ 477054 h 477054"/>
              <a:gd name="connsiteX13" fmla="*/ 1037866 w 3764282"/>
              <a:gd name="connsiteY13" fmla="*/ 477054 h 477054"/>
              <a:gd name="connsiteX14" fmla="*/ 0 w 3764282"/>
              <a:gd name="connsiteY14" fmla="*/ 477054 h 477054"/>
              <a:gd name="connsiteX15" fmla="*/ 0 w 3764282"/>
              <a:gd name="connsiteY15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764282" h="477054" extrusionOk="0">
                <a:moveTo>
                  <a:pt x="0" y="0"/>
                </a:moveTo>
                <a:cubicBezTo>
                  <a:pt x="150329" y="-45632"/>
                  <a:pt x="342301" y="1272"/>
                  <a:pt x="613040" y="0"/>
                </a:cubicBezTo>
                <a:cubicBezTo>
                  <a:pt x="883779" y="-1272"/>
                  <a:pt x="1067052" y="47386"/>
                  <a:pt x="1226080" y="0"/>
                </a:cubicBezTo>
                <a:cubicBezTo>
                  <a:pt x="1385108" y="-47386"/>
                  <a:pt x="1596213" y="57659"/>
                  <a:pt x="1801478" y="0"/>
                </a:cubicBezTo>
                <a:cubicBezTo>
                  <a:pt x="2006743" y="-57659"/>
                  <a:pt x="2229737" y="30709"/>
                  <a:pt x="2339232" y="0"/>
                </a:cubicBezTo>
                <a:cubicBezTo>
                  <a:pt x="2448727" y="-30709"/>
                  <a:pt x="2590722" y="7530"/>
                  <a:pt x="2801701" y="0"/>
                </a:cubicBezTo>
                <a:cubicBezTo>
                  <a:pt x="3012680" y="-7530"/>
                  <a:pt x="3160145" y="12167"/>
                  <a:pt x="3264170" y="0"/>
                </a:cubicBezTo>
                <a:cubicBezTo>
                  <a:pt x="3368195" y="-12167"/>
                  <a:pt x="3612670" y="49192"/>
                  <a:pt x="3764282" y="0"/>
                </a:cubicBezTo>
                <a:cubicBezTo>
                  <a:pt x="3782968" y="178763"/>
                  <a:pt x="3722608" y="238531"/>
                  <a:pt x="3764282" y="477054"/>
                </a:cubicBezTo>
                <a:cubicBezTo>
                  <a:pt x="3587557" y="509901"/>
                  <a:pt x="3390331" y="419143"/>
                  <a:pt x="3188885" y="477054"/>
                </a:cubicBezTo>
                <a:cubicBezTo>
                  <a:pt x="2987439" y="534965"/>
                  <a:pt x="2952939" y="429705"/>
                  <a:pt x="2726416" y="477054"/>
                </a:cubicBezTo>
                <a:cubicBezTo>
                  <a:pt x="2499893" y="524403"/>
                  <a:pt x="2309838" y="447156"/>
                  <a:pt x="2113375" y="477054"/>
                </a:cubicBezTo>
                <a:cubicBezTo>
                  <a:pt x="1916912" y="506952"/>
                  <a:pt x="1802761" y="450228"/>
                  <a:pt x="1650907" y="477054"/>
                </a:cubicBezTo>
                <a:cubicBezTo>
                  <a:pt x="1499053" y="503880"/>
                  <a:pt x="1286931" y="416929"/>
                  <a:pt x="1037866" y="477054"/>
                </a:cubicBezTo>
                <a:cubicBezTo>
                  <a:pt x="788801" y="537179"/>
                  <a:pt x="253956" y="366969"/>
                  <a:pt x="0" y="477054"/>
                </a:cubicBezTo>
                <a:cubicBezTo>
                  <a:pt x="-40419" y="354984"/>
                  <a:pt x="31905" y="118858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>
                <a:solidFill>
                  <a:schemeClr val="accent6">
                    <a:lumMod val="75000"/>
                  </a:schemeClr>
                </a:solidFill>
              </a:rPr>
              <a:t>Yes! </a:t>
            </a:r>
            <a:r>
              <a:rPr lang="en-PH" sz="2500" dirty="0"/>
              <a:t>Its called </a:t>
            </a:r>
            <a:r>
              <a:rPr lang="en-PH" sz="2500" b="1" dirty="0">
                <a:solidFill>
                  <a:srgbClr val="002060"/>
                </a:solidFill>
              </a:rPr>
              <a:t>covariance</a:t>
            </a:r>
          </a:p>
        </p:txBody>
      </p:sp>
    </p:spTree>
    <p:extLst>
      <p:ext uri="{BB962C8B-B14F-4D97-AF65-F5344CB8AC3E}">
        <p14:creationId xmlns:p14="http://schemas.microsoft.com/office/powerpoint/2010/main" val="384575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9" grpId="0" animBg="1"/>
      <p:bldP spid="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360D920-CFE4-3EEC-FF69-9A43B43CF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4220B98-5274-3AD2-399C-9BAC8E86C11D}"/>
              </a:ext>
            </a:extLst>
          </p:cNvPr>
          <p:cNvCxnSpPr>
            <a:cxnSpLocks/>
          </p:cNvCxnSpPr>
          <p:nvPr/>
        </p:nvCxnSpPr>
        <p:spPr>
          <a:xfrm flipV="1">
            <a:off x="6096000" y="630287"/>
            <a:ext cx="0" cy="521510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2F6B63FE-E3A3-C032-4E91-1BF215A118C7}"/>
              </a:ext>
            </a:extLst>
          </p:cNvPr>
          <p:cNvCxnSpPr>
            <a:cxnSpLocks/>
          </p:cNvCxnSpPr>
          <p:nvPr/>
        </p:nvCxnSpPr>
        <p:spPr>
          <a:xfrm>
            <a:off x="2015371" y="3076187"/>
            <a:ext cx="8630368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" name="Picture 2" descr="A cartoon of a house&#10;&#10;Description automatically generated">
            <a:extLst>
              <a:ext uri="{FF2B5EF4-FFF2-40B4-BE49-F238E27FC236}">
                <a16:creationId xmlns:a16="http://schemas.microsoft.com/office/drawing/2014/main" id="{08BA6EFF-6A06-58DE-02DE-AAD11405B5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9705" y="1447305"/>
            <a:ext cx="444007" cy="402124"/>
          </a:xfrm>
          <a:prstGeom prst="rect">
            <a:avLst/>
          </a:prstGeom>
        </p:spPr>
      </p:pic>
      <p:pic>
        <p:nvPicPr>
          <p:cNvPr id="21" name="Picture 20" descr="A cartoon of a house&#10;&#10;Description automatically generated">
            <a:extLst>
              <a:ext uri="{FF2B5EF4-FFF2-40B4-BE49-F238E27FC236}">
                <a16:creationId xmlns:a16="http://schemas.microsoft.com/office/drawing/2014/main" id="{482A7A77-5C36-B931-843C-F6D3FCAD31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996" y="2835713"/>
            <a:ext cx="444007" cy="402124"/>
          </a:xfrm>
          <a:prstGeom prst="rect">
            <a:avLst/>
          </a:prstGeom>
        </p:spPr>
      </p:pic>
      <p:pic>
        <p:nvPicPr>
          <p:cNvPr id="22" name="Picture 21" descr="A cartoon of a house&#10;&#10;Description automatically generated">
            <a:extLst>
              <a:ext uri="{FF2B5EF4-FFF2-40B4-BE49-F238E27FC236}">
                <a16:creationId xmlns:a16="http://schemas.microsoft.com/office/drawing/2014/main" id="{48E8181D-822E-BEC4-10C8-5356840530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8289" y="1447305"/>
            <a:ext cx="444007" cy="4021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42EC1A55-C64F-BD15-BB3E-E6A4A91810FD}"/>
                  </a:ext>
                </a:extLst>
              </p:cNvPr>
              <p:cNvSpPr txBox="1"/>
              <p:nvPr/>
            </p:nvSpPr>
            <p:spPr>
              <a:xfrm>
                <a:off x="3065578" y="1062584"/>
                <a:ext cx="992259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−2,1</m:t>
                          </m:r>
                        </m:e>
                      </m:d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42EC1A55-C64F-BD15-BB3E-E6A4A91810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5578" y="1062584"/>
                <a:ext cx="992259" cy="384721"/>
              </a:xfrm>
              <a:prstGeom prst="rect">
                <a:avLst/>
              </a:prstGeom>
              <a:blipFill>
                <a:blip r:embed="rId3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9" name="TextBox 98">
            <a:extLst>
              <a:ext uri="{FF2B5EF4-FFF2-40B4-BE49-F238E27FC236}">
                <a16:creationId xmlns:a16="http://schemas.microsoft.com/office/drawing/2014/main" id="{C3112CD0-74B6-F44F-2ACF-52F7C43AF648}"/>
              </a:ext>
            </a:extLst>
          </p:cNvPr>
          <p:cNvSpPr txBox="1"/>
          <p:nvPr/>
        </p:nvSpPr>
        <p:spPr>
          <a:xfrm>
            <a:off x="257981" y="786593"/>
            <a:ext cx="2054188" cy="1246495"/>
          </a:xfrm>
          <a:custGeom>
            <a:avLst/>
            <a:gdLst>
              <a:gd name="connsiteX0" fmla="*/ 0 w 2054188"/>
              <a:gd name="connsiteY0" fmla="*/ 0 h 1246495"/>
              <a:gd name="connsiteX1" fmla="*/ 554631 w 2054188"/>
              <a:gd name="connsiteY1" fmla="*/ 0 h 1246495"/>
              <a:gd name="connsiteX2" fmla="*/ 1109262 w 2054188"/>
              <a:gd name="connsiteY2" fmla="*/ 0 h 1246495"/>
              <a:gd name="connsiteX3" fmla="*/ 2054188 w 2054188"/>
              <a:gd name="connsiteY3" fmla="*/ 0 h 1246495"/>
              <a:gd name="connsiteX4" fmla="*/ 2054188 w 2054188"/>
              <a:gd name="connsiteY4" fmla="*/ 415498 h 1246495"/>
              <a:gd name="connsiteX5" fmla="*/ 2054188 w 2054188"/>
              <a:gd name="connsiteY5" fmla="*/ 793602 h 1246495"/>
              <a:gd name="connsiteX6" fmla="*/ 2054188 w 2054188"/>
              <a:gd name="connsiteY6" fmla="*/ 1246495 h 1246495"/>
              <a:gd name="connsiteX7" fmla="*/ 1540641 w 2054188"/>
              <a:gd name="connsiteY7" fmla="*/ 1246495 h 1246495"/>
              <a:gd name="connsiteX8" fmla="*/ 1047636 w 2054188"/>
              <a:gd name="connsiteY8" fmla="*/ 1246495 h 1246495"/>
              <a:gd name="connsiteX9" fmla="*/ 534089 w 2054188"/>
              <a:gd name="connsiteY9" fmla="*/ 1246495 h 1246495"/>
              <a:gd name="connsiteX10" fmla="*/ 0 w 2054188"/>
              <a:gd name="connsiteY10" fmla="*/ 1246495 h 1246495"/>
              <a:gd name="connsiteX11" fmla="*/ 0 w 2054188"/>
              <a:gd name="connsiteY11" fmla="*/ 806067 h 1246495"/>
              <a:gd name="connsiteX12" fmla="*/ 0 w 2054188"/>
              <a:gd name="connsiteY12" fmla="*/ 415498 h 1246495"/>
              <a:gd name="connsiteX13" fmla="*/ 0 w 2054188"/>
              <a:gd name="connsiteY13" fmla="*/ 0 h 12464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054188" h="1246495" extrusionOk="0">
                <a:moveTo>
                  <a:pt x="0" y="0"/>
                </a:moveTo>
                <a:cubicBezTo>
                  <a:pt x="244917" y="-50131"/>
                  <a:pt x="277763" y="439"/>
                  <a:pt x="554631" y="0"/>
                </a:cubicBezTo>
                <a:cubicBezTo>
                  <a:pt x="831499" y="-439"/>
                  <a:pt x="842736" y="48956"/>
                  <a:pt x="1109262" y="0"/>
                </a:cubicBezTo>
                <a:cubicBezTo>
                  <a:pt x="1375788" y="-48956"/>
                  <a:pt x="1810144" y="95816"/>
                  <a:pt x="2054188" y="0"/>
                </a:cubicBezTo>
                <a:cubicBezTo>
                  <a:pt x="2100144" y="186887"/>
                  <a:pt x="2005465" y="279662"/>
                  <a:pt x="2054188" y="415498"/>
                </a:cubicBezTo>
                <a:cubicBezTo>
                  <a:pt x="2102911" y="551334"/>
                  <a:pt x="2046457" y="660645"/>
                  <a:pt x="2054188" y="793602"/>
                </a:cubicBezTo>
                <a:cubicBezTo>
                  <a:pt x="2061919" y="926559"/>
                  <a:pt x="2030424" y="1042730"/>
                  <a:pt x="2054188" y="1246495"/>
                </a:cubicBezTo>
                <a:cubicBezTo>
                  <a:pt x="1813824" y="1271629"/>
                  <a:pt x="1784269" y="1242391"/>
                  <a:pt x="1540641" y="1246495"/>
                </a:cubicBezTo>
                <a:cubicBezTo>
                  <a:pt x="1297013" y="1250599"/>
                  <a:pt x="1154868" y="1198436"/>
                  <a:pt x="1047636" y="1246495"/>
                </a:cubicBezTo>
                <a:cubicBezTo>
                  <a:pt x="940404" y="1294554"/>
                  <a:pt x="723410" y="1210066"/>
                  <a:pt x="534089" y="1246495"/>
                </a:cubicBezTo>
                <a:cubicBezTo>
                  <a:pt x="344768" y="1282924"/>
                  <a:pt x="258822" y="1222815"/>
                  <a:pt x="0" y="1246495"/>
                </a:cubicBezTo>
                <a:cubicBezTo>
                  <a:pt x="-13178" y="1040745"/>
                  <a:pt x="52624" y="914642"/>
                  <a:pt x="0" y="806067"/>
                </a:cubicBezTo>
                <a:cubicBezTo>
                  <a:pt x="-52624" y="697492"/>
                  <a:pt x="14132" y="524359"/>
                  <a:pt x="0" y="415498"/>
                </a:cubicBezTo>
                <a:cubicBezTo>
                  <a:pt x="-14132" y="306637"/>
                  <a:pt x="7470" y="200960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Sum of Product of Coordinates</a:t>
            </a:r>
          </a:p>
        </p:txBody>
      </p:sp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6A3DC970-0C51-1B8F-CCA1-47D699C4C5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9705" y="4151189"/>
            <a:ext cx="444007" cy="402124"/>
          </a:xfrm>
          <a:prstGeom prst="rect">
            <a:avLst/>
          </a:prstGeom>
        </p:spPr>
      </p:pic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39A558CE-29D0-5AAD-8A1B-327F98BA07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8288" y="4151189"/>
            <a:ext cx="444007" cy="4021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E91FBEF-B9B9-14C5-3ACC-353B00731C7A}"/>
                  </a:ext>
                </a:extLst>
              </p:cNvPr>
              <p:cNvSpPr txBox="1"/>
              <p:nvPr/>
            </p:nvSpPr>
            <p:spPr>
              <a:xfrm>
                <a:off x="6095999" y="2450992"/>
                <a:ext cx="753411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E91FBEF-B9B9-14C5-3ACC-353B00731C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99" y="2450992"/>
                <a:ext cx="753411" cy="384721"/>
              </a:xfrm>
              <a:prstGeom prst="rect">
                <a:avLst/>
              </a:prstGeom>
              <a:blipFill>
                <a:blip r:embed="rId4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5F3E08-085A-1391-ACD5-F5AD9C134F3D}"/>
                  </a:ext>
                </a:extLst>
              </p:cNvPr>
              <p:cNvSpPr txBox="1"/>
              <p:nvPr/>
            </p:nvSpPr>
            <p:spPr>
              <a:xfrm>
                <a:off x="2773318" y="4553313"/>
                <a:ext cx="1284519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−2,−1</m:t>
                          </m:r>
                        </m:e>
                      </m:d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5F3E08-085A-1391-ACD5-F5AD9C134F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3318" y="4553313"/>
                <a:ext cx="1284519" cy="384721"/>
              </a:xfrm>
              <a:prstGeom prst="rect">
                <a:avLst/>
              </a:prstGeom>
              <a:blipFill>
                <a:blip r:embed="rId5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7D5BE07-171A-0FB8-6467-DF0190F6767E}"/>
                  </a:ext>
                </a:extLst>
              </p:cNvPr>
              <p:cNvSpPr txBox="1"/>
              <p:nvPr/>
            </p:nvSpPr>
            <p:spPr>
              <a:xfrm>
                <a:off x="7988031" y="4553312"/>
                <a:ext cx="99225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−2,1</m:t>
                          </m:r>
                        </m:e>
                      </m:d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7D5BE07-171A-0FB8-6467-DF0190F676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8031" y="4553312"/>
                <a:ext cx="992258" cy="384721"/>
              </a:xfrm>
              <a:prstGeom prst="rect">
                <a:avLst/>
              </a:prstGeom>
              <a:blipFill>
                <a:blip r:embed="rId6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A1D9374-C405-E973-FB0D-5F91471E4802}"/>
                  </a:ext>
                </a:extLst>
              </p:cNvPr>
              <p:cNvSpPr txBox="1"/>
              <p:nvPr/>
            </p:nvSpPr>
            <p:spPr>
              <a:xfrm>
                <a:off x="8271224" y="1070670"/>
                <a:ext cx="753411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2,1</m:t>
                          </m:r>
                        </m:e>
                      </m:d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A1D9374-C405-E973-FB0D-5F91471E48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1224" y="1070670"/>
                <a:ext cx="753411" cy="384721"/>
              </a:xfrm>
              <a:prstGeom prst="rect">
                <a:avLst/>
              </a:prstGeom>
              <a:blipFill>
                <a:blip r:embed="rId7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2BF28B8-6462-5AFE-DC81-C2E6C2DD400C}"/>
                  </a:ext>
                </a:extLst>
              </p:cNvPr>
              <p:cNvSpPr txBox="1"/>
              <p:nvPr/>
            </p:nvSpPr>
            <p:spPr>
              <a:xfrm>
                <a:off x="3202640" y="1845523"/>
                <a:ext cx="718134" cy="384721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PH" sz="25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PH" sz="25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2BF28B8-6462-5AFE-DC81-C2E6C2DD40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2640" y="1845523"/>
                <a:ext cx="718134" cy="38472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3FC1565-B901-17FE-2A3E-1D5CCDC8208D}"/>
                  </a:ext>
                </a:extLst>
              </p:cNvPr>
              <p:cNvSpPr txBox="1"/>
              <p:nvPr/>
            </p:nvSpPr>
            <p:spPr>
              <a:xfrm>
                <a:off x="3202640" y="5025974"/>
                <a:ext cx="718134" cy="384721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sz="25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PH" sz="25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3FC1565-B901-17FE-2A3E-1D5CCDC820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2640" y="5025974"/>
                <a:ext cx="718134" cy="38472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EDDCA7D-BED0-1F0F-55D3-825186E9C171}"/>
                  </a:ext>
                </a:extLst>
              </p:cNvPr>
              <p:cNvSpPr txBox="1"/>
              <p:nvPr/>
            </p:nvSpPr>
            <p:spPr>
              <a:xfrm>
                <a:off x="8271224" y="1845522"/>
                <a:ext cx="718134" cy="384721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sz="25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PH" sz="25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EDDCA7D-BED0-1F0F-55D3-825186E9C1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1224" y="1845522"/>
                <a:ext cx="718134" cy="384721"/>
              </a:xfrm>
              <a:prstGeom prst="rect">
                <a:avLst/>
              </a:prstGeom>
              <a:blipFill>
                <a:blip r:embed="rId10"/>
                <a:stretch>
                  <a:fillRect b="-1449"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89FCDE6-48F3-C226-0536-D7B4ABE3B512}"/>
                  </a:ext>
                </a:extLst>
              </p:cNvPr>
              <p:cNvSpPr txBox="1"/>
              <p:nvPr/>
            </p:nvSpPr>
            <p:spPr>
              <a:xfrm>
                <a:off x="8149688" y="4938033"/>
                <a:ext cx="718134" cy="384721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PH" sz="25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PH" sz="25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89FCDE6-48F3-C226-0536-D7B4ABE3B5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9688" y="4938033"/>
                <a:ext cx="718134" cy="38472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67667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3D0FE55-F28D-CCF5-44AB-A4D27B925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55ADBF3-4C20-24B1-E649-6EBD9FD8066E}"/>
              </a:ext>
            </a:extLst>
          </p:cNvPr>
          <p:cNvCxnSpPr>
            <a:cxnSpLocks/>
          </p:cNvCxnSpPr>
          <p:nvPr/>
        </p:nvCxnSpPr>
        <p:spPr>
          <a:xfrm flipV="1">
            <a:off x="2899131" y="276224"/>
            <a:ext cx="0" cy="3292687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EC8A4B0F-E8E5-B0AA-DCCB-DC81CA4277CB}"/>
              </a:ext>
            </a:extLst>
          </p:cNvPr>
          <p:cNvCxnSpPr>
            <a:cxnSpLocks/>
          </p:cNvCxnSpPr>
          <p:nvPr/>
        </p:nvCxnSpPr>
        <p:spPr>
          <a:xfrm>
            <a:off x="171449" y="1820506"/>
            <a:ext cx="5591176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" name="Picture 2" descr="A cartoon of a house&#10;&#10;Description automatically generated">
            <a:extLst>
              <a:ext uri="{FF2B5EF4-FFF2-40B4-BE49-F238E27FC236}">
                <a16:creationId xmlns:a16="http://schemas.microsoft.com/office/drawing/2014/main" id="{0AFA4149-6EAC-3117-4BC7-4BC4FD0CA4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695" y="792069"/>
            <a:ext cx="296795" cy="253891"/>
          </a:xfrm>
          <a:prstGeom prst="rect">
            <a:avLst/>
          </a:prstGeom>
        </p:spPr>
      </p:pic>
      <p:pic>
        <p:nvPicPr>
          <p:cNvPr id="21" name="Picture 20" descr="A cartoon of a house&#10;&#10;Description automatically generated">
            <a:extLst>
              <a:ext uri="{FF2B5EF4-FFF2-40B4-BE49-F238E27FC236}">
                <a16:creationId xmlns:a16="http://schemas.microsoft.com/office/drawing/2014/main" id="{7A92C72E-D36E-7475-4399-14ACFAEA55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0733" y="1668676"/>
            <a:ext cx="296795" cy="25389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C4F16D8-BF85-1780-2957-4AFA1C5547AB}"/>
                  </a:ext>
                </a:extLst>
              </p:cNvPr>
              <p:cNvSpPr txBox="1"/>
              <p:nvPr/>
            </p:nvSpPr>
            <p:spPr>
              <a:xfrm>
                <a:off x="873456" y="549166"/>
                <a:ext cx="71577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−2,1</m:t>
                          </m:r>
                        </m:e>
                      </m:d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C4F16D8-BF85-1780-2957-4AFA1C5547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456" y="549166"/>
                <a:ext cx="715773" cy="276999"/>
              </a:xfrm>
              <a:prstGeom prst="rect">
                <a:avLst/>
              </a:prstGeom>
              <a:blipFill>
                <a:blip r:embed="rId3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B0ED4648-9754-FB7A-6503-B17C6A4D53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4772" y="2499236"/>
            <a:ext cx="296795" cy="25389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F31F0C1-DA6F-1296-C7E3-072511CC766E}"/>
                  </a:ext>
                </a:extLst>
              </p:cNvPr>
              <p:cNvSpPr txBox="1"/>
              <p:nvPr/>
            </p:nvSpPr>
            <p:spPr>
              <a:xfrm>
                <a:off x="2899131" y="1425773"/>
                <a:ext cx="5426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F31F0C1-DA6F-1296-C7E3-072511CC76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9131" y="1425773"/>
                <a:ext cx="542648" cy="276999"/>
              </a:xfrm>
              <a:prstGeom prst="rect">
                <a:avLst/>
              </a:prstGeom>
              <a:blipFill>
                <a:blip r:embed="rId4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FFE3EB1-E2E6-A5FA-F1F6-46A037992F5F}"/>
                  </a:ext>
                </a:extLst>
              </p:cNvPr>
              <p:cNvSpPr txBox="1"/>
              <p:nvPr/>
            </p:nvSpPr>
            <p:spPr>
              <a:xfrm>
                <a:off x="4163853" y="2753126"/>
                <a:ext cx="71577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−2,1</m:t>
                          </m:r>
                        </m:e>
                      </m:d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FFE3EB1-E2E6-A5FA-F1F6-46A037992F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3853" y="2753126"/>
                <a:ext cx="715773" cy="276999"/>
              </a:xfrm>
              <a:prstGeom prst="rect">
                <a:avLst/>
              </a:prstGeom>
              <a:blipFill>
                <a:blip r:embed="rId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AD451B7-4BE4-AE6E-D2CB-E792BBA51870}"/>
                  </a:ext>
                </a:extLst>
              </p:cNvPr>
              <p:cNvSpPr txBox="1"/>
              <p:nvPr/>
            </p:nvSpPr>
            <p:spPr>
              <a:xfrm>
                <a:off x="965075" y="1043494"/>
                <a:ext cx="480034" cy="276999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PH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PH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AD451B7-4BE4-AE6E-D2CB-E792BBA518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075" y="1043494"/>
                <a:ext cx="480034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E9450D1-AF9D-1D0C-5EC9-E8311BAD4497}"/>
                  </a:ext>
                </a:extLst>
              </p:cNvPr>
              <p:cNvSpPr txBox="1"/>
              <p:nvPr/>
            </p:nvSpPr>
            <p:spPr>
              <a:xfrm>
                <a:off x="4271912" y="2996030"/>
                <a:ext cx="480034" cy="276999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PH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PH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E9450D1-AF9D-1D0C-5EC9-E8311BAD44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1912" y="2996030"/>
                <a:ext cx="480034" cy="2769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6463B34-346D-9B42-D68E-246C3E6E2010}"/>
              </a:ext>
            </a:extLst>
          </p:cNvPr>
          <p:cNvCxnSpPr>
            <a:cxnSpLocks/>
          </p:cNvCxnSpPr>
          <p:nvPr/>
        </p:nvCxnSpPr>
        <p:spPr>
          <a:xfrm flipV="1">
            <a:off x="9150299" y="276224"/>
            <a:ext cx="0" cy="3292687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FDEB056-E8ED-6814-B9A5-B5533484A377}"/>
              </a:ext>
            </a:extLst>
          </p:cNvPr>
          <p:cNvCxnSpPr>
            <a:cxnSpLocks/>
          </p:cNvCxnSpPr>
          <p:nvPr/>
        </p:nvCxnSpPr>
        <p:spPr>
          <a:xfrm>
            <a:off x="6422617" y="1820506"/>
            <a:ext cx="5591176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23" name="Picture 22" descr="A cartoon of a house&#10;&#10;Description automatically generated">
            <a:extLst>
              <a:ext uri="{FF2B5EF4-FFF2-40B4-BE49-F238E27FC236}">
                <a16:creationId xmlns:a16="http://schemas.microsoft.com/office/drawing/2014/main" id="{D579C069-A0BF-EDBA-7650-91E85781E9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1901" y="1668676"/>
            <a:ext cx="296795" cy="253891"/>
          </a:xfrm>
          <a:prstGeom prst="rect">
            <a:avLst/>
          </a:prstGeom>
        </p:spPr>
      </p:pic>
      <p:pic>
        <p:nvPicPr>
          <p:cNvPr id="24" name="Picture 23" descr="A cartoon of a house&#10;&#10;Description automatically generated">
            <a:extLst>
              <a:ext uri="{FF2B5EF4-FFF2-40B4-BE49-F238E27FC236}">
                <a16:creationId xmlns:a16="http://schemas.microsoft.com/office/drawing/2014/main" id="{58B6552A-CD1B-2D01-493B-2E31787AB0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5941" y="792069"/>
            <a:ext cx="296795" cy="253891"/>
          </a:xfrm>
          <a:prstGeom prst="rect">
            <a:avLst/>
          </a:prstGeom>
        </p:spPr>
      </p:pic>
      <p:pic>
        <p:nvPicPr>
          <p:cNvPr id="26" name="Picture 25" descr="A cartoon of a house&#10;&#10;Description automatically generated">
            <a:extLst>
              <a:ext uri="{FF2B5EF4-FFF2-40B4-BE49-F238E27FC236}">
                <a16:creationId xmlns:a16="http://schemas.microsoft.com/office/drawing/2014/main" id="{D21501B3-944B-F895-FF1D-E5E7D843E4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7863" y="2499236"/>
            <a:ext cx="296795" cy="25389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27D6E42-13B0-6154-0F9C-E8D6B13E045C}"/>
                  </a:ext>
                </a:extLst>
              </p:cNvPr>
              <p:cNvSpPr txBox="1"/>
              <p:nvPr/>
            </p:nvSpPr>
            <p:spPr>
              <a:xfrm>
                <a:off x="9150299" y="1425773"/>
                <a:ext cx="5426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27D6E42-13B0-6154-0F9C-E8D6B13E04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0299" y="1425773"/>
                <a:ext cx="542648" cy="276999"/>
              </a:xfrm>
              <a:prstGeom prst="rect">
                <a:avLst/>
              </a:prstGeom>
              <a:blipFill>
                <a:blip r:embed="rId8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BC10A73-7951-BAA8-9D4D-79607D8D9EED}"/>
                  </a:ext>
                </a:extLst>
              </p:cNvPr>
              <p:cNvSpPr txBox="1"/>
              <p:nvPr/>
            </p:nvSpPr>
            <p:spPr>
              <a:xfrm>
                <a:off x="6929264" y="2753127"/>
                <a:ext cx="92737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−2,−1</m:t>
                          </m:r>
                        </m:e>
                      </m:d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BC10A73-7951-BAA8-9D4D-79607D8D9E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9264" y="2753127"/>
                <a:ext cx="927370" cy="276999"/>
              </a:xfrm>
              <a:prstGeom prst="rect">
                <a:avLst/>
              </a:prstGeom>
              <a:blipFill>
                <a:blip r:embed="rId9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560728A-3A95-9C9D-0B28-E01D0E95D6BE}"/>
                  </a:ext>
                </a:extLst>
              </p:cNvPr>
              <p:cNvSpPr txBox="1"/>
              <p:nvPr/>
            </p:nvSpPr>
            <p:spPr>
              <a:xfrm>
                <a:off x="10604320" y="554271"/>
                <a:ext cx="5426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2,1</m:t>
                          </m:r>
                        </m:e>
                      </m:d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560728A-3A95-9C9D-0B28-E01D0E95D6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04320" y="554271"/>
                <a:ext cx="542648" cy="276999"/>
              </a:xfrm>
              <a:prstGeom prst="rect">
                <a:avLst/>
              </a:prstGeom>
              <a:blipFill>
                <a:blip r:embed="rId10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5632666-555C-2BA9-6A3E-D15A395BC717}"/>
                  </a:ext>
                </a:extLst>
              </p:cNvPr>
              <p:cNvSpPr txBox="1"/>
              <p:nvPr/>
            </p:nvSpPr>
            <p:spPr>
              <a:xfrm>
                <a:off x="7216243" y="3051554"/>
                <a:ext cx="480034" cy="276999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PH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5632666-555C-2BA9-6A3E-D15A395BC7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6243" y="3051554"/>
                <a:ext cx="480034" cy="2769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50649DDD-93EA-881C-2242-BC887C1DB557}"/>
                  </a:ext>
                </a:extLst>
              </p:cNvPr>
              <p:cNvSpPr txBox="1"/>
              <p:nvPr/>
            </p:nvSpPr>
            <p:spPr>
              <a:xfrm>
                <a:off x="10604320" y="1043494"/>
                <a:ext cx="480034" cy="276999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PH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50649DDD-93EA-881C-2242-BC887C1DB5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04320" y="1043494"/>
                <a:ext cx="480034" cy="27699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DEB5F78-7543-F6DA-7142-900C577FD82D}"/>
                  </a:ext>
                </a:extLst>
              </p:cNvPr>
              <p:cNvSpPr txBox="1"/>
              <p:nvPr/>
            </p:nvSpPr>
            <p:spPr>
              <a:xfrm>
                <a:off x="208012" y="4352077"/>
                <a:ext cx="5607561" cy="1502206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endParaRPr lang="en-PH" sz="2500" b="1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𝒄𝒐𝒗𝒂𝒓𝒊𝒂𝒏𝒄𝒆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(−2)+</m:t>
                          </m:r>
                          <m:r>
                            <a:rPr lang="en-PH" sz="250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+(−2)</m:t>
                          </m:r>
                        </m:num>
                        <m:den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PH" sz="2500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num>
                        <m:den>
                          <m:r>
                            <a:rPr lang="en-PH" sz="2500" b="1" i="1">
                              <a:latin typeface="Cambria Math" panose="02040503050406030204" pitchFamily="18" charset="0"/>
                            </a:rPr>
                            <m:t>𝟑</m:t>
                          </m:r>
                        </m:den>
                      </m:f>
                    </m:oMath>
                  </m:oMathPara>
                </a14:m>
                <a:endParaRPr lang="en-PH" sz="2500" b="1" dirty="0"/>
              </a:p>
              <a:p>
                <a:endParaRPr lang="en-PH" sz="25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DEB5F78-7543-F6DA-7142-900C577FD8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012" y="4352077"/>
                <a:ext cx="5607561" cy="150220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BD2984A-83C5-9C80-7BF0-351B301B5BE7}"/>
                  </a:ext>
                </a:extLst>
              </p:cNvPr>
              <p:cNvSpPr txBox="1"/>
              <p:nvPr/>
            </p:nvSpPr>
            <p:spPr>
              <a:xfrm>
                <a:off x="6776250" y="4322992"/>
                <a:ext cx="4831451" cy="1502206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endParaRPr lang="en-PH" sz="2500" b="1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𝒄𝒐𝒗𝒂𝒓𝒊𝒂𝒏𝒄𝒆</m:t>
                      </m:r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PH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(2)+</m:t>
                          </m:r>
                          <m:r>
                            <a:rPr lang="en-PH" sz="250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+(2)</m:t>
                          </m:r>
                        </m:num>
                        <m:den>
                          <m:r>
                            <a:rPr lang="en-PH" sz="2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PH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PH" sz="2500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PH" sz="2500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num>
                        <m:den>
                          <m:r>
                            <a:rPr lang="en-PH" sz="2500" b="1" i="1">
                              <a:latin typeface="Cambria Math" panose="02040503050406030204" pitchFamily="18" charset="0"/>
                            </a:rPr>
                            <m:t>𝟑</m:t>
                          </m:r>
                        </m:den>
                      </m:f>
                    </m:oMath>
                  </m:oMathPara>
                </a14:m>
                <a:endParaRPr lang="en-PH" sz="2500" b="1" dirty="0"/>
              </a:p>
              <a:p>
                <a:endParaRPr lang="en-PH" sz="25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BD2984A-83C5-9C80-7BF0-351B301B5B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6250" y="4322992"/>
                <a:ext cx="4831451" cy="1502206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633545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5EA98C1-D460-AAE8-F694-D755ADCBE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55CC708-ADCD-E147-0AC9-41EA404D1E8A}"/>
              </a:ext>
            </a:extLst>
          </p:cNvPr>
          <p:cNvCxnSpPr>
            <a:cxnSpLocks/>
          </p:cNvCxnSpPr>
          <p:nvPr/>
        </p:nvCxnSpPr>
        <p:spPr>
          <a:xfrm flipV="1">
            <a:off x="6096000" y="630287"/>
            <a:ext cx="0" cy="521510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73C647A-2CA6-CC1A-0FBB-9F4A84345FA3}"/>
              </a:ext>
            </a:extLst>
          </p:cNvPr>
          <p:cNvCxnSpPr>
            <a:cxnSpLocks/>
          </p:cNvCxnSpPr>
          <p:nvPr/>
        </p:nvCxnSpPr>
        <p:spPr>
          <a:xfrm>
            <a:off x="2015371" y="3076187"/>
            <a:ext cx="8630368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6" name="Picture 5" descr="A cartoon of a house&#10;&#10;Description automatically generated">
            <a:extLst>
              <a:ext uri="{FF2B5EF4-FFF2-40B4-BE49-F238E27FC236}">
                <a16:creationId xmlns:a16="http://schemas.microsoft.com/office/drawing/2014/main" id="{2394E22F-F83E-5BDC-254D-159B86B313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6858" y="3237837"/>
            <a:ext cx="444007" cy="402124"/>
          </a:xfrm>
          <a:prstGeom prst="rect">
            <a:avLst/>
          </a:prstGeom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94743815-4486-ACB8-F0D1-0F51556E3B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996" y="2835713"/>
            <a:ext cx="444007" cy="402124"/>
          </a:xfrm>
          <a:prstGeom prst="rect">
            <a:avLst/>
          </a:prstGeom>
        </p:spPr>
      </p:pic>
      <p:pic>
        <p:nvPicPr>
          <p:cNvPr id="12" name="Picture 11" descr="A cartoon of a house&#10;&#10;Description automatically generated">
            <a:extLst>
              <a:ext uri="{FF2B5EF4-FFF2-40B4-BE49-F238E27FC236}">
                <a16:creationId xmlns:a16="http://schemas.microsoft.com/office/drawing/2014/main" id="{BB14FF72-BBDB-4DA4-1170-E34AEF4163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8810" y="2337339"/>
            <a:ext cx="444007" cy="402124"/>
          </a:xfrm>
          <a:prstGeom prst="rect">
            <a:avLst/>
          </a:prstGeom>
        </p:spPr>
      </p:pic>
      <p:pic>
        <p:nvPicPr>
          <p:cNvPr id="17" name="Picture 16" descr="A cartoon of a house&#10;&#10;Description automatically generated">
            <a:extLst>
              <a:ext uri="{FF2B5EF4-FFF2-40B4-BE49-F238E27FC236}">
                <a16:creationId xmlns:a16="http://schemas.microsoft.com/office/drawing/2014/main" id="{46525D73-E4BD-58C7-26B3-ACF5AED55B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8861" y="3781813"/>
            <a:ext cx="444007" cy="402124"/>
          </a:xfrm>
          <a:prstGeom prst="rect">
            <a:avLst/>
          </a:prstGeom>
        </p:spPr>
      </p:pic>
      <p:pic>
        <p:nvPicPr>
          <p:cNvPr id="20" name="Picture 19" descr="A cartoon of a house&#10;&#10;Description automatically generated">
            <a:extLst>
              <a:ext uri="{FF2B5EF4-FFF2-40B4-BE49-F238E27FC236}">
                <a16:creationId xmlns:a16="http://schemas.microsoft.com/office/drawing/2014/main" id="{2663C004-A2CA-199E-5FBA-66C4DA7A2E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145" y="3115600"/>
            <a:ext cx="444007" cy="4021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FB7DD519-D734-282B-4C88-22861076945C}"/>
                  </a:ext>
                </a:extLst>
              </p:cNvPr>
              <p:cNvSpPr txBox="1"/>
              <p:nvPr/>
            </p:nvSpPr>
            <p:spPr>
              <a:xfrm>
                <a:off x="7073152" y="299767"/>
                <a:ext cx="4759825" cy="947760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PH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ctrlPr>
                                <a:rPr lang="en-PH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𝑎𝑟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e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𝑐𝑜𝑣𝑎𝑟𝑖𝑎𝑛𝑐𝑒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𝑐𝑜𝑣𝑎𝑟𝑖𝑎𝑛𝑐𝑒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𝑎𝑟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nary>
                    </m:oMath>
                  </m:oMathPara>
                </a14:m>
                <a:endParaRPr lang="en-PH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FB7DD519-D734-282B-4C88-2286107694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3152" y="299767"/>
                <a:ext cx="4759825" cy="9477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1" name="Picture 40" descr="A cartoon of a house&#10;&#10;Description automatically generated">
            <a:extLst>
              <a:ext uri="{FF2B5EF4-FFF2-40B4-BE49-F238E27FC236}">
                <a16:creationId xmlns:a16="http://schemas.microsoft.com/office/drawing/2014/main" id="{D0093E54-A029-E9FE-40E2-88B9D43630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0998" y="3450886"/>
            <a:ext cx="444007" cy="402124"/>
          </a:xfrm>
          <a:prstGeom prst="rect">
            <a:avLst/>
          </a:prstGeom>
        </p:spPr>
      </p:pic>
      <p:pic>
        <p:nvPicPr>
          <p:cNvPr id="42" name="Picture 41" descr="A cartoon of a house&#10;&#10;Description automatically generated">
            <a:extLst>
              <a:ext uri="{FF2B5EF4-FFF2-40B4-BE49-F238E27FC236}">
                <a16:creationId xmlns:a16="http://schemas.microsoft.com/office/drawing/2014/main" id="{FDC1FF4B-E7A2-139B-A64A-CA2FE9EDE2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0998" y="2634651"/>
            <a:ext cx="444007" cy="402124"/>
          </a:xfrm>
          <a:prstGeom prst="rect">
            <a:avLst/>
          </a:prstGeom>
        </p:spPr>
      </p:pic>
      <p:pic>
        <p:nvPicPr>
          <p:cNvPr id="43" name="Picture 42" descr="A cartoon of a house&#10;&#10;Description automatically generated">
            <a:extLst>
              <a:ext uri="{FF2B5EF4-FFF2-40B4-BE49-F238E27FC236}">
                <a16:creationId xmlns:a16="http://schemas.microsoft.com/office/drawing/2014/main" id="{9E4C384A-7402-E7D6-EC66-B45401D335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2395" y="2169500"/>
            <a:ext cx="444007" cy="402124"/>
          </a:xfrm>
          <a:prstGeom prst="rect">
            <a:avLst/>
          </a:prstGeom>
        </p:spPr>
      </p:pic>
      <p:pic>
        <p:nvPicPr>
          <p:cNvPr id="44" name="Picture 43" descr="A cartoon of a house&#10;&#10;Description automatically generated">
            <a:extLst>
              <a:ext uri="{FF2B5EF4-FFF2-40B4-BE49-F238E27FC236}">
                <a16:creationId xmlns:a16="http://schemas.microsoft.com/office/drawing/2014/main" id="{0E451101-919B-DA0C-03F9-C454AC549A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9533" y="2500427"/>
            <a:ext cx="444007" cy="402124"/>
          </a:xfrm>
          <a:prstGeom prst="rect">
            <a:avLst/>
          </a:prstGeom>
        </p:spPr>
      </p:pic>
      <p:pic>
        <p:nvPicPr>
          <p:cNvPr id="45" name="Picture 44" descr="A cartoon of a house&#10;&#10;Description automatically generated">
            <a:extLst>
              <a:ext uri="{FF2B5EF4-FFF2-40B4-BE49-F238E27FC236}">
                <a16:creationId xmlns:a16="http://schemas.microsoft.com/office/drawing/2014/main" id="{4B54FC57-6551-589E-EBA9-7D82B0336E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4391" y="1723605"/>
            <a:ext cx="444007" cy="4021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62A2EB0B-5BCC-85AA-0EB9-FD22A28518BF}"/>
                  </a:ext>
                </a:extLst>
              </p:cNvPr>
              <p:cNvSpPr txBox="1"/>
              <p:nvPr/>
            </p:nvSpPr>
            <p:spPr>
              <a:xfrm>
                <a:off x="8768772" y="3669962"/>
                <a:ext cx="2915227" cy="2889574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sz="50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5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5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5000" dirty="0"/>
              </a:p>
              <a:p>
                <a:endParaRPr lang="en-PH" sz="50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62A2EB0B-5BCC-85AA-0EB9-FD22A28518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8772" y="3669962"/>
                <a:ext cx="2915227" cy="288957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332718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93C005-FE6B-2082-9E4C-0290FEBB9F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Covariance Matrix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C85A5B5D-94C5-DD86-3DAB-7D773B3E8684}"/>
              </a:ext>
            </a:extLst>
          </p:cNvPr>
          <p:cNvCxnSpPr>
            <a:cxnSpLocks/>
          </p:cNvCxnSpPr>
          <p:nvPr/>
        </p:nvCxnSpPr>
        <p:spPr>
          <a:xfrm flipV="1">
            <a:off x="6096000" y="1260207"/>
            <a:ext cx="0" cy="521510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5BF118C-5530-0073-2C45-F76F14CFF79D}"/>
              </a:ext>
            </a:extLst>
          </p:cNvPr>
          <p:cNvCxnSpPr>
            <a:cxnSpLocks/>
          </p:cNvCxnSpPr>
          <p:nvPr/>
        </p:nvCxnSpPr>
        <p:spPr>
          <a:xfrm>
            <a:off x="2015371" y="3706107"/>
            <a:ext cx="8630368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6" name="Picture 5" descr="A cartoon of a house&#10;&#10;Description automatically generated">
            <a:extLst>
              <a:ext uri="{FF2B5EF4-FFF2-40B4-BE49-F238E27FC236}">
                <a16:creationId xmlns:a16="http://schemas.microsoft.com/office/drawing/2014/main" id="{B9FE5057-29E0-8B7B-98E5-F58198C4E3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6858" y="3867757"/>
            <a:ext cx="444007" cy="402124"/>
          </a:xfrm>
          <a:prstGeom prst="rect">
            <a:avLst/>
          </a:prstGeom>
        </p:spPr>
      </p:pic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F7806DCC-364B-51E1-4BCA-E4554A52A5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996" y="3465633"/>
            <a:ext cx="444007" cy="402124"/>
          </a:xfrm>
          <a:prstGeom prst="rect">
            <a:avLst/>
          </a:prstGeom>
        </p:spPr>
      </p:pic>
      <p:pic>
        <p:nvPicPr>
          <p:cNvPr id="8" name="Picture 7" descr="A cartoon of a house&#10;&#10;Description automatically generated">
            <a:extLst>
              <a:ext uri="{FF2B5EF4-FFF2-40B4-BE49-F238E27FC236}">
                <a16:creationId xmlns:a16="http://schemas.microsoft.com/office/drawing/2014/main" id="{F2D57D00-F1BB-4FA1-6AA2-93581F6993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8810" y="2967259"/>
            <a:ext cx="444007" cy="402124"/>
          </a:xfrm>
          <a:prstGeom prst="rect">
            <a:avLst/>
          </a:prstGeom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038D3838-5E30-8E3A-4C97-DBA2B663C7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8861" y="4411733"/>
            <a:ext cx="444007" cy="402124"/>
          </a:xfrm>
          <a:prstGeom prst="rect">
            <a:avLst/>
          </a:prstGeom>
        </p:spPr>
      </p:pic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39B56B42-989F-9D8A-CD79-F7FE63244F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145" y="3745520"/>
            <a:ext cx="444007" cy="4021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4B82850-EB04-82CE-5C8C-2D1EFB78E585}"/>
                  </a:ext>
                </a:extLst>
              </p:cNvPr>
              <p:cNvSpPr txBox="1"/>
              <p:nvPr/>
            </p:nvSpPr>
            <p:spPr>
              <a:xfrm>
                <a:off x="7073152" y="929687"/>
                <a:ext cx="4759825" cy="1224759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PH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ctrlPr>
                                <a:rPr lang="en-PH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𝑎𝑟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e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𝑐𝑜𝑣𝑎𝑟𝑖𝑎𝑛𝑐𝑒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𝑐𝑜𝑣𝑎𝑟𝑖𝑎𝑛𝑐𝑒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𝑎𝑟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nary>
                    </m:oMath>
                  </m:oMathPara>
                </a14:m>
                <a:endParaRPr lang="en-PH" dirty="0"/>
              </a:p>
              <a:p>
                <a:endParaRPr lang="en-PH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4B82850-EB04-82CE-5C8C-2D1EFB78E5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3152" y="929687"/>
                <a:ext cx="4759825" cy="122475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 descr="A cartoon of a house&#10;&#10;Description automatically generated">
            <a:extLst>
              <a:ext uri="{FF2B5EF4-FFF2-40B4-BE49-F238E27FC236}">
                <a16:creationId xmlns:a16="http://schemas.microsoft.com/office/drawing/2014/main" id="{2E5A266D-A047-C7D5-1941-5F16B80DAE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0998" y="4080806"/>
            <a:ext cx="444007" cy="402124"/>
          </a:xfrm>
          <a:prstGeom prst="rect">
            <a:avLst/>
          </a:prstGeom>
        </p:spPr>
      </p:pic>
      <p:pic>
        <p:nvPicPr>
          <p:cNvPr id="13" name="Picture 12" descr="A cartoon of a house&#10;&#10;Description automatically generated">
            <a:extLst>
              <a:ext uri="{FF2B5EF4-FFF2-40B4-BE49-F238E27FC236}">
                <a16:creationId xmlns:a16="http://schemas.microsoft.com/office/drawing/2014/main" id="{91BAEFC1-DC2B-2BFB-BC99-914C7C5EC2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0998" y="3264571"/>
            <a:ext cx="444007" cy="402124"/>
          </a:xfrm>
          <a:prstGeom prst="rect">
            <a:avLst/>
          </a:prstGeom>
        </p:spPr>
      </p:pic>
      <p:pic>
        <p:nvPicPr>
          <p:cNvPr id="14" name="Picture 13" descr="A cartoon of a house&#10;&#10;Description automatically generated">
            <a:extLst>
              <a:ext uri="{FF2B5EF4-FFF2-40B4-BE49-F238E27FC236}">
                <a16:creationId xmlns:a16="http://schemas.microsoft.com/office/drawing/2014/main" id="{9B6D4044-B264-CE38-5B27-676C8F11B5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2395" y="2799420"/>
            <a:ext cx="444007" cy="402124"/>
          </a:xfrm>
          <a:prstGeom prst="rect">
            <a:avLst/>
          </a:prstGeom>
        </p:spPr>
      </p:pic>
      <p:pic>
        <p:nvPicPr>
          <p:cNvPr id="15" name="Picture 14" descr="A cartoon of a house&#10;&#10;Description automatically generated">
            <a:extLst>
              <a:ext uri="{FF2B5EF4-FFF2-40B4-BE49-F238E27FC236}">
                <a16:creationId xmlns:a16="http://schemas.microsoft.com/office/drawing/2014/main" id="{3DC01B48-B646-4716-DA15-1A62F947C6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9533" y="3130347"/>
            <a:ext cx="444007" cy="402124"/>
          </a:xfrm>
          <a:prstGeom prst="rect">
            <a:avLst/>
          </a:prstGeom>
        </p:spPr>
      </p:pic>
      <p:pic>
        <p:nvPicPr>
          <p:cNvPr id="16" name="Picture 15" descr="A cartoon of a house&#10;&#10;Description automatically generated">
            <a:extLst>
              <a:ext uri="{FF2B5EF4-FFF2-40B4-BE49-F238E27FC236}">
                <a16:creationId xmlns:a16="http://schemas.microsoft.com/office/drawing/2014/main" id="{DB62B239-E52B-0A44-E496-FBAACACFCA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4391" y="2353525"/>
            <a:ext cx="444007" cy="4021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63377E4-7EF9-C95F-70B0-5871D5663A68}"/>
                  </a:ext>
                </a:extLst>
              </p:cNvPr>
              <p:cNvSpPr txBox="1"/>
              <p:nvPr/>
            </p:nvSpPr>
            <p:spPr>
              <a:xfrm>
                <a:off x="8175415" y="4269881"/>
                <a:ext cx="3508586" cy="282192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sz="50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5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  <m:r>
                        <a:rPr lang="en-PH" sz="5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5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5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5000" dirty="0"/>
              </a:p>
              <a:p>
                <a:endParaRPr lang="en-PH" sz="5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63377E4-7EF9-C95F-70B0-5871D5663A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5415" y="4269881"/>
                <a:ext cx="3508586" cy="282192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12279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CCCCA-6214-C68D-7142-D6629F056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Covariance Matrix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71B586-6076-41C5-5895-EFFF780FC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 covariance matrix is a square matrix with diagonal elements that represent the variance and the non-diagonal components that express covariance.</a:t>
            </a:r>
            <a:endParaRPr lang="en-PH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83DFE9D-8C61-7B80-207D-D908FE719E99}"/>
                  </a:ext>
                </a:extLst>
              </p:cNvPr>
              <p:cNvSpPr txBox="1"/>
              <p:nvPr/>
            </p:nvSpPr>
            <p:spPr>
              <a:xfrm>
                <a:off x="3716087" y="4539873"/>
                <a:ext cx="4759825" cy="1224759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PH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ctrlPr>
                                <a:rPr lang="en-PH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𝑎𝑟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e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𝑐𝑜𝑣𝑎𝑟𝑖𝑎𝑛𝑐𝑒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𝑐𝑜𝑣𝑎𝑟𝑖𝑎𝑛𝑐𝑒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𝑎𝑟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𝑌</m:t>
                                    </m:r>
                                    <m:r>
                                      <a:rPr lang="en-PH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nary>
                    </m:oMath>
                  </m:oMathPara>
                </a14:m>
                <a:endParaRPr lang="en-PH" dirty="0"/>
              </a:p>
              <a:p>
                <a:endParaRPr lang="en-PH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83DFE9D-8C61-7B80-207D-D908FE719E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16087" y="4539873"/>
                <a:ext cx="4759825" cy="122475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613139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43FC44A-A152-1B56-7F17-F61EDE91C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A683DED-1C88-15E6-7962-2F8254E57674}"/>
                  </a:ext>
                </a:extLst>
              </p:cNvPr>
              <p:cNvSpPr txBox="1"/>
              <p:nvPr/>
            </p:nvSpPr>
            <p:spPr>
              <a:xfrm>
                <a:off x="4791584" y="-419438"/>
                <a:ext cx="2061152" cy="282192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sz="50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5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5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5000" dirty="0"/>
              </a:p>
              <a:p>
                <a:endParaRPr lang="en-PH" sz="50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A683DED-1C88-15E6-7962-2F8254E576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584" y="-419438"/>
                <a:ext cx="2061152" cy="282192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4" name="Chart 23">
            <a:extLst>
              <a:ext uri="{FF2B5EF4-FFF2-40B4-BE49-F238E27FC236}">
                <a16:creationId xmlns:a16="http://schemas.microsoft.com/office/drawing/2014/main" id="{5BD0CE88-FF33-89FD-3546-B2C91099B5D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65008576"/>
              </p:ext>
            </p:extLst>
          </p:nvPr>
        </p:nvGraphicFramePr>
        <p:xfrm>
          <a:off x="276557" y="203087"/>
          <a:ext cx="4576106" cy="39835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2" name="Chart 31">
            <a:extLst>
              <a:ext uri="{FF2B5EF4-FFF2-40B4-BE49-F238E27FC236}">
                <a16:creationId xmlns:a16="http://schemas.microsoft.com/office/drawing/2014/main" id="{19424800-8748-9610-4714-10E619BE898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12725346"/>
              </p:ext>
            </p:extLst>
          </p:nvPr>
        </p:nvGraphicFramePr>
        <p:xfrm>
          <a:off x="6791657" y="203087"/>
          <a:ext cx="4576106" cy="39835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AB5BCDF-D59E-81F1-CBD0-713100F8F05C}"/>
                  </a:ext>
                </a:extLst>
              </p:cNvPr>
              <p:cNvSpPr txBox="1"/>
              <p:nvPr/>
            </p:nvSpPr>
            <p:spPr>
              <a:xfrm>
                <a:off x="2170801" y="4186653"/>
                <a:ext cx="827662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AB5BCDF-D59E-81F1-CBD0-713100F8F0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0801" y="4186653"/>
                <a:ext cx="827662" cy="384721"/>
              </a:xfrm>
              <a:prstGeom prst="rect">
                <a:avLst/>
              </a:prstGeom>
              <a:blipFill>
                <a:blip r:embed="rId5"/>
                <a:stretch>
                  <a:fillRect l="-13235" t="-3175" r="-13971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61A07B6-D61F-38AE-236E-F6B6965D2DA5}"/>
                  </a:ext>
                </a:extLst>
              </p:cNvPr>
              <p:cNvSpPr txBox="1"/>
              <p:nvPr/>
            </p:nvSpPr>
            <p:spPr>
              <a:xfrm>
                <a:off x="2170801" y="4571374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61A07B6-D61F-38AE-236E-F6B6965D2D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0801" y="4571374"/>
                <a:ext cx="835678" cy="384721"/>
              </a:xfrm>
              <a:prstGeom prst="rect">
                <a:avLst/>
              </a:prstGeom>
              <a:blipFill>
                <a:blip r:embed="rId6"/>
                <a:stretch>
                  <a:fillRect l="-13139" t="-3175" r="-13869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D1637712-CB2A-D328-AFFB-0AF7E11809C7}"/>
                  </a:ext>
                </a:extLst>
              </p:cNvPr>
              <p:cNvSpPr txBox="1"/>
              <p:nvPr/>
            </p:nvSpPr>
            <p:spPr>
              <a:xfrm>
                <a:off x="2162785" y="4956095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D1637712-CB2A-D328-AFFB-0AF7E11809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2785" y="4956095"/>
                <a:ext cx="835678" cy="384721"/>
              </a:xfrm>
              <a:prstGeom prst="rect">
                <a:avLst/>
              </a:prstGeom>
              <a:blipFill>
                <a:blip r:embed="rId7"/>
                <a:stretch>
                  <a:fillRect l="-13869" t="-1587" r="-13139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28B3274-8A8D-0E3B-B1E8-A51A7FBB12BC}"/>
                  </a:ext>
                </a:extLst>
              </p:cNvPr>
              <p:cNvSpPr txBox="1"/>
              <p:nvPr/>
            </p:nvSpPr>
            <p:spPr>
              <a:xfrm>
                <a:off x="2162785" y="5340816"/>
                <a:ext cx="835678" cy="3847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28B3274-8A8D-0E3B-B1E8-A51A7FBB12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2785" y="5340816"/>
                <a:ext cx="835678" cy="384721"/>
              </a:xfrm>
              <a:prstGeom prst="rect">
                <a:avLst/>
              </a:prstGeom>
              <a:blipFill>
                <a:blip r:embed="rId8"/>
                <a:stretch>
                  <a:fillRect l="-13869" t="-1587" r="-13139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BFAE31B-BAA9-0C0E-29C0-B8AFCF074788}"/>
                  </a:ext>
                </a:extLst>
              </p:cNvPr>
              <p:cNvSpPr txBox="1"/>
              <p:nvPr/>
            </p:nvSpPr>
            <p:spPr>
              <a:xfrm>
                <a:off x="2176748" y="5725537"/>
                <a:ext cx="1074525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BFAE31B-BAA9-0C0E-29C0-B8AFCF0747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6748" y="5725537"/>
                <a:ext cx="1074525" cy="384721"/>
              </a:xfrm>
              <a:prstGeom prst="rect">
                <a:avLst/>
              </a:prstGeom>
              <a:blipFill>
                <a:blip r:embed="rId9"/>
                <a:stretch>
                  <a:fillRect l="-10227" t="-1587" r="-10795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AAC70CDC-76C8-A648-6F61-C60E3F532538}"/>
                  </a:ext>
                </a:extLst>
              </p:cNvPr>
              <p:cNvSpPr txBox="1"/>
              <p:nvPr/>
            </p:nvSpPr>
            <p:spPr>
              <a:xfrm>
                <a:off x="2162785" y="6163178"/>
                <a:ext cx="1074525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AAC70CDC-76C8-A648-6F61-C60E3F5325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2785" y="6163178"/>
                <a:ext cx="1074525" cy="384721"/>
              </a:xfrm>
              <a:prstGeom prst="rect">
                <a:avLst/>
              </a:prstGeom>
              <a:blipFill>
                <a:blip r:embed="rId10"/>
                <a:stretch>
                  <a:fillRect l="-10795" t="-1587" r="-10227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6DCC622-17EB-6EB3-4DC2-57047E6C7146}"/>
                  </a:ext>
                </a:extLst>
              </p:cNvPr>
              <p:cNvSpPr txBox="1"/>
              <p:nvPr/>
            </p:nvSpPr>
            <p:spPr>
              <a:xfrm>
                <a:off x="8673201" y="4186653"/>
                <a:ext cx="2736455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𝟗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6DCC622-17EB-6EB3-4DC2-57047E6C71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3201" y="4186653"/>
                <a:ext cx="2736455" cy="384721"/>
              </a:xfrm>
              <a:prstGeom prst="rect">
                <a:avLst/>
              </a:prstGeom>
              <a:blipFill>
                <a:blip r:embed="rId11"/>
                <a:stretch>
                  <a:fillRect l="-4009" t="-3175" r="-3786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645939C6-22AA-584D-6310-6C2056B409C6}"/>
                  </a:ext>
                </a:extLst>
              </p:cNvPr>
              <p:cNvSpPr txBox="1"/>
              <p:nvPr/>
            </p:nvSpPr>
            <p:spPr>
              <a:xfrm>
                <a:off x="8673201" y="4571374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𝟗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645939C6-22AA-584D-6310-6C2056B409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3201" y="4571374"/>
                <a:ext cx="835678" cy="384721"/>
              </a:xfrm>
              <a:prstGeom prst="rect">
                <a:avLst/>
              </a:prstGeom>
              <a:blipFill>
                <a:blip r:embed="rId12"/>
                <a:stretch>
                  <a:fillRect l="-13869" t="-3175" r="-13139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F63CD1F-372B-CB39-055E-3FC28AF9D98E}"/>
                  </a:ext>
                </a:extLst>
              </p:cNvPr>
              <p:cNvSpPr txBox="1"/>
              <p:nvPr/>
            </p:nvSpPr>
            <p:spPr>
              <a:xfrm>
                <a:off x="8665185" y="4956095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BF63CD1F-372B-CB39-055E-3FC28AF9D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5185" y="4956095"/>
                <a:ext cx="835678" cy="384721"/>
              </a:xfrm>
              <a:prstGeom prst="rect">
                <a:avLst/>
              </a:prstGeom>
              <a:blipFill>
                <a:blip r:embed="rId13"/>
                <a:stretch>
                  <a:fillRect l="-13043" t="-1587" r="-13043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5CE4A21-E838-1B1A-AD40-A47A76F7693C}"/>
                  </a:ext>
                </a:extLst>
              </p:cNvPr>
              <p:cNvSpPr txBox="1"/>
              <p:nvPr/>
            </p:nvSpPr>
            <p:spPr>
              <a:xfrm>
                <a:off x="8665185" y="5340816"/>
                <a:ext cx="835678" cy="3847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5CE4A21-E838-1B1A-AD40-A47A76F769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5185" y="5340816"/>
                <a:ext cx="835678" cy="384721"/>
              </a:xfrm>
              <a:prstGeom prst="rect">
                <a:avLst/>
              </a:prstGeom>
              <a:blipFill>
                <a:blip r:embed="rId14"/>
                <a:stretch>
                  <a:fillRect l="-13043" t="-1587" r="-13043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83877FCC-4C45-EF5B-4EB0-F42DA0C4DEA7}"/>
                  </a:ext>
                </a:extLst>
              </p:cNvPr>
              <p:cNvSpPr txBox="1"/>
              <p:nvPr/>
            </p:nvSpPr>
            <p:spPr>
              <a:xfrm>
                <a:off x="8679148" y="5725537"/>
                <a:ext cx="1313373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𝟗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83877FCC-4C45-EF5B-4EB0-F42DA0C4DE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9148" y="5725537"/>
                <a:ext cx="1313373" cy="384721"/>
              </a:xfrm>
              <a:prstGeom prst="rect">
                <a:avLst/>
              </a:prstGeom>
              <a:blipFill>
                <a:blip r:embed="rId15"/>
                <a:stretch>
                  <a:fillRect l="-8837" t="-1587" r="-8372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47F4227-72B1-CCE1-3768-276ACC27D82E}"/>
                  </a:ext>
                </a:extLst>
              </p:cNvPr>
              <p:cNvSpPr txBox="1"/>
              <p:nvPr/>
            </p:nvSpPr>
            <p:spPr>
              <a:xfrm>
                <a:off x="8665185" y="6163178"/>
                <a:ext cx="1313373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47F4227-72B1-CCE1-3768-276ACC27D8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5185" y="6163178"/>
                <a:ext cx="1313373" cy="384721"/>
              </a:xfrm>
              <a:prstGeom prst="rect">
                <a:avLst/>
              </a:prstGeom>
              <a:blipFill>
                <a:blip r:embed="rId16"/>
                <a:stretch>
                  <a:fillRect l="-8333" t="-1587" r="-8333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Arrow: Right 51">
            <a:extLst>
              <a:ext uri="{FF2B5EF4-FFF2-40B4-BE49-F238E27FC236}">
                <a16:creationId xmlns:a16="http://schemas.microsoft.com/office/drawing/2014/main" id="{0BF0F53F-73E8-6D84-DF4A-3218657504FF}"/>
              </a:ext>
            </a:extLst>
          </p:cNvPr>
          <p:cNvSpPr/>
          <p:nvPr/>
        </p:nvSpPr>
        <p:spPr>
          <a:xfrm>
            <a:off x="5431471" y="1881944"/>
            <a:ext cx="978408" cy="484632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3B220B5-599C-ED39-0F95-AA40E01878FB}"/>
              </a:ext>
            </a:extLst>
          </p:cNvPr>
          <p:cNvSpPr txBox="1"/>
          <p:nvPr/>
        </p:nvSpPr>
        <p:spPr>
          <a:xfrm>
            <a:off x="3559418" y="4080622"/>
            <a:ext cx="4722514" cy="1246495"/>
          </a:xfrm>
          <a:custGeom>
            <a:avLst/>
            <a:gdLst>
              <a:gd name="connsiteX0" fmla="*/ 0 w 4722514"/>
              <a:gd name="connsiteY0" fmla="*/ 0 h 1246495"/>
              <a:gd name="connsiteX1" fmla="*/ 684765 w 4722514"/>
              <a:gd name="connsiteY1" fmla="*/ 0 h 1246495"/>
              <a:gd name="connsiteX2" fmla="*/ 1369529 w 4722514"/>
              <a:gd name="connsiteY2" fmla="*/ 0 h 1246495"/>
              <a:gd name="connsiteX3" fmla="*/ 2007068 w 4722514"/>
              <a:gd name="connsiteY3" fmla="*/ 0 h 1246495"/>
              <a:gd name="connsiteX4" fmla="*/ 2597383 w 4722514"/>
              <a:gd name="connsiteY4" fmla="*/ 0 h 1246495"/>
              <a:gd name="connsiteX5" fmla="*/ 3093247 w 4722514"/>
              <a:gd name="connsiteY5" fmla="*/ 0 h 1246495"/>
              <a:gd name="connsiteX6" fmla="*/ 3589111 w 4722514"/>
              <a:gd name="connsiteY6" fmla="*/ 0 h 1246495"/>
              <a:gd name="connsiteX7" fmla="*/ 4084975 w 4722514"/>
              <a:gd name="connsiteY7" fmla="*/ 0 h 1246495"/>
              <a:gd name="connsiteX8" fmla="*/ 4722514 w 4722514"/>
              <a:gd name="connsiteY8" fmla="*/ 0 h 1246495"/>
              <a:gd name="connsiteX9" fmla="*/ 4722514 w 4722514"/>
              <a:gd name="connsiteY9" fmla="*/ 440428 h 1246495"/>
              <a:gd name="connsiteX10" fmla="*/ 4722514 w 4722514"/>
              <a:gd name="connsiteY10" fmla="*/ 818532 h 1246495"/>
              <a:gd name="connsiteX11" fmla="*/ 4722514 w 4722514"/>
              <a:gd name="connsiteY11" fmla="*/ 1246495 h 1246495"/>
              <a:gd name="connsiteX12" fmla="*/ 4273875 w 4722514"/>
              <a:gd name="connsiteY12" fmla="*/ 1246495 h 1246495"/>
              <a:gd name="connsiteX13" fmla="*/ 3589111 w 4722514"/>
              <a:gd name="connsiteY13" fmla="*/ 1246495 h 1246495"/>
              <a:gd name="connsiteX14" fmla="*/ 2904346 w 4722514"/>
              <a:gd name="connsiteY14" fmla="*/ 1246495 h 1246495"/>
              <a:gd name="connsiteX15" fmla="*/ 2266807 w 4722514"/>
              <a:gd name="connsiteY15" fmla="*/ 1246495 h 1246495"/>
              <a:gd name="connsiteX16" fmla="*/ 1723718 w 4722514"/>
              <a:gd name="connsiteY16" fmla="*/ 1246495 h 1246495"/>
              <a:gd name="connsiteX17" fmla="*/ 1086178 w 4722514"/>
              <a:gd name="connsiteY17" fmla="*/ 1246495 h 1246495"/>
              <a:gd name="connsiteX18" fmla="*/ 0 w 4722514"/>
              <a:gd name="connsiteY18" fmla="*/ 1246495 h 1246495"/>
              <a:gd name="connsiteX19" fmla="*/ 0 w 4722514"/>
              <a:gd name="connsiteY19" fmla="*/ 843462 h 1246495"/>
              <a:gd name="connsiteX20" fmla="*/ 0 w 4722514"/>
              <a:gd name="connsiteY20" fmla="*/ 427963 h 1246495"/>
              <a:gd name="connsiteX21" fmla="*/ 0 w 4722514"/>
              <a:gd name="connsiteY21" fmla="*/ 0 h 12464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4722514" h="1246495" extrusionOk="0">
                <a:moveTo>
                  <a:pt x="0" y="0"/>
                </a:moveTo>
                <a:cubicBezTo>
                  <a:pt x="312961" y="-48146"/>
                  <a:pt x="392530" y="56126"/>
                  <a:pt x="684765" y="0"/>
                </a:cubicBezTo>
                <a:cubicBezTo>
                  <a:pt x="977000" y="-56126"/>
                  <a:pt x="1164398" y="34909"/>
                  <a:pt x="1369529" y="0"/>
                </a:cubicBezTo>
                <a:cubicBezTo>
                  <a:pt x="1574660" y="-34909"/>
                  <a:pt x="1832271" y="17213"/>
                  <a:pt x="2007068" y="0"/>
                </a:cubicBezTo>
                <a:cubicBezTo>
                  <a:pt x="2181865" y="-17213"/>
                  <a:pt x="2338837" y="51790"/>
                  <a:pt x="2597383" y="0"/>
                </a:cubicBezTo>
                <a:cubicBezTo>
                  <a:pt x="2855929" y="-51790"/>
                  <a:pt x="2874796" y="45748"/>
                  <a:pt x="3093247" y="0"/>
                </a:cubicBezTo>
                <a:cubicBezTo>
                  <a:pt x="3311698" y="-45748"/>
                  <a:pt x="3446666" y="34777"/>
                  <a:pt x="3589111" y="0"/>
                </a:cubicBezTo>
                <a:cubicBezTo>
                  <a:pt x="3731556" y="-34777"/>
                  <a:pt x="3890679" y="43032"/>
                  <a:pt x="4084975" y="0"/>
                </a:cubicBezTo>
                <a:cubicBezTo>
                  <a:pt x="4279271" y="-43032"/>
                  <a:pt x="4481725" y="18198"/>
                  <a:pt x="4722514" y="0"/>
                </a:cubicBezTo>
                <a:cubicBezTo>
                  <a:pt x="4739878" y="209551"/>
                  <a:pt x="4682293" y="243367"/>
                  <a:pt x="4722514" y="440428"/>
                </a:cubicBezTo>
                <a:cubicBezTo>
                  <a:pt x="4762735" y="637489"/>
                  <a:pt x="4705189" y="689276"/>
                  <a:pt x="4722514" y="818532"/>
                </a:cubicBezTo>
                <a:cubicBezTo>
                  <a:pt x="4739839" y="947788"/>
                  <a:pt x="4719629" y="1129850"/>
                  <a:pt x="4722514" y="1246495"/>
                </a:cubicBezTo>
                <a:cubicBezTo>
                  <a:pt x="4505350" y="1253117"/>
                  <a:pt x="4456169" y="1206411"/>
                  <a:pt x="4273875" y="1246495"/>
                </a:cubicBezTo>
                <a:cubicBezTo>
                  <a:pt x="4091581" y="1286579"/>
                  <a:pt x="3761301" y="1238775"/>
                  <a:pt x="3589111" y="1246495"/>
                </a:cubicBezTo>
                <a:cubicBezTo>
                  <a:pt x="3416921" y="1254215"/>
                  <a:pt x="3184073" y="1237399"/>
                  <a:pt x="2904346" y="1246495"/>
                </a:cubicBezTo>
                <a:cubicBezTo>
                  <a:pt x="2624619" y="1255591"/>
                  <a:pt x="2447051" y="1237378"/>
                  <a:pt x="2266807" y="1246495"/>
                </a:cubicBezTo>
                <a:cubicBezTo>
                  <a:pt x="2086563" y="1255612"/>
                  <a:pt x="1923869" y="1218564"/>
                  <a:pt x="1723718" y="1246495"/>
                </a:cubicBezTo>
                <a:cubicBezTo>
                  <a:pt x="1523567" y="1274426"/>
                  <a:pt x="1338521" y="1222549"/>
                  <a:pt x="1086178" y="1246495"/>
                </a:cubicBezTo>
                <a:cubicBezTo>
                  <a:pt x="833835" y="1270441"/>
                  <a:pt x="233896" y="1198736"/>
                  <a:pt x="0" y="1246495"/>
                </a:cubicBezTo>
                <a:cubicBezTo>
                  <a:pt x="-31033" y="1102105"/>
                  <a:pt x="35930" y="970384"/>
                  <a:pt x="0" y="843462"/>
                </a:cubicBezTo>
                <a:cubicBezTo>
                  <a:pt x="-35930" y="716540"/>
                  <a:pt x="5207" y="520378"/>
                  <a:pt x="0" y="427963"/>
                </a:cubicBezTo>
                <a:cubicBezTo>
                  <a:pt x="-5207" y="335548"/>
                  <a:pt x="32731" y="88236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500" dirty="0"/>
              <a:t>If we apply the covariance matrix to our graph from the left, this will result in a graph in the right. </a:t>
            </a:r>
            <a:endParaRPr lang="en-PH" sz="2500" dirty="0"/>
          </a:p>
        </p:txBody>
      </p:sp>
    </p:spTree>
    <p:extLst>
      <p:ext uri="{BB962C8B-B14F-4D97-AF65-F5344CB8AC3E}">
        <p14:creationId xmlns:p14="http://schemas.microsoft.com/office/powerpoint/2010/main" val="22619588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208C864-66D3-8494-2C2D-6571764D2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3FECEA4-2C26-CE5A-3367-B1B25F4C0FC0}"/>
                  </a:ext>
                </a:extLst>
              </p:cNvPr>
              <p:cNvSpPr txBox="1"/>
              <p:nvPr/>
            </p:nvSpPr>
            <p:spPr>
              <a:xfrm>
                <a:off x="4791584" y="-419438"/>
                <a:ext cx="2061152" cy="282192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sz="50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5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5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5000" dirty="0"/>
              </a:p>
              <a:p>
                <a:endParaRPr lang="en-PH" sz="50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3FECEA4-2C26-CE5A-3367-B1B25F4C0F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584" y="-419438"/>
                <a:ext cx="2061152" cy="282192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4" name="Chart 23">
            <a:extLst>
              <a:ext uri="{FF2B5EF4-FFF2-40B4-BE49-F238E27FC236}">
                <a16:creationId xmlns:a16="http://schemas.microsoft.com/office/drawing/2014/main" id="{6489A425-B375-1DEC-7C27-4E68EB4C7DD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60527080"/>
              </p:ext>
            </p:extLst>
          </p:nvPr>
        </p:nvGraphicFramePr>
        <p:xfrm>
          <a:off x="276557" y="203087"/>
          <a:ext cx="4576106" cy="39835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2" name="Chart 31">
            <a:extLst>
              <a:ext uri="{FF2B5EF4-FFF2-40B4-BE49-F238E27FC236}">
                <a16:creationId xmlns:a16="http://schemas.microsoft.com/office/drawing/2014/main" id="{7AFBF391-9D0D-A5DF-DB19-D8AA7E90EE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01122771"/>
              </p:ext>
            </p:extLst>
          </p:nvPr>
        </p:nvGraphicFramePr>
        <p:xfrm>
          <a:off x="6791657" y="203087"/>
          <a:ext cx="4576106" cy="39835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62CE6B35-CBFF-F599-DFFF-6C2A149569B7}"/>
                  </a:ext>
                </a:extLst>
              </p:cNvPr>
              <p:cNvSpPr txBox="1"/>
              <p:nvPr/>
            </p:nvSpPr>
            <p:spPr>
              <a:xfrm>
                <a:off x="2170801" y="4186653"/>
                <a:ext cx="827662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62CE6B35-CBFF-F599-DFFF-6C2A149569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0801" y="4186653"/>
                <a:ext cx="827662" cy="384721"/>
              </a:xfrm>
              <a:prstGeom prst="rect">
                <a:avLst/>
              </a:prstGeom>
              <a:blipFill>
                <a:blip r:embed="rId5"/>
                <a:stretch>
                  <a:fillRect l="-13235" t="-3175" r="-13971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3F464B37-22D4-F29C-EF6D-BC102AC2B81A}"/>
                  </a:ext>
                </a:extLst>
              </p:cNvPr>
              <p:cNvSpPr txBox="1"/>
              <p:nvPr/>
            </p:nvSpPr>
            <p:spPr>
              <a:xfrm>
                <a:off x="2170801" y="4571374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3F464B37-22D4-F29C-EF6D-BC102AC2B8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0801" y="4571374"/>
                <a:ext cx="835678" cy="384721"/>
              </a:xfrm>
              <a:prstGeom prst="rect">
                <a:avLst/>
              </a:prstGeom>
              <a:blipFill>
                <a:blip r:embed="rId6"/>
                <a:stretch>
                  <a:fillRect l="-13139" t="-3175" r="-13869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3D0159F-8202-5CF0-6F7B-0CCF3C236D11}"/>
                  </a:ext>
                </a:extLst>
              </p:cNvPr>
              <p:cNvSpPr txBox="1"/>
              <p:nvPr/>
            </p:nvSpPr>
            <p:spPr>
              <a:xfrm>
                <a:off x="2162785" y="4956095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3D0159F-8202-5CF0-6F7B-0CCF3C236D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2785" y="4956095"/>
                <a:ext cx="835678" cy="384721"/>
              </a:xfrm>
              <a:prstGeom prst="rect">
                <a:avLst/>
              </a:prstGeom>
              <a:blipFill>
                <a:blip r:embed="rId7"/>
                <a:stretch>
                  <a:fillRect l="-13869" t="-1587" r="-13139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C4D7CF6-7F6F-055E-2C39-4908BAF30E85}"/>
                  </a:ext>
                </a:extLst>
              </p:cNvPr>
              <p:cNvSpPr txBox="1"/>
              <p:nvPr/>
            </p:nvSpPr>
            <p:spPr>
              <a:xfrm>
                <a:off x="2162785" y="5340816"/>
                <a:ext cx="835678" cy="3847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C4D7CF6-7F6F-055E-2C39-4908BAF30E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2785" y="5340816"/>
                <a:ext cx="835678" cy="384721"/>
              </a:xfrm>
              <a:prstGeom prst="rect">
                <a:avLst/>
              </a:prstGeom>
              <a:blipFill>
                <a:blip r:embed="rId8"/>
                <a:stretch>
                  <a:fillRect l="-13869" t="-1587" r="-13139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9ACDDA7-103B-BFB6-A3B2-331FEEA1DDD5}"/>
                  </a:ext>
                </a:extLst>
              </p:cNvPr>
              <p:cNvSpPr txBox="1"/>
              <p:nvPr/>
            </p:nvSpPr>
            <p:spPr>
              <a:xfrm>
                <a:off x="2176748" y="5725537"/>
                <a:ext cx="1074525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9ACDDA7-103B-BFB6-A3B2-331FEEA1DD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6748" y="5725537"/>
                <a:ext cx="1074525" cy="384721"/>
              </a:xfrm>
              <a:prstGeom prst="rect">
                <a:avLst/>
              </a:prstGeom>
              <a:blipFill>
                <a:blip r:embed="rId9"/>
                <a:stretch>
                  <a:fillRect l="-10227" t="-1587" r="-10795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2E9B77B9-7256-8862-FC5F-9242320CA2D1}"/>
                  </a:ext>
                </a:extLst>
              </p:cNvPr>
              <p:cNvSpPr txBox="1"/>
              <p:nvPr/>
            </p:nvSpPr>
            <p:spPr>
              <a:xfrm>
                <a:off x="2162785" y="6163178"/>
                <a:ext cx="1074525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2E9B77B9-7256-8862-FC5F-9242320CA2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2785" y="6163178"/>
                <a:ext cx="1074525" cy="384721"/>
              </a:xfrm>
              <a:prstGeom prst="rect">
                <a:avLst/>
              </a:prstGeom>
              <a:blipFill>
                <a:blip r:embed="rId10"/>
                <a:stretch>
                  <a:fillRect l="-10795" t="-1587" r="-10227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3AD5ECF-05B8-3182-EB79-C40F86D1EB1A}"/>
                  </a:ext>
                </a:extLst>
              </p:cNvPr>
              <p:cNvSpPr txBox="1"/>
              <p:nvPr/>
            </p:nvSpPr>
            <p:spPr>
              <a:xfrm>
                <a:off x="8673201" y="4186653"/>
                <a:ext cx="2736455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𝟗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3AD5ECF-05B8-3182-EB79-C40F86D1EB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3201" y="4186653"/>
                <a:ext cx="2736455" cy="384721"/>
              </a:xfrm>
              <a:prstGeom prst="rect">
                <a:avLst/>
              </a:prstGeom>
              <a:blipFill>
                <a:blip r:embed="rId11"/>
                <a:stretch>
                  <a:fillRect l="-4009" t="-3175" r="-3786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1AFC79A3-BA0A-6B22-D61D-16C2EA3A664F}"/>
                  </a:ext>
                </a:extLst>
              </p:cNvPr>
              <p:cNvSpPr txBox="1"/>
              <p:nvPr/>
            </p:nvSpPr>
            <p:spPr>
              <a:xfrm>
                <a:off x="8673201" y="4571374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1AFC79A3-BA0A-6B22-D61D-16C2EA3A66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3201" y="4571374"/>
                <a:ext cx="835678" cy="384721"/>
              </a:xfrm>
              <a:prstGeom prst="rect">
                <a:avLst/>
              </a:prstGeom>
              <a:blipFill>
                <a:blip r:embed="rId12"/>
                <a:stretch>
                  <a:fillRect l="-13869" t="-3175" r="-13139" b="-3174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653AE51-FD57-A2ED-D6C3-E97B8192D554}"/>
                  </a:ext>
                </a:extLst>
              </p:cNvPr>
              <p:cNvSpPr txBox="1"/>
              <p:nvPr/>
            </p:nvSpPr>
            <p:spPr>
              <a:xfrm>
                <a:off x="8665185" y="4956095"/>
                <a:ext cx="83567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𝟗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653AE51-FD57-A2ED-D6C3-E97B8192D5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5185" y="4956095"/>
                <a:ext cx="835678" cy="384721"/>
              </a:xfrm>
              <a:prstGeom prst="rect">
                <a:avLst/>
              </a:prstGeom>
              <a:blipFill>
                <a:blip r:embed="rId13"/>
                <a:stretch>
                  <a:fillRect l="-13043" t="-1587" r="-13043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8DC9323-9ECB-4B48-B42B-D2D4A575EA33}"/>
                  </a:ext>
                </a:extLst>
              </p:cNvPr>
              <p:cNvSpPr txBox="1"/>
              <p:nvPr/>
            </p:nvSpPr>
            <p:spPr>
              <a:xfrm>
                <a:off x="8665185" y="5340816"/>
                <a:ext cx="835678" cy="3847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8DC9323-9ECB-4B48-B42B-D2D4A575EA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5185" y="5340816"/>
                <a:ext cx="835678" cy="384721"/>
              </a:xfrm>
              <a:prstGeom prst="rect">
                <a:avLst/>
              </a:prstGeom>
              <a:blipFill>
                <a:blip r:embed="rId14"/>
                <a:stretch>
                  <a:fillRect l="-13043" t="-1587" r="-13043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653BB902-40E9-DDF6-9D76-CE85F196A84C}"/>
                  </a:ext>
                </a:extLst>
              </p:cNvPr>
              <p:cNvSpPr txBox="1"/>
              <p:nvPr/>
            </p:nvSpPr>
            <p:spPr>
              <a:xfrm>
                <a:off x="8679148" y="5725537"/>
                <a:ext cx="1313373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𝟗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653BB902-40E9-DDF6-9D76-CE85F196A8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9148" y="5725537"/>
                <a:ext cx="1313373" cy="384721"/>
              </a:xfrm>
              <a:prstGeom prst="rect">
                <a:avLst/>
              </a:prstGeom>
              <a:blipFill>
                <a:blip r:embed="rId15"/>
                <a:stretch>
                  <a:fillRect l="-8837" t="-1587" r="-8372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9D872B28-44A9-72A7-CCEC-58D7CC4FBC5E}"/>
                  </a:ext>
                </a:extLst>
              </p:cNvPr>
              <p:cNvSpPr txBox="1"/>
              <p:nvPr/>
            </p:nvSpPr>
            <p:spPr>
              <a:xfrm>
                <a:off x="8665185" y="6163178"/>
                <a:ext cx="1313373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(−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,−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PH" sz="25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25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9D872B28-44A9-72A7-CCEC-58D7CC4FBC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5185" y="6163178"/>
                <a:ext cx="1313373" cy="384721"/>
              </a:xfrm>
              <a:prstGeom prst="rect">
                <a:avLst/>
              </a:prstGeom>
              <a:blipFill>
                <a:blip r:embed="rId16"/>
                <a:stretch>
                  <a:fillRect l="-8333" t="-1587" r="-8333" b="-3333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Arrow: Right 51">
            <a:extLst>
              <a:ext uri="{FF2B5EF4-FFF2-40B4-BE49-F238E27FC236}">
                <a16:creationId xmlns:a16="http://schemas.microsoft.com/office/drawing/2014/main" id="{C427D02E-D522-45C9-7945-87E09EA9FA07}"/>
              </a:ext>
            </a:extLst>
          </p:cNvPr>
          <p:cNvSpPr/>
          <p:nvPr/>
        </p:nvSpPr>
        <p:spPr>
          <a:xfrm>
            <a:off x="5431471" y="1881944"/>
            <a:ext cx="978408" cy="484632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74C6105-22E9-315B-7950-3A0C41A8BA6A}"/>
              </a:ext>
            </a:extLst>
          </p:cNvPr>
          <p:cNvSpPr/>
          <p:nvPr/>
        </p:nvSpPr>
        <p:spPr>
          <a:xfrm>
            <a:off x="2107410" y="1667060"/>
            <a:ext cx="914400" cy="914400"/>
          </a:xfrm>
          <a:prstGeom prst="ellipse">
            <a:avLst/>
          </a:prstGeom>
          <a:solidFill>
            <a:srgbClr val="FFC000">
              <a:alpha val="50000"/>
            </a:srgbClr>
          </a:solidFill>
          <a:ln w="25400">
            <a:solidFill>
              <a:schemeClr val="tx1">
                <a:lumMod val="50000"/>
                <a:lumOff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08A9027-6452-E776-E4DE-097A7C9A4050}"/>
              </a:ext>
            </a:extLst>
          </p:cNvPr>
          <p:cNvSpPr/>
          <p:nvPr/>
        </p:nvSpPr>
        <p:spPr>
          <a:xfrm rot="20428056">
            <a:off x="7011861" y="1833444"/>
            <a:ext cx="4161546" cy="521383"/>
          </a:xfrm>
          <a:prstGeom prst="ellipse">
            <a:avLst/>
          </a:prstGeom>
          <a:solidFill>
            <a:srgbClr val="FFC000">
              <a:alpha val="50000"/>
            </a:srgbClr>
          </a:solidFill>
          <a:ln w="25400">
            <a:solidFill>
              <a:schemeClr val="tx1">
                <a:lumMod val="50000"/>
                <a:lumOff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58C291-9C71-6911-B149-B0F6EA58444E}"/>
              </a:ext>
            </a:extLst>
          </p:cNvPr>
          <p:cNvSpPr txBox="1"/>
          <p:nvPr/>
        </p:nvSpPr>
        <p:spPr>
          <a:xfrm>
            <a:off x="3559418" y="4080622"/>
            <a:ext cx="4722514" cy="1246495"/>
          </a:xfrm>
          <a:custGeom>
            <a:avLst/>
            <a:gdLst>
              <a:gd name="connsiteX0" fmla="*/ 0 w 4722514"/>
              <a:gd name="connsiteY0" fmla="*/ 0 h 1246495"/>
              <a:gd name="connsiteX1" fmla="*/ 684765 w 4722514"/>
              <a:gd name="connsiteY1" fmla="*/ 0 h 1246495"/>
              <a:gd name="connsiteX2" fmla="*/ 1369529 w 4722514"/>
              <a:gd name="connsiteY2" fmla="*/ 0 h 1246495"/>
              <a:gd name="connsiteX3" fmla="*/ 2007068 w 4722514"/>
              <a:gd name="connsiteY3" fmla="*/ 0 h 1246495"/>
              <a:gd name="connsiteX4" fmla="*/ 2597383 w 4722514"/>
              <a:gd name="connsiteY4" fmla="*/ 0 h 1246495"/>
              <a:gd name="connsiteX5" fmla="*/ 3093247 w 4722514"/>
              <a:gd name="connsiteY5" fmla="*/ 0 h 1246495"/>
              <a:gd name="connsiteX6" fmla="*/ 3589111 w 4722514"/>
              <a:gd name="connsiteY6" fmla="*/ 0 h 1246495"/>
              <a:gd name="connsiteX7" fmla="*/ 4084975 w 4722514"/>
              <a:gd name="connsiteY7" fmla="*/ 0 h 1246495"/>
              <a:gd name="connsiteX8" fmla="*/ 4722514 w 4722514"/>
              <a:gd name="connsiteY8" fmla="*/ 0 h 1246495"/>
              <a:gd name="connsiteX9" fmla="*/ 4722514 w 4722514"/>
              <a:gd name="connsiteY9" fmla="*/ 440428 h 1246495"/>
              <a:gd name="connsiteX10" fmla="*/ 4722514 w 4722514"/>
              <a:gd name="connsiteY10" fmla="*/ 818532 h 1246495"/>
              <a:gd name="connsiteX11" fmla="*/ 4722514 w 4722514"/>
              <a:gd name="connsiteY11" fmla="*/ 1246495 h 1246495"/>
              <a:gd name="connsiteX12" fmla="*/ 4273875 w 4722514"/>
              <a:gd name="connsiteY12" fmla="*/ 1246495 h 1246495"/>
              <a:gd name="connsiteX13" fmla="*/ 3589111 w 4722514"/>
              <a:gd name="connsiteY13" fmla="*/ 1246495 h 1246495"/>
              <a:gd name="connsiteX14" fmla="*/ 2904346 w 4722514"/>
              <a:gd name="connsiteY14" fmla="*/ 1246495 h 1246495"/>
              <a:gd name="connsiteX15" fmla="*/ 2266807 w 4722514"/>
              <a:gd name="connsiteY15" fmla="*/ 1246495 h 1246495"/>
              <a:gd name="connsiteX16" fmla="*/ 1723718 w 4722514"/>
              <a:gd name="connsiteY16" fmla="*/ 1246495 h 1246495"/>
              <a:gd name="connsiteX17" fmla="*/ 1086178 w 4722514"/>
              <a:gd name="connsiteY17" fmla="*/ 1246495 h 1246495"/>
              <a:gd name="connsiteX18" fmla="*/ 0 w 4722514"/>
              <a:gd name="connsiteY18" fmla="*/ 1246495 h 1246495"/>
              <a:gd name="connsiteX19" fmla="*/ 0 w 4722514"/>
              <a:gd name="connsiteY19" fmla="*/ 843462 h 1246495"/>
              <a:gd name="connsiteX20" fmla="*/ 0 w 4722514"/>
              <a:gd name="connsiteY20" fmla="*/ 427963 h 1246495"/>
              <a:gd name="connsiteX21" fmla="*/ 0 w 4722514"/>
              <a:gd name="connsiteY21" fmla="*/ 0 h 12464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4722514" h="1246495" extrusionOk="0">
                <a:moveTo>
                  <a:pt x="0" y="0"/>
                </a:moveTo>
                <a:cubicBezTo>
                  <a:pt x="312961" y="-48146"/>
                  <a:pt x="392530" y="56126"/>
                  <a:pt x="684765" y="0"/>
                </a:cubicBezTo>
                <a:cubicBezTo>
                  <a:pt x="977000" y="-56126"/>
                  <a:pt x="1164398" y="34909"/>
                  <a:pt x="1369529" y="0"/>
                </a:cubicBezTo>
                <a:cubicBezTo>
                  <a:pt x="1574660" y="-34909"/>
                  <a:pt x="1832271" y="17213"/>
                  <a:pt x="2007068" y="0"/>
                </a:cubicBezTo>
                <a:cubicBezTo>
                  <a:pt x="2181865" y="-17213"/>
                  <a:pt x="2338837" y="51790"/>
                  <a:pt x="2597383" y="0"/>
                </a:cubicBezTo>
                <a:cubicBezTo>
                  <a:pt x="2855929" y="-51790"/>
                  <a:pt x="2874796" y="45748"/>
                  <a:pt x="3093247" y="0"/>
                </a:cubicBezTo>
                <a:cubicBezTo>
                  <a:pt x="3311698" y="-45748"/>
                  <a:pt x="3446666" y="34777"/>
                  <a:pt x="3589111" y="0"/>
                </a:cubicBezTo>
                <a:cubicBezTo>
                  <a:pt x="3731556" y="-34777"/>
                  <a:pt x="3890679" y="43032"/>
                  <a:pt x="4084975" y="0"/>
                </a:cubicBezTo>
                <a:cubicBezTo>
                  <a:pt x="4279271" y="-43032"/>
                  <a:pt x="4481725" y="18198"/>
                  <a:pt x="4722514" y="0"/>
                </a:cubicBezTo>
                <a:cubicBezTo>
                  <a:pt x="4739878" y="209551"/>
                  <a:pt x="4682293" y="243367"/>
                  <a:pt x="4722514" y="440428"/>
                </a:cubicBezTo>
                <a:cubicBezTo>
                  <a:pt x="4762735" y="637489"/>
                  <a:pt x="4705189" y="689276"/>
                  <a:pt x="4722514" y="818532"/>
                </a:cubicBezTo>
                <a:cubicBezTo>
                  <a:pt x="4739839" y="947788"/>
                  <a:pt x="4719629" y="1129850"/>
                  <a:pt x="4722514" y="1246495"/>
                </a:cubicBezTo>
                <a:cubicBezTo>
                  <a:pt x="4505350" y="1253117"/>
                  <a:pt x="4456169" y="1206411"/>
                  <a:pt x="4273875" y="1246495"/>
                </a:cubicBezTo>
                <a:cubicBezTo>
                  <a:pt x="4091581" y="1286579"/>
                  <a:pt x="3761301" y="1238775"/>
                  <a:pt x="3589111" y="1246495"/>
                </a:cubicBezTo>
                <a:cubicBezTo>
                  <a:pt x="3416921" y="1254215"/>
                  <a:pt x="3184073" y="1237399"/>
                  <a:pt x="2904346" y="1246495"/>
                </a:cubicBezTo>
                <a:cubicBezTo>
                  <a:pt x="2624619" y="1255591"/>
                  <a:pt x="2447051" y="1237378"/>
                  <a:pt x="2266807" y="1246495"/>
                </a:cubicBezTo>
                <a:cubicBezTo>
                  <a:pt x="2086563" y="1255612"/>
                  <a:pt x="1923869" y="1218564"/>
                  <a:pt x="1723718" y="1246495"/>
                </a:cubicBezTo>
                <a:cubicBezTo>
                  <a:pt x="1523567" y="1274426"/>
                  <a:pt x="1338521" y="1222549"/>
                  <a:pt x="1086178" y="1246495"/>
                </a:cubicBezTo>
                <a:cubicBezTo>
                  <a:pt x="833835" y="1270441"/>
                  <a:pt x="233896" y="1198736"/>
                  <a:pt x="0" y="1246495"/>
                </a:cubicBezTo>
                <a:cubicBezTo>
                  <a:pt x="-31033" y="1102105"/>
                  <a:pt x="35930" y="970384"/>
                  <a:pt x="0" y="843462"/>
                </a:cubicBezTo>
                <a:cubicBezTo>
                  <a:pt x="-35930" y="716540"/>
                  <a:pt x="5207" y="520378"/>
                  <a:pt x="0" y="427963"/>
                </a:cubicBezTo>
                <a:cubicBezTo>
                  <a:pt x="-5207" y="335548"/>
                  <a:pt x="32731" y="88236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500" dirty="0"/>
              <a:t>We can see that the original graph was</a:t>
            </a:r>
            <a:r>
              <a:rPr lang="en-US" sz="2500" b="1" dirty="0"/>
              <a:t> extended in two directions</a:t>
            </a:r>
            <a:endParaRPr lang="en-PH" sz="2500" b="1" dirty="0"/>
          </a:p>
        </p:txBody>
      </p:sp>
    </p:spTree>
    <p:extLst>
      <p:ext uri="{BB962C8B-B14F-4D97-AF65-F5344CB8AC3E}">
        <p14:creationId xmlns:p14="http://schemas.microsoft.com/office/powerpoint/2010/main" val="7984423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FB3158E-CD73-3323-33D6-A15CB68A0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4EFCB670-AE6C-CFC2-DFA4-1F3133536580}"/>
                  </a:ext>
                </a:extLst>
              </p:cNvPr>
              <p:cNvSpPr txBox="1"/>
              <p:nvPr/>
            </p:nvSpPr>
            <p:spPr>
              <a:xfrm>
                <a:off x="4791584" y="-419438"/>
                <a:ext cx="2061152" cy="282192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endParaRPr lang="en-PH" sz="50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5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5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5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5000" dirty="0"/>
              </a:p>
              <a:p>
                <a:endParaRPr lang="en-PH" sz="50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4EFCB670-AE6C-CFC2-DFA4-1F31335365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584" y="-419438"/>
                <a:ext cx="2061152" cy="282192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4" name="Chart 23">
            <a:extLst>
              <a:ext uri="{FF2B5EF4-FFF2-40B4-BE49-F238E27FC236}">
                <a16:creationId xmlns:a16="http://schemas.microsoft.com/office/drawing/2014/main" id="{C695374E-5279-B812-49D7-3F96F410EB2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70120096"/>
              </p:ext>
            </p:extLst>
          </p:nvPr>
        </p:nvGraphicFramePr>
        <p:xfrm>
          <a:off x="276557" y="203087"/>
          <a:ext cx="4576106" cy="39835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2" name="Chart 31">
            <a:extLst>
              <a:ext uri="{FF2B5EF4-FFF2-40B4-BE49-F238E27FC236}">
                <a16:creationId xmlns:a16="http://schemas.microsoft.com/office/drawing/2014/main" id="{DC09FFA5-6307-320E-4F06-0B194137074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64831200"/>
              </p:ext>
            </p:extLst>
          </p:nvPr>
        </p:nvGraphicFramePr>
        <p:xfrm>
          <a:off x="6791657" y="203087"/>
          <a:ext cx="4576106" cy="39835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C5CF8AA-F4B8-A918-4F14-840D0BEA3655}"/>
                  </a:ext>
                </a:extLst>
              </p:cNvPr>
              <p:cNvSpPr txBox="1"/>
              <p:nvPr/>
            </p:nvSpPr>
            <p:spPr>
              <a:xfrm>
                <a:off x="2968270" y="1034158"/>
                <a:ext cx="668901" cy="7668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3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C5CF8AA-F4B8-A918-4F14-840D0BEA36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8270" y="1034158"/>
                <a:ext cx="668901" cy="76681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Arrow: Right 51">
            <a:extLst>
              <a:ext uri="{FF2B5EF4-FFF2-40B4-BE49-F238E27FC236}">
                <a16:creationId xmlns:a16="http://schemas.microsoft.com/office/drawing/2014/main" id="{F8BE9C79-D5A6-1C05-F8F5-274349A40A86}"/>
              </a:ext>
            </a:extLst>
          </p:cNvPr>
          <p:cNvSpPr/>
          <p:nvPr/>
        </p:nvSpPr>
        <p:spPr>
          <a:xfrm>
            <a:off x="5431471" y="1881944"/>
            <a:ext cx="978408" cy="484632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39144402-413B-FC22-FE82-88E281A5D8E1}"/>
              </a:ext>
            </a:extLst>
          </p:cNvPr>
          <p:cNvSpPr/>
          <p:nvPr/>
        </p:nvSpPr>
        <p:spPr>
          <a:xfrm>
            <a:off x="2107410" y="1667060"/>
            <a:ext cx="914400" cy="914400"/>
          </a:xfrm>
          <a:prstGeom prst="ellipse">
            <a:avLst/>
          </a:prstGeom>
          <a:solidFill>
            <a:srgbClr val="FFC000">
              <a:alpha val="50000"/>
            </a:srgbClr>
          </a:solidFill>
          <a:ln w="25400">
            <a:solidFill>
              <a:schemeClr val="tx1">
                <a:lumMod val="50000"/>
                <a:lumOff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EEBB97A-077C-35BE-203B-22BB89D4DF1D}"/>
              </a:ext>
            </a:extLst>
          </p:cNvPr>
          <p:cNvSpPr/>
          <p:nvPr/>
        </p:nvSpPr>
        <p:spPr>
          <a:xfrm rot="20428056">
            <a:off x="7003796" y="1786584"/>
            <a:ext cx="4161546" cy="569632"/>
          </a:xfrm>
          <a:prstGeom prst="ellipse">
            <a:avLst/>
          </a:prstGeom>
          <a:solidFill>
            <a:srgbClr val="FFC000">
              <a:alpha val="50000"/>
            </a:srgbClr>
          </a:solidFill>
          <a:ln w="25400">
            <a:solidFill>
              <a:schemeClr val="tx1">
                <a:lumMod val="50000"/>
                <a:lumOff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3ABF756-DAB8-EE28-F037-53E0C92965E9}"/>
              </a:ext>
            </a:extLst>
          </p:cNvPr>
          <p:cNvCxnSpPr>
            <a:cxnSpLocks/>
            <a:endCxn id="2" idx="7"/>
          </p:cNvCxnSpPr>
          <p:nvPr/>
        </p:nvCxnSpPr>
        <p:spPr>
          <a:xfrm flipV="1">
            <a:off x="2596764" y="1800971"/>
            <a:ext cx="291135" cy="285879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40EAD75-A67E-0A4B-E916-73B78D9B7500}"/>
              </a:ext>
            </a:extLst>
          </p:cNvPr>
          <p:cNvCxnSpPr>
            <a:cxnSpLocks/>
            <a:endCxn id="3" idx="6"/>
          </p:cNvCxnSpPr>
          <p:nvPr/>
        </p:nvCxnSpPr>
        <p:spPr>
          <a:xfrm flipV="1">
            <a:off x="9079710" y="1375715"/>
            <a:ext cx="1965889" cy="724293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6410520-48F7-1B9A-A43F-D75EAA7903E8}"/>
                  </a:ext>
                </a:extLst>
              </p:cNvPr>
              <p:cNvSpPr txBox="1"/>
              <p:nvPr/>
            </p:nvSpPr>
            <p:spPr>
              <a:xfrm>
                <a:off x="10733038" y="1562106"/>
                <a:ext cx="504946" cy="46166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3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6410520-48F7-1B9A-A43F-D75EAA7903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33038" y="1562106"/>
                <a:ext cx="504946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F01D176-CC17-648E-E123-22BD552F6B38}"/>
              </a:ext>
            </a:extLst>
          </p:cNvPr>
          <p:cNvCxnSpPr>
            <a:cxnSpLocks/>
          </p:cNvCxnSpPr>
          <p:nvPr/>
        </p:nvCxnSpPr>
        <p:spPr>
          <a:xfrm flipH="1" flipV="1">
            <a:off x="2249488" y="1792939"/>
            <a:ext cx="298160" cy="274066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9DBD94E-4079-0ABC-525C-5F8521E679D7}"/>
                  </a:ext>
                </a:extLst>
              </p:cNvPr>
              <p:cNvSpPr txBox="1"/>
              <p:nvPr/>
            </p:nvSpPr>
            <p:spPr>
              <a:xfrm>
                <a:off x="1206489" y="1034158"/>
                <a:ext cx="955839" cy="76681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30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9DBD94E-4079-0ABC-525C-5F8521E679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6489" y="1034158"/>
                <a:ext cx="955839" cy="76681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7C7B8F8-DECB-556E-0FD2-433D788EE476}"/>
              </a:ext>
            </a:extLst>
          </p:cNvPr>
          <p:cNvCxnSpPr>
            <a:cxnSpLocks/>
          </p:cNvCxnSpPr>
          <p:nvPr/>
        </p:nvCxnSpPr>
        <p:spPr>
          <a:xfrm flipH="1" flipV="1">
            <a:off x="8822267" y="1825942"/>
            <a:ext cx="298160" cy="274066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348144C-BE74-7FC7-CFDC-03367A22A30D}"/>
                  </a:ext>
                </a:extLst>
              </p:cNvPr>
              <p:cNvSpPr txBox="1"/>
              <p:nvPr/>
            </p:nvSpPr>
            <p:spPr>
              <a:xfrm>
                <a:off x="2617959" y="4807532"/>
                <a:ext cx="890885" cy="10224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4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4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348144C-BE74-7FC7-CFDC-03367A22A3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7959" y="4807532"/>
                <a:ext cx="890885" cy="102245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640E920-7028-FD27-C2E4-73A45A9B5860}"/>
                  </a:ext>
                </a:extLst>
              </p:cNvPr>
              <p:cNvSpPr txBox="1"/>
              <p:nvPr/>
            </p:nvSpPr>
            <p:spPr>
              <a:xfrm>
                <a:off x="3377002" y="4807533"/>
                <a:ext cx="1274003" cy="10224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40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4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640E920-7028-FD27-C2E4-73A45A9B58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7002" y="4807533"/>
                <a:ext cx="1274003" cy="102245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603E5FC-CE90-94BD-C8BC-EF1C1AE2DC25}"/>
                  </a:ext>
                </a:extLst>
              </p:cNvPr>
              <p:cNvSpPr txBox="1"/>
              <p:nvPr/>
            </p:nvSpPr>
            <p:spPr>
              <a:xfrm>
                <a:off x="8329216" y="1420279"/>
                <a:ext cx="291747" cy="46166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603E5FC-CE90-94BD-C8BC-EF1C1AE2DC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9216" y="1420279"/>
                <a:ext cx="291747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70DEF0A-561A-3458-DE9D-BD59ADE31762}"/>
                  </a:ext>
                </a:extLst>
              </p:cNvPr>
              <p:cNvSpPr txBox="1"/>
              <p:nvPr/>
            </p:nvSpPr>
            <p:spPr>
              <a:xfrm>
                <a:off x="8150608" y="4976056"/>
                <a:ext cx="671659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4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4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4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70DEF0A-561A-3458-DE9D-BD59ADE31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0608" y="4976056"/>
                <a:ext cx="671659" cy="61555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37C25D6-C564-E8B7-FF96-E36F9025254A}"/>
                  </a:ext>
                </a:extLst>
              </p:cNvPr>
              <p:cNvSpPr txBox="1"/>
              <p:nvPr/>
            </p:nvSpPr>
            <p:spPr>
              <a:xfrm>
                <a:off x="9720074" y="4976055"/>
                <a:ext cx="38792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400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4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37C25D6-C564-E8B7-FF96-E36F902525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20074" y="4976055"/>
                <a:ext cx="387927" cy="615553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A4381A40-11A1-C140-CB30-2FEB607A8F9F}"/>
              </a:ext>
            </a:extLst>
          </p:cNvPr>
          <p:cNvSpPr txBox="1"/>
          <p:nvPr/>
        </p:nvSpPr>
        <p:spPr>
          <a:xfrm>
            <a:off x="1988475" y="4283797"/>
            <a:ext cx="3297391" cy="477054"/>
          </a:xfrm>
          <a:custGeom>
            <a:avLst/>
            <a:gdLst>
              <a:gd name="connsiteX0" fmla="*/ 0 w 3297391"/>
              <a:gd name="connsiteY0" fmla="*/ 0 h 477054"/>
              <a:gd name="connsiteX1" fmla="*/ 615513 w 3297391"/>
              <a:gd name="connsiteY1" fmla="*/ 0 h 477054"/>
              <a:gd name="connsiteX2" fmla="*/ 1231026 w 3297391"/>
              <a:gd name="connsiteY2" fmla="*/ 0 h 477054"/>
              <a:gd name="connsiteX3" fmla="*/ 1813565 w 3297391"/>
              <a:gd name="connsiteY3" fmla="*/ 0 h 477054"/>
              <a:gd name="connsiteX4" fmla="*/ 2363130 w 3297391"/>
              <a:gd name="connsiteY4" fmla="*/ 0 h 477054"/>
              <a:gd name="connsiteX5" fmla="*/ 3297391 w 3297391"/>
              <a:gd name="connsiteY5" fmla="*/ 0 h 477054"/>
              <a:gd name="connsiteX6" fmla="*/ 3297391 w 3297391"/>
              <a:gd name="connsiteY6" fmla="*/ 477054 h 477054"/>
              <a:gd name="connsiteX7" fmla="*/ 2747826 w 3297391"/>
              <a:gd name="connsiteY7" fmla="*/ 477054 h 477054"/>
              <a:gd name="connsiteX8" fmla="*/ 2231235 w 3297391"/>
              <a:gd name="connsiteY8" fmla="*/ 477054 h 477054"/>
              <a:gd name="connsiteX9" fmla="*/ 1681669 w 3297391"/>
              <a:gd name="connsiteY9" fmla="*/ 477054 h 477054"/>
              <a:gd name="connsiteX10" fmla="*/ 1198052 w 3297391"/>
              <a:gd name="connsiteY10" fmla="*/ 477054 h 477054"/>
              <a:gd name="connsiteX11" fmla="*/ 582539 w 3297391"/>
              <a:gd name="connsiteY11" fmla="*/ 477054 h 477054"/>
              <a:gd name="connsiteX12" fmla="*/ 0 w 3297391"/>
              <a:gd name="connsiteY12" fmla="*/ 477054 h 477054"/>
              <a:gd name="connsiteX13" fmla="*/ 0 w 3297391"/>
              <a:gd name="connsiteY13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297391" h="477054" extrusionOk="0">
                <a:moveTo>
                  <a:pt x="0" y="0"/>
                </a:moveTo>
                <a:cubicBezTo>
                  <a:pt x="252807" y="-14787"/>
                  <a:pt x="315071" y="66523"/>
                  <a:pt x="615513" y="0"/>
                </a:cubicBezTo>
                <a:cubicBezTo>
                  <a:pt x="915955" y="-66523"/>
                  <a:pt x="1063653" y="25070"/>
                  <a:pt x="1231026" y="0"/>
                </a:cubicBezTo>
                <a:cubicBezTo>
                  <a:pt x="1398399" y="-25070"/>
                  <a:pt x="1657024" y="22849"/>
                  <a:pt x="1813565" y="0"/>
                </a:cubicBezTo>
                <a:cubicBezTo>
                  <a:pt x="1970106" y="-22849"/>
                  <a:pt x="2120070" y="10737"/>
                  <a:pt x="2363130" y="0"/>
                </a:cubicBezTo>
                <a:cubicBezTo>
                  <a:pt x="2606190" y="-10737"/>
                  <a:pt x="2873503" y="86901"/>
                  <a:pt x="3297391" y="0"/>
                </a:cubicBezTo>
                <a:cubicBezTo>
                  <a:pt x="3308737" y="229460"/>
                  <a:pt x="3293445" y="250904"/>
                  <a:pt x="3297391" y="477054"/>
                </a:cubicBezTo>
                <a:cubicBezTo>
                  <a:pt x="3093995" y="500502"/>
                  <a:pt x="3002106" y="453554"/>
                  <a:pt x="2747826" y="477054"/>
                </a:cubicBezTo>
                <a:cubicBezTo>
                  <a:pt x="2493546" y="500554"/>
                  <a:pt x="2378826" y="440385"/>
                  <a:pt x="2231235" y="477054"/>
                </a:cubicBezTo>
                <a:cubicBezTo>
                  <a:pt x="2083644" y="513723"/>
                  <a:pt x="1854292" y="455499"/>
                  <a:pt x="1681669" y="477054"/>
                </a:cubicBezTo>
                <a:cubicBezTo>
                  <a:pt x="1509046" y="498609"/>
                  <a:pt x="1399600" y="459420"/>
                  <a:pt x="1198052" y="477054"/>
                </a:cubicBezTo>
                <a:cubicBezTo>
                  <a:pt x="996504" y="494688"/>
                  <a:pt x="856710" y="428999"/>
                  <a:pt x="582539" y="477054"/>
                </a:cubicBezTo>
                <a:cubicBezTo>
                  <a:pt x="308368" y="525109"/>
                  <a:pt x="186303" y="451830"/>
                  <a:pt x="0" y="477054"/>
                </a:cubicBezTo>
                <a:cubicBezTo>
                  <a:pt x="-24471" y="257107"/>
                  <a:pt x="18913" y="191507"/>
                  <a:pt x="0" y="0"/>
                </a:cubicBezTo>
                <a:close/>
              </a:path>
            </a:pathLst>
          </a:custGeom>
          <a:noFill/>
          <a:ln w="38100">
            <a:solidFill>
              <a:srgbClr val="0070C0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Eigenvector (direction)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2FD7D2E-611F-7E95-1AB2-6149D4B84A1F}"/>
              </a:ext>
            </a:extLst>
          </p:cNvPr>
          <p:cNvSpPr txBox="1"/>
          <p:nvPr/>
        </p:nvSpPr>
        <p:spPr>
          <a:xfrm>
            <a:off x="7441136" y="4283797"/>
            <a:ext cx="3544375" cy="477054"/>
          </a:xfrm>
          <a:custGeom>
            <a:avLst/>
            <a:gdLst>
              <a:gd name="connsiteX0" fmla="*/ 0 w 3544375"/>
              <a:gd name="connsiteY0" fmla="*/ 0 h 477054"/>
              <a:gd name="connsiteX1" fmla="*/ 661617 w 3544375"/>
              <a:gd name="connsiteY1" fmla="*/ 0 h 477054"/>
              <a:gd name="connsiteX2" fmla="*/ 1323233 w 3544375"/>
              <a:gd name="connsiteY2" fmla="*/ 0 h 477054"/>
              <a:gd name="connsiteX3" fmla="*/ 1949406 w 3544375"/>
              <a:gd name="connsiteY3" fmla="*/ 0 h 477054"/>
              <a:gd name="connsiteX4" fmla="*/ 2540135 w 3544375"/>
              <a:gd name="connsiteY4" fmla="*/ 0 h 477054"/>
              <a:gd name="connsiteX5" fmla="*/ 3544375 w 3544375"/>
              <a:gd name="connsiteY5" fmla="*/ 0 h 477054"/>
              <a:gd name="connsiteX6" fmla="*/ 3544375 w 3544375"/>
              <a:gd name="connsiteY6" fmla="*/ 477054 h 477054"/>
              <a:gd name="connsiteX7" fmla="*/ 2953646 w 3544375"/>
              <a:gd name="connsiteY7" fmla="*/ 477054 h 477054"/>
              <a:gd name="connsiteX8" fmla="*/ 2398360 w 3544375"/>
              <a:gd name="connsiteY8" fmla="*/ 477054 h 477054"/>
              <a:gd name="connsiteX9" fmla="*/ 1807631 w 3544375"/>
              <a:gd name="connsiteY9" fmla="*/ 477054 h 477054"/>
              <a:gd name="connsiteX10" fmla="*/ 1287790 w 3544375"/>
              <a:gd name="connsiteY10" fmla="*/ 477054 h 477054"/>
              <a:gd name="connsiteX11" fmla="*/ 626173 w 3544375"/>
              <a:gd name="connsiteY11" fmla="*/ 477054 h 477054"/>
              <a:gd name="connsiteX12" fmla="*/ 0 w 3544375"/>
              <a:gd name="connsiteY12" fmla="*/ 477054 h 477054"/>
              <a:gd name="connsiteX13" fmla="*/ 0 w 3544375"/>
              <a:gd name="connsiteY13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544375" h="477054" extrusionOk="0">
                <a:moveTo>
                  <a:pt x="0" y="0"/>
                </a:moveTo>
                <a:cubicBezTo>
                  <a:pt x="137430" y="-73226"/>
                  <a:pt x="489410" y="43"/>
                  <a:pt x="661617" y="0"/>
                </a:cubicBezTo>
                <a:cubicBezTo>
                  <a:pt x="833824" y="-43"/>
                  <a:pt x="1177522" y="52431"/>
                  <a:pt x="1323233" y="0"/>
                </a:cubicBezTo>
                <a:cubicBezTo>
                  <a:pt x="1468944" y="-52431"/>
                  <a:pt x="1712078" y="54033"/>
                  <a:pt x="1949406" y="0"/>
                </a:cubicBezTo>
                <a:cubicBezTo>
                  <a:pt x="2186734" y="-54033"/>
                  <a:pt x="2413822" y="60256"/>
                  <a:pt x="2540135" y="0"/>
                </a:cubicBezTo>
                <a:cubicBezTo>
                  <a:pt x="2666448" y="-60256"/>
                  <a:pt x="3049053" y="14746"/>
                  <a:pt x="3544375" y="0"/>
                </a:cubicBezTo>
                <a:cubicBezTo>
                  <a:pt x="3555721" y="229460"/>
                  <a:pt x="3540429" y="250904"/>
                  <a:pt x="3544375" y="477054"/>
                </a:cubicBezTo>
                <a:cubicBezTo>
                  <a:pt x="3371041" y="533817"/>
                  <a:pt x="3098123" y="432904"/>
                  <a:pt x="2953646" y="477054"/>
                </a:cubicBezTo>
                <a:cubicBezTo>
                  <a:pt x="2809169" y="521204"/>
                  <a:pt x="2556420" y="469337"/>
                  <a:pt x="2398360" y="477054"/>
                </a:cubicBezTo>
                <a:cubicBezTo>
                  <a:pt x="2240300" y="484771"/>
                  <a:pt x="1974614" y="467084"/>
                  <a:pt x="1807631" y="477054"/>
                </a:cubicBezTo>
                <a:cubicBezTo>
                  <a:pt x="1640648" y="487024"/>
                  <a:pt x="1521020" y="462417"/>
                  <a:pt x="1287790" y="477054"/>
                </a:cubicBezTo>
                <a:cubicBezTo>
                  <a:pt x="1054560" y="491691"/>
                  <a:pt x="767566" y="451702"/>
                  <a:pt x="626173" y="477054"/>
                </a:cubicBezTo>
                <a:cubicBezTo>
                  <a:pt x="484780" y="502406"/>
                  <a:pt x="172056" y="468105"/>
                  <a:pt x="0" y="477054"/>
                </a:cubicBezTo>
                <a:cubicBezTo>
                  <a:pt x="-24471" y="257107"/>
                  <a:pt x="18913" y="191507"/>
                  <a:pt x="0" y="0"/>
                </a:cubicBezTo>
                <a:close/>
              </a:path>
            </a:pathLst>
          </a:custGeom>
          <a:noFill/>
          <a:ln w="38100">
            <a:solidFill>
              <a:srgbClr val="0070C0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Eigenvalues (magnitude)</a:t>
            </a:r>
          </a:p>
        </p:txBody>
      </p:sp>
    </p:spTree>
    <p:extLst>
      <p:ext uri="{BB962C8B-B14F-4D97-AF65-F5344CB8AC3E}">
        <p14:creationId xmlns:p14="http://schemas.microsoft.com/office/powerpoint/2010/main" val="71168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3988401-C3C9-81D2-7017-633288A0B4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" name="Chart 23">
            <a:extLst>
              <a:ext uri="{FF2B5EF4-FFF2-40B4-BE49-F238E27FC236}">
                <a16:creationId xmlns:a16="http://schemas.microsoft.com/office/drawing/2014/main" id="{0F73D36B-172B-5A33-D38F-F9CFD3FDC96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76622919"/>
              </p:ext>
            </p:extLst>
          </p:nvPr>
        </p:nvGraphicFramePr>
        <p:xfrm>
          <a:off x="3078803" y="790750"/>
          <a:ext cx="6151227" cy="48133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" name="Oval 1">
            <a:extLst>
              <a:ext uri="{FF2B5EF4-FFF2-40B4-BE49-F238E27FC236}">
                <a16:creationId xmlns:a16="http://schemas.microsoft.com/office/drawing/2014/main" id="{B8C0B9C8-F257-4A6D-EDD3-11F31BD86AED}"/>
              </a:ext>
            </a:extLst>
          </p:cNvPr>
          <p:cNvSpPr/>
          <p:nvPr/>
        </p:nvSpPr>
        <p:spPr>
          <a:xfrm>
            <a:off x="5615093" y="2617545"/>
            <a:ext cx="1137920" cy="914400"/>
          </a:xfrm>
          <a:prstGeom prst="ellipse">
            <a:avLst/>
          </a:prstGeom>
          <a:solidFill>
            <a:srgbClr val="FFC000">
              <a:alpha val="50000"/>
            </a:srgbClr>
          </a:solidFill>
          <a:ln w="25400">
            <a:solidFill>
              <a:schemeClr val="tx1">
                <a:lumMod val="50000"/>
                <a:lumOff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1F2379D-FC46-8B00-03D9-1EA87F4D96F6}"/>
              </a:ext>
            </a:extLst>
          </p:cNvPr>
          <p:cNvCxnSpPr>
            <a:cxnSpLocks/>
          </p:cNvCxnSpPr>
          <p:nvPr/>
        </p:nvCxnSpPr>
        <p:spPr>
          <a:xfrm flipV="1">
            <a:off x="6188533" y="1720007"/>
            <a:ext cx="2346579" cy="1331192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0E5C7E6-924F-C1E2-4ED3-ADD4438298CC}"/>
              </a:ext>
            </a:extLst>
          </p:cNvPr>
          <p:cNvCxnSpPr>
            <a:cxnSpLocks/>
          </p:cNvCxnSpPr>
          <p:nvPr/>
        </p:nvCxnSpPr>
        <p:spPr>
          <a:xfrm flipH="1" flipV="1">
            <a:off x="5831840" y="2689013"/>
            <a:ext cx="279525" cy="362186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493062AB-C162-FFA6-2EF5-5805CC1807C8}"/>
                  </a:ext>
                </a:extLst>
              </p:cNvPr>
              <p:cNvSpPr txBox="1"/>
              <p:nvPr/>
            </p:nvSpPr>
            <p:spPr>
              <a:xfrm>
                <a:off x="9662558" y="2106317"/>
                <a:ext cx="890885" cy="10224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4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4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493062AB-C162-FFA6-2EF5-5805CC1807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2558" y="2106317"/>
                <a:ext cx="890885" cy="102245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439F084-4C78-7138-EDF7-2135614992B7}"/>
                  </a:ext>
                </a:extLst>
              </p:cNvPr>
              <p:cNvSpPr txBox="1"/>
              <p:nvPr/>
            </p:nvSpPr>
            <p:spPr>
              <a:xfrm>
                <a:off x="10553443" y="2106316"/>
                <a:ext cx="1274003" cy="10224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40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4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439F084-4C78-7138-EDF7-2135614992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53443" y="2106316"/>
                <a:ext cx="1274003" cy="102245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535FA23-2FDF-8236-A60B-4DECC4F596BD}"/>
                  </a:ext>
                </a:extLst>
              </p:cNvPr>
              <p:cNvSpPr txBox="1"/>
              <p:nvPr/>
            </p:nvSpPr>
            <p:spPr>
              <a:xfrm>
                <a:off x="9799263" y="4525057"/>
                <a:ext cx="671659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4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4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4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535FA23-2FDF-8236-A60B-4DECC4F596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9263" y="4525057"/>
                <a:ext cx="671659" cy="61555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6F303C30-AB4D-37B7-AD68-52B18C5F056C}"/>
                  </a:ext>
                </a:extLst>
              </p:cNvPr>
              <p:cNvSpPr txBox="1"/>
              <p:nvPr/>
            </p:nvSpPr>
            <p:spPr>
              <a:xfrm>
                <a:off x="11023573" y="4525056"/>
                <a:ext cx="38792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400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4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6F303C30-AB4D-37B7-AD68-52B18C5F0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3573" y="4525056"/>
                <a:ext cx="387927" cy="61555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TextBox 37">
            <a:extLst>
              <a:ext uri="{FF2B5EF4-FFF2-40B4-BE49-F238E27FC236}">
                <a16:creationId xmlns:a16="http://schemas.microsoft.com/office/drawing/2014/main" id="{6BA25F04-C582-83B7-57C9-47A9AF90EB9F}"/>
              </a:ext>
            </a:extLst>
          </p:cNvPr>
          <p:cNvSpPr txBox="1"/>
          <p:nvPr/>
        </p:nvSpPr>
        <p:spPr>
          <a:xfrm>
            <a:off x="9709914" y="1079349"/>
            <a:ext cx="1825291" cy="477054"/>
          </a:xfrm>
          <a:custGeom>
            <a:avLst/>
            <a:gdLst>
              <a:gd name="connsiteX0" fmla="*/ 0 w 1825291"/>
              <a:gd name="connsiteY0" fmla="*/ 0 h 477054"/>
              <a:gd name="connsiteX1" fmla="*/ 492829 w 1825291"/>
              <a:gd name="connsiteY1" fmla="*/ 0 h 477054"/>
              <a:gd name="connsiteX2" fmla="*/ 985657 w 1825291"/>
              <a:gd name="connsiteY2" fmla="*/ 0 h 477054"/>
              <a:gd name="connsiteX3" fmla="*/ 1825291 w 1825291"/>
              <a:gd name="connsiteY3" fmla="*/ 0 h 477054"/>
              <a:gd name="connsiteX4" fmla="*/ 1825291 w 1825291"/>
              <a:gd name="connsiteY4" fmla="*/ 477054 h 477054"/>
              <a:gd name="connsiteX5" fmla="*/ 1423727 w 1825291"/>
              <a:gd name="connsiteY5" fmla="*/ 477054 h 477054"/>
              <a:gd name="connsiteX6" fmla="*/ 1003910 w 1825291"/>
              <a:gd name="connsiteY6" fmla="*/ 477054 h 477054"/>
              <a:gd name="connsiteX7" fmla="*/ 511081 w 1825291"/>
              <a:gd name="connsiteY7" fmla="*/ 477054 h 477054"/>
              <a:gd name="connsiteX8" fmla="*/ 0 w 1825291"/>
              <a:gd name="connsiteY8" fmla="*/ 477054 h 477054"/>
              <a:gd name="connsiteX9" fmla="*/ 0 w 1825291"/>
              <a:gd name="connsiteY9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825291" h="477054" extrusionOk="0">
                <a:moveTo>
                  <a:pt x="0" y="0"/>
                </a:moveTo>
                <a:cubicBezTo>
                  <a:pt x="123808" y="-52086"/>
                  <a:pt x="369379" y="28087"/>
                  <a:pt x="492829" y="0"/>
                </a:cubicBezTo>
                <a:cubicBezTo>
                  <a:pt x="616279" y="-28087"/>
                  <a:pt x="886288" y="39793"/>
                  <a:pt x="985657" y="0"/>
                </a:cubicBezTo>
                <a:cubicBezTo>
                  <a:pt x="1085026" y="-39793"/>
                  <a:pt x="1647405" y="32463"/>
                  <a:pt x="1825291" y="0"/>
                </a:cubicBezTo>
                <a:cubicBezTo>
                  <a:pt x="1866473" y="178868"/>
                  <a:pt x="1811143" y="299925"/>
                  <a:pt x="1825291" y="477054"/>
                </a:cubicBezTo>
                <a:cubicBezTo>
                  <a:pt x="1659106" y="519860"/>
                  <a:pt x="1599653" y="433987"/>
                  <a:pt x="1423727" y="477054"/>
                </a:cubicBezTo>
                <a:cubicBezTo>
                  <a:pt x="1247801" y="520121"/>
                  <a:pt x="1116958" y="441061"/>
                  <a:pt x="1003910" y="477054"/>
                </a:cubicBezTo>
                <a:cubicBezTo>
                  <a:pt x="890862" y="513047"/>
                  <a:pt x="701093" y="452484"/>
                  <a:pt x="511081" y="477054"/>
                </a:cubicBezTo>
                <a:cubicBezTo>
                  <a:pt x="321069" y="501624"/>
                  <a:pt x="196734" y="438590"/>
                  <a:pt x="0" y="477054"/>
                </a:cubicBezTo>
                <a:cubicBezTo>
                  <a:pt x="-16679" y="239701"/>
                  <a:pt x="49424" y="131240"/>
                  <a:pt x="0" y="0"/>
                </a:cubicBezTo>
                <a:close/>
              </a:path>
            </a:pathLst>
          </a:custGeom>
          <a:noFill/>
          <a:ln w="38100">
            <a:solidFill>
              <a:srgbClr val="0070C0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Eigenvector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76F1010-0D84-3492-0819-A9E9C9A3BEA8}"/>
              </a:ext>
            </a:extLst>
          </p:cNvPr>
          <p:cNvSpPr txBox="1"/>
          <p:nvPr/>
        </p:nvSpPr>
        <p:spPr>
          <a:xfrm>
            <a:off x="9709914" y="3498090"/>
            <a:ext cx="1899579" cy="477054"/>
          </a:xfrm>
          <a:custGeom>
            <a:avLst/>
            <a:gdLst>
              <a:gd name="connsiteX0" fmla="*/ 0 w 1899579"/>
              <a:gd name="connsiteY0" fmla="*/ 0 h 477054"/>
              <a:gd name="connsiteX1" fmla="*/ 512886 w 1899579"/>
              <a:gd name="connsiteY1" fmla="*/ 0 h 477054"/>
              <a:gd name="connsiteX2" fmla="*/ 1025773 w 1899579"/>
              <a:gd name="connsiteY2" fmla="*/ 0 h 477054"/>
              <a:gd name="connsiteX3" fmla="*/ 1899579 w 1899579"/>
              <a:gd name="connsiteY3" fmla="*/ 0 h 477054"/>
              <a:gd name="connsiteX4" fmla="*/ 1899579 w 1899579"/>
              <a:gd name="connsiteY4" fmla="*/ 477054 h 477054"/>
              <a:gd name="connsiteX5" fmla="*/ 1481672 w 1899579"/>
              <a:gd name="connsiteY5" fmla="*/ 477054 h 477054"/>
              <a:gd name="connsiteX6" fmla="*/ 1044768 w 1899579"/>
              <a:gd name="connsiteY6" fmla="*/ 477054 h 477054"/>
              <a:gd name="connsiteX7" fmla="*/ 531882 w 1899579"/>
              <a:gd name="connsiteY7" fmla="*/ 477054 h 477054"/>
              <a:gd name="connsiteX8" fmla="*/ 0 w 1899579"/>
              <a:gd name="connsiteY8" fmla="*/ 477054 h 477054"/>
              <a:gd name="connsiteX9" fmla="*/ 0 w 1899579"/>
              <a:gd name="connsiteY9" fmla="*/ 0 h 477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899579" h="477054" extrusionOk="0">
                <a:moveTo>
                  <a:pt x="0" y="0"/>
                </a:moveTo>
                <a:cubicBezTo>
                  <a:pt x="126173" y="-57267"/>
                  <a:pt x="342598" y="915"/>
                  <a:pt x="512886" y="0"/>
                </a:cubicBezTo>
                <a:cubicBezTo>
                  <a:pt x="683174" y="-915"/>
                  <a:pt x="901775" y="33149"/>
                  <a:pt x="1025773" y="0"/>
                </a:cubicBezTo>
                <a:cubicBezTo>
                  <a:pt x="1149771" y="-33149"/>
                  <a:pt x="1692957" y="65561"/>
                  <a:pt x="1899579" y="0"/>
                </a:cubicBezTo>
                <a:cubicBezTo>
                  <a:pt x="1940761" y="178868"/>
                  <a:pt x="1885431" y="299925"/>
                  <a:pt x="1899579" y="477054"/>
                </a:cubicBezTo>
                <a:cubicBezTo>
                  <a:pt x="1727547" y="506371"/>
                  <a:pt x="1684882" y="447421"/>
                  <a:pt x="1481672" y="477054"/>
                </a:cubicBezTo>
                <a:cubicBezTo>
                  <a:pt x="1278462" y="506687"/>
                  <a:pt x="1229724" y="438886"/>
                  <a:pt x="1044768" y="477054"/>
                </a:cubicBezTo>
                <a:cubicBezTo>
                  <a:pt x="859812" y="515222"/>
                  <a:pt x="729771" y="454593"/>
                  <a:pt x="531882" y="477054"/>
                </a:cubicBezTo>
                <a:cubicBezTo>
                  <a:pt x="333993" y="499515"/>
                  <a:pt x="168015" y="424062"/>
                  <a:pt x="0" y="477054"/>
                </a:cubicBezTo>
                <a:cubicBezTo>
                  <a:pt x="-16679" y="239701"/>
                  <a:pt x="49424" y="131240"/>
                  <a:pt x="0" y="0"/>
                </a:cubicBezTo>
                <a:close/>
              </a:path>
            </a:pathLst>
          </a:custGeom>
          <a:noFill/>
          <a:ln w="38100">
            <a:solidFill>
              <a:srgbClr val="0070C0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Eigenvalues</a:t>
            </a:r>
          </a:p>
        </p:txBody>
      </p:sp>
    </p:spTree>
    <p:extLst>
      <p:ext uri="{BB962C8B-B14F-4D97-AF65-F5344CB8AC3E}">
        <p14:creationId xmlns:p14="http://schemas.microsoft.com/office/powerpoint/2010/main" val="912802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B841ADA-4444-6B31-84DB-E8E7E9893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" name="Chart 23">
            <a:extLst>
              <a:ext uri="{FF2B5EF4-FFF2-40B4-BE49-F238E27FC236}">
                <a16:creationId xmlns:a16="http://schemas.microsoft.com/office/drawing/2014/main" id="{8ED9D1D4-0636-9CE2-5D3D-A1B19265DC0C}"/>
              </a:ext>
            </a:extLst>
          </p:cNvPr>
          <p:cNvGraphicFramePr/>
          <p:nvPr/>
        </p:nvGraphicFramePr>
        <p:xfrm>
          <a:off x="3078803" y="790750"/>
          <a:ext cx="6151227" cy="48133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1E91F00-33C8-986F-25C9-C33B6B915B17}"/>
              </a:ext>
            </a:extLst>
          </p:cNvPr>
          <p:cNvCxnSpPr>
            <a:cxnSpLocks/>
            <a:endCxn id="28" idx="6"/>
          </p:cNvCxnSpPr>
          <p:nvPr/>
        </p:nvCxnSpPr>
        <p:spPr>
          <a:xfrm flipV="1">
            <a:off x="6188533" y="1720007"/>
            <a:ext cx="2346579" cy="1331192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56D26F1-08CF-082F-BE3A-EFD78D8F5649}"/>
              </a:ext>
            </a:extLst>
          </p:cNvPr>
          <p:cNvCxnSpPr>
            <a:cxnSpLocks/>
          </p:cNvCxnSpPr>
          <p:nvPr/>
        </p:nvCxnSpPr>
        <p:spPr>
          <a:xfrm flipH="1" flipV="1">
            <a:off x="5831840" y="2689013"/>
            <a:ext cx="279525" cy="362186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9B4D138-B70E-EB13-453D-8571AC48784F}"/>
                  </a:ext>
                </a:extLst>
              </p:cNvPr>
              <p:cNvSpPr txBox="1"/>
              <p:nvPr/>
            </p:nvSpPr>
            <p:spPr>
              <a:xfrm>
                <a:off x="9662558" y="2106317"/>
                <a:ext cx="890885" cy="10224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4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4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9B4D138-B70E-EB13-453D-8571AC4878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2558" y="2106317"/>
                <a:ext cx="890885" cy="102245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3E5D008-AE7E-F4D8-4C5A-B344BC1D0031}"/>
                  </a:ext>
                </a:extLst>
              </p:cNvPr>
              <p:cNvSpPr txBox="1"/>
              <p:nvPr/>
            </p:nvSpPr>
            <p:spPr>
              <a:xfrm>
                <a:off x="10553443" y="2106316"/>
                <a:ext cx="1274003" cy="10224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40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4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3E5D008-AE7E-F4D8-4C5A-B344BC1D00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53443" y="2106316"/>
                <a:ext cx="1274003" cy="102245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7203BCB-F24E-464D-67B1-64A0BD7EF918}"/>
                  </a:ext>
                </a:extLst>
              </p:cNvPr>
              <p:cNvSpPr txBox="1"/>
              <p:nvPr/>
            </p:nvSpPr>
            <p:spPr>
              <a:xfrm>
                <a:off x="9799263" y="4525057"/>
                <a:ext cx="671659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4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4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4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7203BCB-F24E-464D-67B1-64A0BD7EF9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9263" y="4525057"/>
                <a:ext cx="671659" cy="61555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0E42D23-9B0E-AFF9-CEFA-4628E2F1584A}"/>
                  </a:ext>
                </a:extLst>
              </p:cNvPr>
              <p:cNvSpPr txBox="1"/>
              <p:nvPr/>
            </p:nvSpPr>
            <p:spPr>
              <a:xfrm>
                <a:off x="11023573" y="4525056"/>
                <a:ext cx="38792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400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4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0E42D23-9B0E-AFF9-CEFA-4628E2F15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3573" y="4525056"/>
                <a:ext cx="387927" cy="61555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01211E47-2E2F-8635-2DC3-422BEDC4736E}"/>
              </a:ext>
            </a:extLst>
          </p:cNvPr>
          <p:cNvSpPr txBox="1"/>
          <p:nvPr/>
        </p:nvSpPr>
        <p:spPr>
          <a:xfrm>
            <a:off x="9709914" y="1079349"/>
            <a:ext cx="1825291" cy="861774"/>
          </a:xfrm>
          <a:custGeom>
            <a:avLst/>
            <a:gdLst>
              <a:gd name="connsiteX0" fmla="*/ 0 w 1825291"/>
              <a:gd name="connsiteY0" fmla="*/ 0 h 861774"/>
              <a:gd name="connsiteX1" fmla="*/ 492829 w 1825291"/>
              <a:gd name="connsiteY1" fmla="*/ 0 h 861774"/>
              <a:gd name="connsiteX2" fmla="*/ 985657 w 1825291"/>
              <a:gd name="connsiteY2" fmla="*/ 0 h 861774"/>
              <a:gd name="connsiteX3" fmla="*/ 1825291 w 1825291"/>
              <a:gd name="connsiteY3" fmla="*/ 0 h 861774"/>
              <a:gd name="connsiteX4" fmla="*/ 1825291 w 1825291"/>
              <a:gd name="connsiteY4" fmla="*/ 430887 h 861774"/>
              <a:gd name="connsiteX5" fmla="*/ 1825291 w 1825291"/>
              <a:gd name="connsiteY5" fmla="*/ 861774 h 861774"/>
              <a:gd name="connsiteX6" fmla="*/ 1423727 w 1825291"/>
              <a:gd name="connsiteY6" fmla="*/ 861774 h 861774"/>
              <a:gd name="connsiteX7" fmla="*/ 930898 w 1825291"/>
              <a:gd name="connsiteY7" fmla="*/ 861774 h 861774"/>
              <a:gd name="connsiteX8" fmla="*/ 492829 w 1825291"/>
              <a:gd name="connsiteY8" fmla="*/ 861774 h 861774"/>
              <a:gd name="connsiteX9" fmla="*/ 0 w 1825291"/>
              <a:gd name="connsiteY9" fmla="*/ 861774 h 861774"/>
              <a:gd name="connsiteX10" fmla="*/ 0 w 1825291"/>
              <a:gd name="connsiteY10" fmla="*/ 448122 h 861774"/>
              <a:gd name="connsiteX11" fmla="*/ 0 w 1825291"/>
              <a:gd name="connsiteY11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25291" h="861774" extrusionOk="0">
                <a:moveTo>
                  <a:pt x="0" y="0"/>
                </a:moveTo>
                <a:cubicBezTo>
                  <a:pt x="123808" y="-52086"/>
                  <a:pt x="369379" y="28087"/>
                  <a:pt x="492829" y="0"/>
                </a:cubicBezTo>
                <a:cubicBezTo>
                  <a:pt x="616279" y="-28087"/>
                  <a:pt x="886288" y="39793"/>
                  <a:pt x="985657" y="0"/>
                </a:cubicBezTo>
                <a:cubicBezTo>
                  <a:pt x="1085026" y="-39793"/>
                  <a:pt x="1647405" y="32463"/>
                  <a:pt x="1825291" y="0"/>
                </a:cubicBezTo>
                <a:cubicBezTo>
                  <a:pt x="1841912" y="203299"/>
                  <a:pt x="1809353" y="268535"/>
                  <a:pt x="1825291" y="430887"/>
                </a:cubicBezTo>
                <a:cubicBezTo>
                  <a:pt x="1841229" y="593239"/>
                  <a:pt x="1803946" y="713953"/>
                  <a:pt x="1825291" y="861774"/>
                </a:cubicBezTo>
                <a:cubicBezTo>
                  <a:pt x="1646867" y="897257"/>
                  <a:pt x="1615856" y="836332"/>
                  <a:pt x="1423727" y="861774"/>
                </a:cubicBezTo>
                <a:cubicBezTo>
                  <a:pt x="1231598" y="887216"/>
                  <a:pt x="1120910" y="837204"/>
                  <a:pt x="930898" y="861774"/>
                </a:cubicBezTo>
                <a:cubicBezTo>
                  <a:pt x="740886" y="886344"/>
                  <a:pt x="631598" y="832032"/>
                  <a:pt x="492829" y="861774"/>
                </a:cubicBezTo>
                <a:cubicBezTo>
                  <a:pt x="354060" y="891516"/>
                  <a:pt x="215849" y="806865"/>
                  <a:pt x="0" y="861774"/>
                </a:cubicBezTo>
                <a:cubicBezTo>
                  <a:pt x="-27729" y="775725"/>
                  <a:pt x="45607" y="575583"/>
                  <a:pt x="0" y="448122"/>
                </a:cubicBezTo>
                <a:cubicBezTo>
                  <a:pt x="-45607" y="320661"/>
                  <a:pt x="37262" y="174260"/>
                  <a:pt x="0" y="0"/>
                </a:cubicBezTo>
                <a:close/>
              </a:path>
            </a:pathLst>
          </a:custGeom>
          <a:noFill/>
          <a:ln w="38100">
            <a:solidFill>
              <a:srgbClr val="0070C0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Eigenvector</a:t>
            </a:r>
          </a:p>
          <a:p>
            <a:r>
              <a:rPr lang="en-PH" sz="2500" dirty="0"/>
              <a:t>(direction)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9C417DC-6F6E-5379-B773-69C50BDFB090}"/>
              </a:ext>
            </a:extLst>
          </p:cNvPr>
          <p:cNvSpPr txBox="1"/>
          <p:nvPr/>
        </p:nvSpPr>
        <p:spPr>
          <a:xfrm>
            <a:off x="9709914" y="3498090"/>
            <a:ext cx="1899579" cy="861774"/>
          </a:xfrm>
          <a:custGeom>
            <a:avLst/>
            <a:gdLst>
              <a:gd name="connsiteX0" fmla="*/ 0 w 1899579"/>
              <a:gd name="connsiteY0" fmla="*/ 0 h 861774"/>
              <a:gd name="connsiteX1" fmla="*/ 512886 w 1899579"/>
              <a:gd name="connsiteY1" fmla="*/ 0 h 861774"/>
              <a:gd name="connsiteX2" fmla="*/ 1025773 w 1899579"/>
              <a:gd name="connsiteY2" fmla="*/ 0 h 861774"/>
              <a:gd name="connsiteX3" fmla="*/ 1899579 w 1899579"/>
              <a:gd name="connsiteY3" fmla="*/ 0 h 861774"/>
              <a:gd name="connsiteX4" fmla="*/ 1899579 w 1899579"/>
              <a:gd name="connsiteY4" fmla="*/ 430887 h 861774"/>
              <a:gd name="connsiteX5" fmla="*/ 1899579 w 1899579"/>
              <a:gd name="connsiteY5" fmla="*/ 861774 h 861774"/>
              <a:gd name="connsiteX6" fmla="*/ 1481672 w 1899579"/>
              <a:gd name="connsiteY6" fmla="*/ 861774 h 861774"/>
              <a:gd name="connsiteX7" fmla="*/ 968785 w 1899579"/>
              <a:gd name="connsiteY7" fmla="*/ 861774 h 861774"/>
              <a:gd name="connsiteX8" fmla="*/ 512886 w 1899579"/>
              <a:gd name="connsiteY8" fmla="*/ 861774 h 861774"/>
              <a:gd name="connsiteX9" fmla="*/ 0 w 1899579"/>
              <a:gd name="connsiteY9" fmla="*/ 861774 h 861774"/>
              <a:gd name="connsiteX10" fmla="*/ 0 w 1899579"/>
              <a:gd name="connsiteY10" fmla="*/ 448122 h 861774"/>
              <a:gd name="connsiteX11" fmla="*/ 0 w 1899579"/>
              <a:gd name="connsiteY11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99579" h="861774" extrusionOk="0">
                <a:moveTo>
                  <a:pt x="0" y="0"/>
                </a:moveTo>
                <a:cubicBezTo>
                  <a:pt x="126173" y="-57267"/>
                  <a:pt x="342598" y="915"/>
                  <a:pt x="512886" y="0"/>
                </a:cubicBezTo>
                <a:cubicBezTo>
                  <a:pt x="683174" y="-915"/>
                  <a:pt x="901775" y="33149"/>
                  <a:pt x="1025773" y="0"/>
                </a:cubicBezTo>
                <a:cubicBezTo>
                  <a:pt x="1149771" y="-33149"/>
                  <a:pt x="1692957" y="65561"/>
                  <a:pt x="1899579" y="0"/>
                </a:cubicBezTo>
                <a:cubicBezTo>
                  <a:pt x="1916200" y="203299"/>
                  <a:pt x="1883641" y="268535"/>
                  <a:pt x="1899579" y="430887"/>
                </a:cubicBezTo>
                <a:cubicBezTo>
                  <a:pt x="1915517" y="593239"/>
                  <a:pt x="1878234" y="713953"/>
                  <a:pt x="1899579" y="861774"/>
                </a:cubicBezTo>
                <a:cubicBezTo>
                  <a:pt x="1727704" y="885877"/>
                  <a:pt x="1601433" y="841209"/>
                  <a:pt x="1481672" y="861774"/>
                </a:cubicBezTo>
                <a:cubicBezTo>
                  <a:pt x="1361911" y="882339"/>
                  <a:pt x="1170006" y="847266"/>
                  <a:pt x="968785" y="861774"/>
                </a:cubicBezTo>
                <a:cubicBezTo>
                  <a:pt x="767564" y="876282"/>
                  <a:pt x="625671" y="836148"/>
                  <a:pt x="512886" y="861774"/>
                </a:cubicBezTo>
                <a:cubicBezTo>
                  <a:pt x="400101" y="887400"/>
                  <a:pt x="194207" y="804808"/>
                  <a:pt x="0" y="861774"/>
                </a:cubicBezTo>
                <a:cubicBezTo>
                  <a:pt x="-27729" y="775725"/>
                  <a:pt x="45607" y="575583"/>
                  <a:pt x="0" y="448122"/>
                </a:cubicBezTo>
                <a:cubicBezTo>
                  <a:pt x="-45607" y="320661"/>
                  <a:pt x="37262" y="174260"/>
                  <a:pt x="0" y="0"/>
                </a:cubicBezTo>
                <a:close/>
              </a:path>
            </a:pathLst>
          </a:custGeom>
          <a:noFill/>
          <a:ln w="38100">
            <a:solidFill>
              <a:srgbClr val="0070C0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Eigenvalues(magnitude)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FA5F84BF-DEA4-D78A-8EBB-02215C925C5C}"/>
              </a:ext>
            </a:extLst>
          </p:cNvPr>
          <p:cNvSpPr/>
          <p:nvPr/>
        </p:nvSpPr>
        <p:spPr>
          <a:xfrm rot="19818571">
            <a:off x="3458642" y="2580100"/>
            <a:ext cx="5433117" cy="970916"/>
          </a:xfrm>
          <a:prstGeom prst="ellipse">
            <a:avLst/>
          </a:prstGeom>
          <a:solidFill>
            <a:srgbClr val="FFC000">
              <a:alpha val="50000"/>
            </a:srgbClr>
          </a:solidFill>
          <a:ln w="25400">
            <a:solidFill>
              <a:schemeClr val="tx1">
                <a:lumMod val="50000"/>
                <a:lumOff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828949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3929B9-136E-C39E-5B57-BA2FAADE8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E15D4AC-A51D-21AC-C1C7-1ED2C67EE479}"/>
                  </a:ext>
                </a:extLst>
              </p:cNvPr>
              <p:cNvSpPr txBox="1"/>
              <p:nvPr/>
            </p:nvSpPr>
            <p:spPr>
              <a:xfrm>
                <a:off x="4011990" y="1699041"/>
                <a:ext cx="4168020" cy="1231106"/>
              </a:xfrm>
              <a:prstGeom prst="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8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8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8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l-GR" sz="8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PH" sz="8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80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E15D4AC-A51D-21AC-C1C7-1ED2C67EE4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1990" y="1699041"/>
                <a:ext cx="4168020" cy="123110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0D53BEA-CE6C-04B3-4B75-274C7AB03B95}"/>
                  </a:ext>
                </a:extLst>
              </p:cNvPr>
              <p:cNvSpPr txBox="1"/>
              <p:nvPr/>
            </p:nvSpPr>
            <p:spPr>
              <a:xfrm>
                <a:off x="1628556" y="3429000"/>
                <a:ext cx="9184756" cy="3139321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GB" sz="5000" b="0" dirty="0">
                    <a:solidFill>
                      <a:schemeClr val="bg1"/>
                    </a:solidFill>
                    <a:latin typeface="Cambria Math" panose="02040503050406030204" pitchFamily="18" charset="0"/>
                  </a:rPr>
                  <a:t>Where:</a:t>
                </a:r>
              </a:p>
              <a:p>
                <a14:m>
                  <m:oMath xmlns:m="http://schemas.openxmlformats.org/officeDocument/2006/math">
                    <m:r>
                      <a:rPr lang="en-GB" sz="5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GB" sz="5000" b="0" dirty="0">
                    <a:solidFill>
                      <a:schemeClr val="bg1"/>
                    </a:solidFill>
                  </a:rPr>
                  <a:t> is a covariance matrix</a:t>
                </a:r>
              </a:p>
              <a:p>
                <a14:m>
                  <m:oMath xmlns:m="http://schemas.openxmlformats.org/officeDocument/2006/math">
                    <m:r>
                      <a:rPr lang="en-GB" sz="5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𝒗</m:t>
                    </m:r>
                  </m:oMath>
                </a14:m>
                <a:r>
                  <a:rPr lang="en-GB" sz="5000" b="0" dirty="0">
                    <a:solidFill>
                      <a:schemeClr val="bg1"/>
                    </a:solidFill>
                  </a:rPr>
                  <a:t> is the eigenvector</a:t>
                </a:r>
              </a:p>
              <a:p>
                <a14:m>
                  <m:oMath xmlns:m="http://schemas.openxmlformats.org/officeDocument/2006/math">
                    <m:r>
                      <a:rPr lang="el-GR" sz="54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GB" sz="5000" b="0" dirty="0">
                    <a:solidFill>
                      <a:schemeClr val="bg1"/>
                    </a:solidFill>
                  </a:rPr>
                  <a:t> is the eigenvalue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0D53BEA-CE6C-04B3-4B75-274C7AB03B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8556" y="3429000"/>
                <a:ext cx="9184756" cy="3139321"/>
              </a:xfrm>
              <a:prstGeom prst="rect">
                <a:avLst/>
              </a:prstGeom>
              <a:blipFill>
                <a:blip r:embed="rId3"/>
                <a:stretch>
                  <a:fillRect l="-4180" t="-6226" b="-10895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964068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1113D4-AF26-719E-4EA3-0D0F3AFA6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20F2249-A026-3B1A-68F1-15311975A413}"/>
                  </a:ext>
                </a:extLst>
              </p:cNvPr>
              <p:cNvSpPr txBox="1"/>
              <p:nvPr/>
            </p:nvSpPr>
            <p:spPr>
              <a:xfrm>
                <a:off x="4645333" y="913751"/>
                <a:ext cx="2672431" cy="769441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5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l-GR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PH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20F2249-A026-3B1A-68F1-15311975A4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5333" y="913751"/>
                <a:ext cx="2672431" cy="76944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7A32F6F-FFF1-BAD5-B5E3-54C35431805B}"/>
                  </a:ext>
                </a:extLst>
              </p:cNvPr>
              <p:cNvSpPr txBox="1"/>
              <p:nvPr/>
            </p:nvSpPr>
            <p:spPr>
              <a:xfrm>
                <a:off x="4299197" y="1957471"/>
                <a:ext cx="3593605" cy="769441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5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l-GR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PH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7A32F6F-FFF1-BAD5-B5E3-54C3543180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9197" y="1957471"/>
                <a:ext cx="3593605" cy="76944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A9A0A97-0CAD-FA18-7B54-347B995974F4}"/>
                  </a:ext>
                </a:extLst>
              </p:cNvPr>
              <p:cNvSpPr txBox="1"/>
              <p:nvPr/>
            </p:nvSpPr>
            <p:spPr>
              <a:xfrm>
                <a:off x="4182791" y="4030523"/>
                <a:ext cx="3826414" cy="769441"/>
              </a:xfrm>
              <a:prstGeom prst="rect">
                <a:avLst/>
              </a:prstGeom>
              <a:noFill/>
              <a:ln w="38100">
                <a:solidFill>
                  <a:srgbClr val="0070C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PH" sz="5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l-GR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PH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PH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A9A0A97-0CAD-FA18-7B54-347B995974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2791" y="4030523"/>
                <a:ext cx="3826414" cy="76944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0070C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D89660-4885-2284-1779-341DD7408F52}"/>
                  </a:ext>
                </a:extLst>
              </p:cNvPr>
              <p:cNvSpPr txBox="1"/>
              <p:nvPr/>
            </p:nvSpPr>
            <p:spPr>
              <a:xfrm>
                <a:off x="4237825" y="3008811"/>
                <a:ext cx="3716347" cy="769441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5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l-GR" sz="5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D89660-4885-2284-1779-341DD7408F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7825" y="3008811"/>
                <a:ext cx="3716347" cy="76944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B570B47-10C0-D5FC-CE39-D5B04623939A}"/>
                  </a:ext>
                </a:extLst>
              </p:cNvPr>
              <p:cNvSpPr txBox="1"/>
              <p:nvPr/>
            </p:nvSpPr>
            <p:spPr>
              <a:xfrm>
                <a:off x="3820124" y="5081863"/>
                <a:ext cx="4551748" cy="769441"/>
              </a:xfrm>
              <a:prstGeom prst="rect">
                <a:avLst/>
              </a:prstGeom>
              <a:noFill/>
              <a:ln w="38100">
                <a:solidFill>
                  <a:srgbClr val="7030A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𝑑𝑒𝑡</m:t>
                      </m:r>
                      <m:d>
                        <m:dPr>
                          <m:ctrlP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5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l-GR" sz="5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B570B47-10C0-D5FC-CE39-D5B0462393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0124" y="5081863"/>
                <a:ext cx="4551748" cy="76944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rgbClr val="7030A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Graphic 7" descr="Badge 1 with solid fill">
            <a:extLst>
              <a:ext uri="{FF2B5EF4-FFF2-40B4-BE49-F238E27FC236}">
                <a16:creationId xmlns:a16="http://schemas.microsoft.com/office/drawing/2014/main" id="{7EE015F2-B549-78F5-8E2E-6C6B5506BE5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704939" y="4201980"/>
            <a:ext cx="446277" cy="446277"/>
          </a:xfrm>
          <a:prstGeom prst="rect">
            <a:avLst/>
          </a:prstGeom>
        </p:spPr>
      </p:pic>
      <p:pic>
        <p:nvPicPr>
          <p:cNvPr id="9" name="Graphic 8" descr="Badge with solid fill">
            <a:extLst>
              <a:ext uri="{FF2B5EF4-FFF2-40B4-BE49-F238E27FC236}">
                <a16:creationId xmlns:a16="http://schemas.microsoft.com/office/drawing/2014/main" id="{D97B720F-7FFD-B8C2-870E-C2C212A72FE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704939" y="5243444"/>
            <a:ext cx="446277" cy="446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29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DE767A-92CC-99E3-C0EC-61F799741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D3787A0-835B-382A-21F9-A8CC52FA425A}"/>
                  </a:ext>
                </a:extLst>
              </p:cNvPr>
              <p:cNvSpPr txBox="1"/>
              <p:nvPr/>
            </p:nvSpPr>
            <p:spPr>
              <a:xfrm>
                <a:off x="535171" y="1709445"/>
                <a:ext cx="3410727" cy="675313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l-GR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l-GR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D3787A0-835B-382A-21F9-A8CC52FA42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171" y="1709445"/>
                <a:ext cx="3410727" cy="6753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64A5108-4F58-D924-BE73-86D62BC105DA}"/>
                  </a:ext>
                </a:extLst>
              </p:cNvPr>
              <p:cNvSpPr txBox="1"/>
              <p:nvPr/>
            </p:nvSpPr>
            <p:spPr>
              <a:xfrm>
                <a:off x="570809" y="2720126"/>
                <a:ext cx="2678183" cy="675313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6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6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en-PH" sz="26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l-GR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e>
                                <m:r>
                                  <a:rPr lang="en-PH" sz="26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6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600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l-GR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64A5108-4F58-D924-BE73-86D62BC105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809" y="2720126"/>
                <a:ext cx="2678183" cy="6753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1C23F34-0EB0-F77E-8C8A-F90B7CED12C7}"/>
                  </a:ext>
                </a:extLst>
              </p:cNvPr>
              <p:cNvSpPr txBox="1"/>
              <p:nvPr/>
            </p:nvSpPr>
            <p:spPr>
              <a:xfrm>
                <a:off x="535170" y="3821331"/>
                <a:ext cx="3957675" cy="40011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9−</m:t>
                          </m:r>
                          <m:r>
                            <a:rPr lang="el-GR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n-PH" sz="2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600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3−</m:t>
                          </m:r>
                          <m:r>
                            <a:rPr lang="el-GR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n-PH" sz="2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−16=0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1C23F34-0EB0-F77E-8C8A-F90B7CED12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170" y="3821331"/>
                <a:ext cx="3957675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73ED6F8-E0AE-5983-C3DF-8047C4946AF8}"/>
                  </a:ext>
                </a:extLst>
              </p:cNvPr>
              <p:cNvSpPr txBox="1"/>
              <p:nvPr/>
            </p:nvSpPr>
            <p:spPr>
              <a:xfrm>
                <a:off x="535170" y="4556809"/>
                <a:ext cx="4193048" cy="40011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27−9</m:t>
                      </m:r>
                      <m:r>
                        <a:rPr lang="el-GR" sz="26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−3</m:t>
                      </m:r>
                      <m:r>
                        <a:rPr lang="el-GR" sz="26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GB" sz="2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l-GR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−16=0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73ED6F8-E0AE-5983-C3DF-8047C4946A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170" y="4556809"/>
                <a:ext cx="4193048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A691762-AB77-5717-84FF-9F07648471CA}"/>
                  </a:ext>
                </a:extLst>
              </p:cNvPr>
              <p:cNvSpPr txBox="1"/>
              <p:nvPr/>
            </p:nvSpPr>
            <p:spPr>
              <a:xfrm>
                <a:off x="535170" y="5292287"/>
                <a:ext cx="2749462" cy="40011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l-GR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12</m:t>
                      </m:r>
                      <m:r>
                        <a:rPr lang="el-GR" sz="26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GB" sz="2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11</m:t>
                      </m:r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A691762-AB77-5717-84FF-9F07648471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170" y="5292287"/>
                <a:ext cx="2749462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A810DD8-CEFB-6332-E59E-B3DE5F7EB6C0}"/>
                  </a:ext>
                </a:extLst>
              </p:cNvPr>
              <p:cNvSpPr txBox="1"/>
              <p:nvPr/>
            </p:nvSpPr>
            <p:spPr>
              <a:xfrm>
                <a:off x="535170" y="5943316"/>
                <a:ext cx="2894675" cy="40011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l-GR" sz="26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−11)</m:t>
                      </m:r>
                      <m:r>
                        <a:rPr lang="en-GB" sz="2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l-GR" sz="26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GB" sz="26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</m:t>
                      </m:r>
                      <m:r>
                        <a:rPr lang="en-GB" sz="26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A810DD8-CEFB-6332-E59E-B3DE5F7EB6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170" y="5943316"/>
                <a:ext cx="2894675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07A1B7E-C80B-F2B6-B1E9-63B71A4071EC}"/>
                  </a:ext>
                </a:extLst>
              </p:cNvPr>
              <p:cNvSpPr txBox="1"/>
              <p:nvPr/>
            </p:nvSpPr>
            <p:spPr>
              <a:xfrm>
                <a:off x="8215615" y="4632685"/>
                <a:ext cx="2384649" cy="769441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50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50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50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GB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=11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07A1B7E-C80B-F2B6-B1E9-63B71A4071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5615" y="4632685"/>
                <a:ext cx="2384649" cy="76944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683FE4C-7352-C1A6-C220-34641B9FF01B}"/>
                  </a:ext>
                </a:extLst>
              </p:cNvPr>
              <p:cNvSpPr txBox="1"/>
              <p:nvPr/>
            </p:nvSpPr>
            <p:spPr>
              <a:xfrm>
                <a:off x="8215616" y="5655193"/>
                <a:ext cx="2384649" cy="769441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50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50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50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GB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683FE4C-7352-C1A6-C220-34641B9FF0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5616" y="5655193"/>
                <a:ext cx="2384649" cy="76944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8B437D3-488B-53C2-2E98-E7ABDE9A8F4C}"/>
                  </a:ext>
                </a:extLst>
              </p:cNvPr>
              <p:cNvSpPr txBox="1"/>
              <p:nvPr/>
            </p:nvSpPr>
            <p:spPr>
              <a:xfrm>
                <a:off x="535170" y="835565"/>
                <a:ext cx="3571163" cy="66717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l-GR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8B437D3-488B-53C2-2E98-E7ABDE9A8F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170" y="835565"/>
                <a:ext cx="3571163" cy="66717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E2226EF-D9D5-48E0-2421-7495FB436C42}"/>
                  </a:ext>
                </a:extLst>
              </p:cNvPr>
              <p:cNvSpPr txBox="1"/>
              <p:nvPr/>
            </p:nvSpPr>
            <p:spPr>
              <a:xfrm>
                <a:off x="9911080" y="1970876"/>
                <a:ext cx="1172979" cy="523220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28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GB" sz="2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?</m:t>
                      </m:r>
                    </m:oMath>
                  </m:oMathPara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E2226EF-D9D5-48E0-2421-7495FB436C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1080" y="1970876"/>
                <a:ext cx="1172979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Curved Connector 11">
            <a:extLst>
              <a:ext uri="{FF2B5EF4-FFF2-40B4-BE49-F238E27FC236}">
                <a16:creationId xmlns:a16="http://schemas.microsoft.com/office/drawing/2014/main" id="{3C44D4ED-B40E-D48E-8B6A-F2D14FE69568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 flipV="1">
            <a:off x="3429845" y="5017406"/>
            <a:ext cx="4785770" cy="1125965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urved Connector 14">
            <a:extLst>
              <a:ext uri="{FF2B5EF4-FFF2-40B4-BE49-F238E27FC236}">
                <a16:creationId xmlns:a16="http://schemas.microsoft.com/office/drawing/2014/main" id="{E05C84A0-A120-68AB-00BD-BE6B02FE82D3}"/>
              </a:ext>
            </a:extLst>
          </p:cNvPr>
          <p:cNvCxnSpPr>
            <a:cxnSpLocks/>
            <a:stCxn id="9" idx="3"/>
            <a:endCxn id="13" idx="1"/>
          </p:cNvCxnSpPr>
          <p:nvPr/>
        </p:nvCxnSpPr>
        <p:spPr>
          <a:xfrm flipV="1">
            <a:off x="3429845" y="6039914"/>
            <a:ext cx="4785771" cy="103457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317C4F1-2F59-6C34-24B3-7E4547161D02}"/>
                  </a:ext>
                </a:extLst>
              </p:cNvPr>
              <p:cNvSpPr txBox="1"/>
              <p:nvPr/>
            </p:nvSpPr>
            <p:spPr>
              <a:xfrm>
                <a:off x="539382" y="164903"/>
                <a:ext cx="3064933" cy="461665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𝑑𝑒𝑡</m:t>
                      </m:r>
                      <m:d>
                        <m:d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l-GR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30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317C4F1-2F59-6C34-24B3-7E4547161D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382" y="164903"/>
                <a:ext cx="3064933" cy="46166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4ADB0BC-E070-9B73-8B12-05F80DD1CCE5}"/>
                  </a:ext>
                </a:extLst>
              </p:cNvPr>
              <p:cNvSpPr txBox="1"/>
              <p:nvPr/>
            </p:nvSpPr>
            <p:spPr>
              <a:xfrm>
                <a:off x="9911080" y="164903"/>
                <a:ext cx="2192867" cy="718466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4ADB0BC-E070-9B73-8B12-05F80DD1CC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1080" y="164903"/>
                <a:ext cx="2192867" cy="71846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3" name="Graphic 32" descr="Badge with solid fill">
            <a:extLst>
              <a:ext uri="{FF2B5EF4-FFF2-40B4-BE49-F238E27FC236}">
                <a16:creationId xmlns:a16="http://schemas.microsoft.com/office/drawing/2014/main" id="{2565B6DC-DA40-964D-EAE7-26D806175F9C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883194" y="180291"/>
            <a:ext cx="446277" cy="446277"/>
          </a:xfrm>
          <a:prstGeom prst="rect">
            <a:avLst/>
          </a:prstGeom>
        </p:spPr>
      </p:pic>
      <p:cxnSp>
        <p:nvCxnSpPr>
          <p:cNvPr id="34" name="Curved Connector 33">
            <a:extLst>
              <a:ext uri="{FF2B5EF4-FFF2-40B4-BE49-F238E27FC236}">
                <a16:creationId xmlns:a16="http://schemas.microsoft.com/office/drawing/2014/main" id="{7E85764C-5F86-26E0-8325-1DCEA590FB1D}"/>
              </a:ext>
            </a:extLst>
          </p:cNvPr>
          <p:cNvCxnSpPr>
            <a:cxnSpLocks/>
            <a:stCxn id="30" idx="1"/>
            <a:endCxn id="14" idx="3"/>
          </p:cNvCxnSpPr>
          <p:nvPr/>
        </p:nvCxnSpPr>
        <p:spPr>
          <a:xfrm rot="10800000" flipV="1">
            <a:off x="4106334" y="524136"/>
            <a:ext cx="5804747" cy="645014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65A6EDDA-F0F2-EC3B-6B39-34200494C9DD}"/>
                  </a:ext>
                </a:extLst>
              </p:cNvPr>
              <p:cNvSpPr txBox="1"/>
              <p:nvPr/>
            </p:nvSpPr>
            <p:spPr>
              <a:xfrm>
                <a:off x="9911080" y="995943"/>
                <a:ext cx="1532466" cy="809773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2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v</m:t>
                      </m:r>
                      <m:r>
                        <a:rPr lang="en-GB" sz="2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65A6EDDA-F0F2-EC3B-6B39-34200494C9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1080" y="995943"/>
                <a:ext cx="1532466" cy="809773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32485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4" grpId="0"/>
      <p:bldP spid="3" grpId="0"/>
      <p:bldP spid="9" grpId="0"/>
      <p:bldP spid="10" grpId="0" animBg="1"/>
      <p:bldP spid="13" grpId="0" animBg="1"/>
      <p:bldP spid="14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F25184-5053-4E65-5C2E-CBCBC7506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F1853CD-E691-628E-7510-23FFC1AAE039}"/>
                  </a:ext>
                </a:extLst>
              </p:cNvPr>
              <p:cNvSpPr txBox="1"/>
              <p:nvPr/>
            </p:nvSpPr>
            <p:spPr>
              <a:xfrm>
                <a:off x="141297" y="274645"/>
                <a:ext cx="3973504" cy="769441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5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l-GR" sz="5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F1853CD-E691-628E-7510-23FFC1AAE0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297" y="274645"/>
                <a:ext cx="3973504" cy="76944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DDF1924-B03E-BBC8-2B38-3B95F2EB7EA5}"/>
                  </a:ext>
                </a:extLst>
              </p:cNvPr>
              <p:cNvSpPr txBox="1"/>
              <p:nvPr/>
            </p:nvSpPr>
            <p:spPr>
              <a:xfrm>
                <a:off x="141296" y="1347672"/>
                <a:ext cx="4357724" cy="69051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l-GR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d>
                        <m:dPr>
                          <m:ctrlP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DDF1924-B03E-BBC8-2B38-3B95F2EB7E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296" y="1347672"/>
                <a:ext cx="4357724" cy="690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8300969-8105-8165-C99B-CECFD8C93A79}"/>
                  </a:ext>
                </a:extLst>
              </p:cNvPr>
              <p:cNvSpPr txBox="1"/>
              <p:nvPr/>
            </p:nvSpPr>
            <p:spPr>
              <a:xfrm>
                <a:off x="141296" y="2234241"/>
                <a:ext cx="4126162" cy="701731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l-GR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l-GR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d>
                        <m:dPr>
                          <m:ctrlP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8300969-8105-8165-C99B-CECFD8C93A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296" y="2234241"/>
                <a:ext cx="4126162" cy="7017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7D82459-A548-1571-EF57-74E138B0E4B2}"/>
                  </a:ext>
                </a:extLst>
              </p:cNvPr>
              <p:cNvSpPr txBox="1"/>
              <p:nvPr/>
            </p:nvSpPr>
            <p:spPr>
              <a:xfrm>
                <a:off x="141296" y="3865543"/>
                <a:ext cx="3281522" cy="701731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GB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GB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−8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d>
                        <m:dPr>
                          <m:ctrlP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7D82459-A548-1571-EF57-74E138B0E4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296" y="3865543"/>
                <a:ext cx="3281522" cy="7017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9F40C2D-7061-06A7-AFB9-F9BC99ABC2E6}"/>
                  </a:ext>
                </a:extLst>
              </p:cNvPr>
              <p:cNvSpPr txBox="1"/>
              <p:nvPr/>
            </p:nvSpPr>
            <p:spPr>
              <a:xfrm>
                <a:off x="9883746" y="1951552"/>
                <a:ext cx="1532467" cy="430887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GB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=11</m:t>
                      </m:r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9F40C2D-7061-06A7-AFB9-F9BC99ABC2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83746" y="1951552"/>
                <a:ext cx="1532467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F37DDDD-2B6C-AD4A-2415-10EB580EF3EA}"/>
                  </a:ext>
                </a:extLst>
              </p:cNvPr>
              <p:cNvSpPr txBox="1"/>
              <p:nvPr/>
            </p:nvSpPr>
            <p:spPr>
              <a:xfrm>
                <a:off x="141296" y="3061562"/>
                <a:ext cx="4456103" cy="678391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GB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GB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d>
                        <m:dPr>
                          <m:ctrlP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F37DDDD-2B6C-AD4A-2415-10EB580EF3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296" y="3061562"/>
                <a:ext cx="4456103" cy="67839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9FDE3D7-A5F7-C08F-688F-48011E764EE5}"/>
                  </a:ext>
                </a:extLst>
              </p:cNvPr>
              <p:cNvSpPr txBox="1"/>
              <p:nvPr/>
            </p:nvSpPr>
            <p:spPr>
              <a:xfrm>
                <a:off x="136083" y="4692864"/>
                <a:ext cx="2184075" cy="39087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−2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+4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9FDE3D7-A5F7-C08F-688F-48011E764E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083" y="4692864"/>
                <a:ext cx="2184075" cy="390876"/>
              </a:xfrm>
              <a:prstGeom prst="rect">
                <a:avLst/>
              </a:prstGeom>
              <a:blipFill>
                <a:blip r:embed="rId8"/>
                <a:stretch>
                  <a:fillRect l="-1114" r="-3343" b="-1406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0CB7C58-A0AD-BA70-BC83-351428994141}"/>
                  </a:ext>
                </a:extLst>
              </p:cNvPr>
              <p:cNvSpPr txBox="1"/>
              <p:nvPr/>
            </p:nvSpPr>
            <p:spPr>
              <a:xfrm>
                <a:off x="136082" y="5209330"/>
                <a:ext cx="2184075" cy="39087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6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−8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0CB7C58-A0AD-BA70-BC83-3514289941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082" y="5209330"/>
                <a:ext cx="2184075" cy="390876"/>
              </a:xfrm>
              <a:prstGeom prst="rect">
                <a:avLst/>
              </a:prstGeom>
              <a:blipFill>
                <a:blip r:embed="rId9"/>
                <a:stretch>
                  <a:fillRect b="-1406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07C43DF-F42B-DFD6-73F8-4A9650DAE89D}"/>
                  </a:ext>
                </a:extLst>
              </p:cNvPr>
              <p:cNvSpPr txBox="1"/>
              <p:nvPr/>
            </p:nvSpPr>
            <p:spPr>
              <a:xfrm>
                <a:off x="9857836" y="161487"/>
                <a:ext cx="2192867" cy="718466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07C43DF-F42B-DFD6-73F8-4A9650DAE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7836" y="161487"/>
                <a:ext cx="2192867" cy="71846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DF6F1DD-DEE1-9D4B-3F57-5A52E7D69CE8}"/>
                  </a:ext>
                </a:extLst>
              </p:cNvPr>
              <p:cNvSpPr txBox="1"/>
              <p:nvPr/>
            </p:nvSpPr>
            <p:spPr>
              <a:xfrm>
                <a:off x="9883746" y="1003270"/>
                <a:ext cx="1532466" cy="809773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2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v</m:t>
                      </m:r>
                      <m:r>
                        <a:rPr lang="en-GB" sz="2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DF6F1DD-DEE1-9D4B-3F57-5A52E7D69C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83746" y="1003270"/>
                <a:ext cx="1532466" cy="80977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B6532A7-F68B-83D2-1924-F904EA3B175F}"/>
                  </a:ext>
                </a:extLst>
              </p:cNvPr>
              <p:cNvSpPr txBox="1"/>
              <p:nvPr/>
            </p:nvSpPr>
            <p:spPr>
              <a:xfrm>
                <a:off x="9883746" y="2652902"/>
                <a:ext cx="1383848" cy="430887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GB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B6532A7-F68B-83D2-1924-F904EA3B17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83746" y="2652902"/>
                <a:ext cx="1383848" cy="4308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Curved Connector 7">
            <a:extLst>
              <a:ext uri="{FF2B5EF4-FFF2-40B4-BE49-F238E27FC236}">
                <a16:creationId xmlns:a16="http://schemas.microsoft.com/office/drawing/2014/main" id="{91CB47B8-2AB8-5A17-A8C3-CF620B02AD2E}"/>
              </a:ext>
            </a:extLst>
          </p:cNvPr>
          <p:cNvCxnSpPr>
            <a:cxnSpLocks/>
            <a:stCxn id="11" idx="1"/>
            <a:endCxn id="13" idx="3"/>
          </p:cNvCxnSpPr>
          <p:nvPr/>
        </p:nvCxnSpPr>
        <p:spPr>
          <a:xfrm rot="10800000" flipV="1">
            <a:off x="4597400" y="2166996"/>
            <a:ext cx="5286347" cy="1233762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urved Connector 18">
            <a:extLst>
              <a:ext uri="{FF2B5EF4-FFF2-40B4-BE49-F238E27FC236}">
                <a16:creationId xmlns:a16="http://schemas.microsoft.com/office/drawing/2014/main" id="{2F8EB084-9A33-3F8F-E32D-4CB6B29AEBDF}"/>
              </a:ext>
            </a:extLst>
          </p:cNvPr>
          <p:cNvCxnSpPr>
            <a:cxnSpLocks/>
            <a:stCxn id="3" idx="1"/>
            <a:endCxn id="4" idx="3"/>
          </p:cNvCxnSpPr>
          <p:nvPr/>
        </p:nvCxnSpPr>
        <p:spPr>
          <a:xfrm rot="10800000" flipV="1">
            <a:off x="4499020" y="520719"/>
            <a:ext cx="5358816" cy="1172207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26D6300-356D-9A1E-A02A-FC436AE44AB1}"/>
                  </a:ext>
                </a:extLst>
              </p:cNvPr>
              <p:cNvSpPr txBox="1"/>
              <p:nvPr/>
            </p:nvSpPr>
            <p:spPr>
              <a:xfrm>
                <a:off x="3741131" y="4692864"/>
                <a:ext cx="1390545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26D6300-356D-9A1E-A02A-FC436AE44A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1131" y="4692864"/>
                <a:ext cx="1390545" cy="369332"/>
              </a:xfrm>
              <a:prstGeom prst="rect">
                <a:avLst/>
              </a:prstGeom>
              <a:blipFill>
                <a:blip r:embed="rId13"/>
                <a:stretch>
                  <a:fillRect l="-5702" r="-2632" b="-1333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63B740C-DF9E-CC72-97E2-353486C8FF9B}"/>
                  </a:ext>
                </a:extLst>
              </p:cNvPr>
              <p:cNvSpPr txBox="1"/>
              <p:nvPr/>
            </p:nvSpPr>
            <p:spPr>
              <a:xfrm>
                <a:off x="5280897" y="4692336"/>
                <a:ext cx="1390545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63B740C-DF9E-CC72-97E2-353486C8FF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0897" y="4692336"/>
                <a:ext cx="1390545" cy="369332"/>
              </a:xfrm>
              <a:prstGeom prst="rect">
                <a:avLst/>
              </a:prstGeom>
              <a:blipFill>
                <a:blip r:embed="rId14"/>
                <a:stretch>
                  <a:fillRect b="-1333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4F3CBF6-3041-2770-AA66-6AA52DDD8A13}"/>
                  </a:ext>
                </a:extLst>
              </p:cNvPr>
              <p:cNvSpPr txBox="1"/>
              <p:nvPr/>
            </p:nvSpPr>
            <p:spPr>
              <a:xfrm>
                <a:off x="7829656" y="4714408"/>
                <a:ext cx="1101509" cy="738664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GB" sz="2400" b="0" i="1" dirty="0">
                  <a:solidFill>
                    <a:schemeClr val="bg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sz="24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4F3CBF6-3041-2770-AA66-6AA52DDD8A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9656" y="4714408"/>
                <a:ext cx="1101509" cy="738664"/>
              </a:xfrm>
              <a:prstGeom prst="rect">
                <a:avLst/>
              </a:prstGeom>
              <a:blipFill>
                <a:blip r:embed="rId15"/>
                <a:stretch>
                  <a:fillRect b="-4918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4A788C9-882D-3039-B5AE-59B317815C4E}"/>
                  </a:ext>
                </a:extLst>
              </p:cNvPr>
              <p:cNvSpPr txBox="1"/>
              <p:nvPr/>
            </p:nvSpPr>
            <p:spPr>
              <a:xfrm>
                <a:off x="3741130" y="5193607"/>
                <a:ext cx="1390545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=8</m:t>
                      </m:r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4A788C9-882D-3039-B5AE-59B317815C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1130" y="5193607"/>
                <a:ext cx="1390545" cy="369332"/>
              </a:xfrm>
              <a:prstGeom prst="rect">
                <a:avLst/>
              </a:prstGeom>
              <a:blipFill>
                <a:blip r:embed="rId16"/>
                <a:stretch>
                  <a:fillRect l="-5702" r="-2632" b="-11475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16AE057-4672-7EF0-962B-6BAC76C6A3D7}"/>
                  </a:ext>
                </a:extLst>
              </p:cNvPr>
              <p:cNvSpPr txBox="1"/>
              <p:nvPr/>
            </p:nvSpPr>
            <p:spPr>
              <a:xfrm>
                <a:off x="5280897" y="5193607"/>
                <a:ext cx="1390545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16AE057-4672-7EF0-962B-6BAC76C6A3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0897" y="5193607"/>
                <a:ext cx="1390545" cy="369332"/>
              </a:xfrm>
              <a:prstGeom prst="rect">
                <a:avLst/>
              </a:prstGeom>
              <a:blipFill>
                <a:blip r:embed="rId17"/>
                <a:stretch>
                  <a:fillRect b="-11475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267942B4-8CBF-3278-89AC-CF288B8808AC}"/>
                  </a:ext>
                </a:extLst>
              </p:cNvPr>
              <p:cNvSpPr txBox="1"/>
              <p:nvPr/>
            </p:nvSpPr>
            <p:spPr>
              <a:xfrm>
                <a:off x="10070093" y="4785421"/>
                <a:ext cx="1532467" cy="705771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267942B4-8CBF-3278-89AC-CF288B8808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0093" y="4785421"/>
                <a:ext cx="1532467" cy="705771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Graphic 31" descr="Badge 1 with solid fill">
            <a:extLst>
              <a:ext uri="{FF2B5EF4-FFF2-40B4-BE49-F238E27FC236}">
                <a16:creationId xmlns:a16="http://schemas.microsoft.com/office/drawing/2014/main" id="{173A4D2E-F5C8-750B-73F5-9A1712A57CA1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275882" y="436226"/>
            <a:ext cx="446277" cy="446277"/>
          </a:xfrm>
          <a:prstGeom prst="rect">
            <a:avLst/>
          </a:prstGeom>
        </p:spPr>
      </p:pic>
      <p:cxnSp>
        <p:nvCxnSpPr>
          <p:cNvPr id="33" name="Curved Connector 32">
            <a:extLst>
              <a:ext uri="{FF2B5EF4-FFF2-40B4-BE49-F238E27FC236}">
                <a16:creationId xmlns:a16="http://schemas.microsoft.com/office/drawing/2014/main" id="{81E35C64-AEDD-F7EE-A6BF-E878EF6F339C}"/>
              </a:ext>
            </a:extLst>
          </p:cNvPr>
          <p:cNvCxnSpPr>
            <a:cxnSpLocks/>
            <a:stCxn id="14" idx="3"/>
            <a:endCxn id="22" idx="0"/>
          </p:cNvCxnSpPr>
          <p:nvPr/>
        </p:nvCxnSpPr>
        <p:spPr>
          <a:xfrm flipV="1">
            <a:off x="2320158" y="4692864"/>
            <a:ext cx="2116246" cy="195438"/>
          </a:xfrm>
          <a:prstGeom prst="curvedConnector4">
            <a:avLst>
              <a:gd name="adj1" fmla="val 33573"/>
              <a:gd name="adj2" fmla="val 216968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urved Connector 35">
            <a:extLst>
              <a:ext uri="{FF2B5EF4-FFF2-40B4-BE49-F238E27FC236}">
                <a16:creationId xmlns:a16="http://schemas.microsoft.com/office/drawing/2014/main" id="{2BB71BB2-7100-D5D9-71EA-BB69971EE6F5}"/>
              </a:ext>
            </a:extLst>
          </p:cNvPr>
          <p:cNvCxnSpPr>
            <a:cxnSpLocks/>
            <a:stCxn id="15" idx="3"/>
            <a:endCxn id="28" idx="2"/>
          </p:cNvCxnSpPr>
          <p:nvPr/>
        </p:nvCxnSpPr>
        <p:spPr>
          <a:xfrm>
            <a:off x="2320157" y="5404768"/>
            <a:ext cx="2116246" cy="158171"/>
          </a:xfrm>
          <a:prstGeom prst="curvedConnector4">
            <a:avLst>
              <a:gd name="adj1" fmla="val 33573"/>
              <a:gd name="adj2" fmla="val 244527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urved Connector 38">
            <a:extLst>
              <a:ext uri="{FF2B5EF4-FFF2-40B4-BE49-F238E27FC236}">
                <a16:creationId xmlns:a16="http://schemas.microsoft.com/office/drawing/2014/main" id="{1A5A0B49-8309-0067-8E10-AEB63B2A3458}"/>
              </a:ext>
            </a:extLst>
          </p:cNvPr>
          <p:cNvCxnSpPr>
            <a:cxnSpLocks/>
            <a:stCxn id="28" idx="3"/>
            <a:endCxn id="29" idx="2"/>
          </p:cNvCxnSpPr>
          <p:nvPr/>
        </p:nvCxnSpPr>
        <p:spPr>
          <a:xfrm>
            <a:off x="5131675" y="5378273"/>
            <a:ext cx="844495" cy="184666"/>
          </a:xfrm>
          <a:prstGeom prst="curvedConnector4">
            <a:avLst>
              <a:gd name="adj1" fmla="val 8835"/>
              <a:gd name="adj2" fmla="val 223791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urved Connector 41">
            <a:extLst>
              <a:ext uri="{FF2B5EF4-FFF2-40B4-BE49-F238E27FC236}">
                <a16:creationId xmlns:a16="http://schemas.microsoft.com/office/drawing/2014/main" id="{3B3D2CC8-5404-EAEF-6D9A-B5B73FB7083C}"/>
              </a:ext>
            </a:extLst>
          </p:cNvPr>
          <p:cNvCxnSpPr>
            <a:cxnSpLocks/>
            <a:stCxn id="22" idx="3"/>
            <a:endCxn id="24" idx="0"/>
          </p:cNvCxnSpPr>
          <p:nvPr/>
        </p:nvCxnSpPr>
        <p:spPr>
          <a:xfrm flipV="1">
            <a:off x="5131676" y="4692336"/>
            <a:ext cx="844494" cy="185194"/>
          </a:xfrm>
          <a:prstGeom prst="curvedConnector4">
            <a:avLst>
              <a:gd name="adj1" fmla="val 8835"/>
              <a:gd name="adj2" fmla="val 223438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urved Connector 44">
            <a:extLst>
              <a:ext uri="{FF2B5EF4-FFF2-40B4-BE49-F238E27FC236}">
                <a16:creationId xmlns:a16="http://schemas.microsoft.com/office/drawing/2014/main" id="{F1B5B40C-E6D9-88F7-E4CC-98B5C0F2125F}"/>
              </a:ext>
            </a:extLst>
          </p:cNvPr>
          <p:cNvCxnSpPr>
            <a:cxnSpLocks/>
            <a:stCxn id="24" idx="3"/>
            <a:endCxn id="26" idx="0"/>
          </p:cNvCxnSpPr>
          <p:nvPr/>
        </p:nvCxnSpPr>
        <p:spPr>
          <a:xfrm flipV="1">
            <a:off x="6671442" y="4714408"/>
            <a:ext cx="1708969" cy="162594"/>
          </a:xfrm>
          <a:prstGeom prst="curvedConnector4">
            <a:avLst>
              <a:gd name="adj1" fmla="val 33886"/>
              <a:gd name="adj2" fmla="val 254171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urved Connector 47">
            <a:extLst>
              <a:ext uri="{FF2B5EF4-FFF2-40B4-BE49-F238E27FC236}">
                <a16:creationId xmlns:a16="http://schemas.microsoft.com/office/drawing/2014/main" id="{5E967996-5630-B0B4-BE26-C8A178AE5235}"/>
              </a:ext>
            </a:extLst>
          </p:cNvPr>
          <p:cNvCxnSpPr>
            <a:cxnSpLocks/>
            <a:stCxn id="29" idx="3"/>
            <a:endCxn id="26" idx="2"/>
          </p:cNvCxnSpPr>
          <p:nvPr/>
        </p:nvCxnSpPr>
        <p:spPr>
          <a:xfrm>
            <a:off x="6671442" y="5378273"/>
            <a:ext cx="1708969" cy="74799"/>
          </a:xfrm>
          <a:prstGeom prst="curvedConnector4">
            <a:avLst>
              <a:gd name="adj1" fmla="val 33886"/>
              <a:gd name="adj2" fmla="val 405619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urved Connector 50">
            <a:extLst>
              <a:ext uri="{FF2B5EF4-FFF2-40B4-BE49-F238E27FC236}">
                <a16:creationId xmlns:a16="http://schemas.microsoft.com/office/drawing/2014/main" id="{9271182E-8AA6-655D-0232-4FE064C8ABE5}"/>
              </a:ext>
            </a:extLst>
          </p:cNvPr>
          <p:cNvCxnSpPr>
            <a:cxnSpLocks/>
            <a:stCxn id="26" idx="3"/>
            <a:endCxn id="30" idx="0"/>
          </p:cNvCxnSpPr>
          <p:nvPr/>
        </p:nvCxnSpPr>
        <p:spPr>
          <a:xfrm flipV="1">
            <a:off x="8931165" y="4785421"/>
            <a:ext cx="1905162" cy="298319"/>
          </a:xfrm>
          <a:prstGeom prst="curvedConnector4">
            <a:avLst>
              <a:gd name="adj1" fmla="val 29891"/>
              <a:gd name="adj2" fmla="val 200434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4795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4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3" grpId="0"/>
      <p:bldP spid="14" grpId="0"/>
      <p:bldP spid="15" grpId="0"/>
      <p:bldP spid="22" grpId="0"/>
      <p:bldP spid="24" grpId="0"/>
      <p:bldP spid="26" grpId="0"/>
      <p:bldP spid="28" grpId="0"/>
      <p:bldP spid="29" grpId="0"/>
      <p:bldP spid="30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1B571E-8C87-8D84-30EC-7E7889F52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977C0B9-D006-1A40-4ADC-D1DE70DF605C}"/>
                  </a:ext>
                </a:extLst>
              </p:cNvPr>
              <p:cNvSpPr txBox="1"/>
              <p:nvPr/>
            </p:nvSpPr>
            <p:spPr>
              <a:xfrm>
                <a:off x="141297" y="274645"/>
                <a:ext cx="3973504" cy="769441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5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l-GR" sz="5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r>
                            <a:rPr lang="en-PH" sz="5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977C0B9-D006-1A40-4ADC-D1DE70DF60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297" y="274645"/>
                <a:ext cx="3973504" cy="76944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35BF6DC-BBEC-E8B3-833D-5720330AEC5D}"/>
                  </a:ext>
                </a:extLst>
              </p:cNvPr>
              <p:cNvSpPr txBox="1"/>
              <p:nvPr/>
            </p:nvSpPr>
            <p:spPr>
              <a:xfrm>
                <a:off x="171221" y="1347672"/>
                <a:ext cx="4357724" cy="69051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l-GR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d>
                        <m:dPr>
                          <m:ctrlP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35BF6DC-BBEC-E8B3-833D-5720330AEC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221" y="1347672"/>
                <a:ext cx="4357724" cy="690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9936DA8-F795-70F2-163F-FD7BE4EA8D37}"/>
                  </a:ext>
                </a:extLst>
              </p:cNvPr>
              <p:cNvSpPr txBox="1"/>
              <p:nvPr/>
            </p:nvSpPr>
            <p:spPr>
              <a:xfrm>
                <a:off x="171221" y="2234241"/>
                <a:ext cx="4126162" cy="701731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a:rPr lang="el-GR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l-GR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d>
                        <m:dPr>
                          <m:ctrlP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9936DA8-F795-70F2-163F-FD7BE4EA8D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221" y="2234241"/>
                <a:ext cx="4126162" cy="7017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786E706-0A2F-BBCA-64AB-76A48AF7E81F}"/>
                  </a:ext>
                </a:extLst>
              </p:cNvPr>
              <p:cNvSpPr txBox="1"/>
              <p:nvPr/>
            </p:nvSpPr>
            <p:spPr>
              <a:xfrm>
                <a:off x="171221" y="3865543"/>
                <a:ext cx="2728028" cy="701731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GB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d>
                        <m:dPr>
                          <m:ctrlP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786E706-0A2F-BBCA-64AB-76A48AF7E8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221" y="3865543"/>
                <a:ext cx="2728028" cy="7017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B6E2202-1C0C-41BC-6D78-AD3A5CEF6F50}"/>
                  </a:ext>
                </a:extLst>
              </p:cNvPr>
              <p:cNvSpPr txBox="1"/>
              <p:nvPr/>
            </p:nvSpPr>
            <p:spPr>
              <a:xfrm>
                <a:off x="9999133" y="1713231"/>
                <a:ext cx="1532467" cy="430887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GB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=11</m:t>
                      </m:r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B6E2202-1C0C-41BC-6D78-AD3A5CEF6F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9133" y="1713231"/>
                <a:ext cx="1532467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7A408DC-6651-FE91-63FB-AC35C7112F8F}"/>
                  </a:ext>
                </a:extLst>
              </p:cNvPr>
              <p:cNvSpPr txBox="1"/>
              <p:nvPr/>
            </p:nvSpPr>
            <p:spPr>
              <a:xfrm>
                <a:off x="171222" y="3061562"/>
                <a:ext cx="4126162" cy="701731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9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e>
                                    <m:r>
                                      <a:rPr lang="en-PH" sz="2600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mr>
                              </m:m>
                            </m:e>
                          </m:d>
                          <m:r>
                            <a:rPr lang="en-PH" sz="26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d>
                            <m:dPr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PH" sz="26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PH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GB" sz="2600" b="0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d>
                      <m:d>
                        <m:dPr>
                          <m:ctrlPr>
                            <a:rPr lang="en-PH" sz="26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PH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800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7A408DC-6651-FE91-63FB-AC35C7112F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222" y="3061562"/>
                <a:ext cx="4126162" cy="70173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33C89CD-B15B-53E5-731D-3B50D074027B}"/>
                  </a:ext>
                </a:extLst>
              </p:cNvPr>
              <p:cNvSpPr txBox="1"/>
              <p:nvPr/>
            </p:nvSpPr>
            <p:spPr>
              <a:xfrm>
                <a:off x="166008" y="4692864"/>
                <a:ext cx="2184075" cy="39087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  <m:sSub>
                        <m:sSub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+4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33C89CD-B15B-53E5-731D-3B50D07402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008" y="4692864"/>
                <a:ext cx="2184075" cy="390876"/>
              </a:xfrm>
              <a:prstGeom prst="rect">
                <a:avLst/>
              </a:prstGeom>
              <a:blipFill>
                <a:blip r:embed="rId8"/>
                <a:stretch>
                  <a:fillRect b="-1406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BF7A0D3-1770-5BE9-4015-2D7FD11BE231}"/>
                  </a:ext>
                </a:extLst>
              </p:cNvPr>
              <p:cNvSpPr txBox="1"/>
              <p:nvPr/>
            </p:nvSpPr>
            <p:spPr>
              <a:xfrm>
                <a:off x="166007" y="5209330"/>
                <a:ext cx="2184075" cy="390876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6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BF7A0D3-1770-5BE9-4015-2D7FD11BE2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007" y="5209330"/>
                <a:ext cx="2184075" cy="390876"/>
              </a:xfrm>
              <a:prstGeom prst="rect">
                <a:avLst/>
              </a:prstGeom>
              <a:blipFill>
                <a:blip r:embed="rId9"/>
                <a:stretch>
                  <a:fillRect b="-1406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BCABE50-AACD-B964-2562-72FC27462379}"/>
                  </a:ext>
                </a:extLst>
              </p:cNvPr>
              <p:cNvSpPr txBox="1"/>
              <p:nvPr/>
            </p:nvSpPr>
            <p:spPr>
              <a:xfrm>
                <a:off x="9999133" y="10758"/>
                <a:ext cx="2192867" cy="718466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BCABE50-AACD-B964-2562-72FC274623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9133" y="10758"/>
                <a:ext cx="2192867" cy="71846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930B77C-43EA-1244-260D-1D2D124F385A}"/>
                  </a:ext>
                </a:extLst>
              </p:cNvPr>
              <p:cNvSpPr txBox="1"/>
              <p:nvPr/>
            </p:nvSpPr>
            <p:spPr>
              <a:xfrm>
                <a:off x="9999134" y="941679"/>
                <a:ext cx="1161982" cy="523220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2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v</m:t>
                      </m:r>
                      <m:r>
                        <a:rPr lang="en-GB" sz="28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?</m:t>
                      </m:r>
                    </m:oMath>
                  </m:oMathPara>
                </a14:m>
                <a:endParaRPr lang="en-US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930B77C-43EA-1244-260D-1D2D124F38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9134" y="941679"/>
                <a:ext cx="1161982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E175BED-98FA-9E45-648B-DA8469AF335A}"/>
                  </a:ext>
                </a:extLst>
              </p:cNvPr>
              <p:cNvSpPr txBox="1"/>
              <p:nvPr/>
            </p:nvSpPr>
            <p:spPr>
              <a:xfrm>
                <a:off x="9999134" y="2392450"/>
                <a:ext cx="1383848" cy="430887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GB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E175BED-98FA-9E45-648B-DA8469AF33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9134" y="2392450"/>
                <a:ext cx="1383848" cy="4308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Curved Connector 7">
            <a:extLst>
              <a:ext uri="{FF2B5EF4-FFF2-40B4-BE49-F238E27FC236}">
                <a16:creationId xmlns:a16="http://schemas.microsoft.com/office/drawing/2014/main" id="{79B4D302-3C0E-97CB-CDD0-B5CED3333412}"/>
              </a:ext>
            </a:extLst>
          </p:cNvPr>
          <p:cNvCxnSpPr>
            <a:cxnSpLocks/>
            <a:stCxn id="7" idx="1"/>
            <a:endCxn id="13" idx="3"/>
          </p:cNvCxnSpPr>
          <p:nvPr/>
        </p:nvCxnSpPr>
        <p:spPr>
          <a:xfrm rot="10800000" flipV="1">
            <a:off x="4297384" y="2607894"/>
            <a:ext cx="5701750" cy="804534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urved Connector 18">
            <a:extLst>
              <a:ext uri="{FF2B5EF4-FFF2-40B4-BE49-F238E27FC236}">
                <a16:creationId xmlns:a16="http://schemas.microsoft.com/office/drawing/2014/main" id="{407D2013-4A4D-876C-1E09-E351E03E5120}"/>
              </a:ext>
            </a:extLst>
          </p:cNvPr>
          <p:cNvCxnSpPr>
            <a:cxnSpLocks/>
            <a:stCxn id="3" idx="1"/>
            <a:endCxn id="4" idx="3"/>
          </p:cNvCxnSpPr>
          <p:nvPr/>
        </p:nvCxnSpPr>
        <p:spPr>
          <a:xfrm rot="10800000" flipV="1">
            <a:off x="4528945" y="369991"/>
            <a:ext cx="5470188" cy="1322936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70AE08C-3E68-D30C-ACB9-8E5CF548775C}"/>
                  </a:ext>
                </a:extLst>
              </p:cNvPr>
              <p:cNvSpPr txBox="1"/>
              <p:nvPr/>
            </p:nvSpPr>
            <p:spPr>
              <a:xfrm>
                <a:off x="3569284" y="4692864"/>
                <a:ext cx="1592318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  <m:sSub>
                        <m:sSub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=−4</m:t>
                      </m:r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70AE08C-3E68-D30C-ACB9-8E5CF54877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69284" y="4692864"/>
                <a:ext cx="1592318" cy="369332"/>
              </a:xfrm>
              <a:prstGeom prst="rect">
                <a:avLst/>
              </a:prstGeom>
              <a:blipFill>
                <a:blip r:embed="rId13"/>
                <a:stretch>
                  <a:fillRect l="-5747" r="-3065" b="-1333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1C947F4-2025-4D7B-9ACA-C41C75B72EE5}"/>
                  </a:ext>
                </a:extLst>
              </p:cNvPr>
              <p:cNvSpPr txBox="1"/>
              <p:nvPr/>
            </p:nvSpPr>
            <p:spPr>
              <a:xfrm>
                <a:off x="5704974" y="4714408"/>
                <a:ext cx="1490395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1C947F4-2025-4D7B-9ACA-C41C75B72E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4974" y="4714408"/>
                <a:ext cx="1490395" cy="369332"/>
              </a:xfrm>
              <a:prstGeom prst="rect">
                <a:avLst/>
              </a:prstGeom>
              <a:blipFill>
                <a:blip r:embed="rId14"/>
                <a:stretch>
                  <a:fillRect l="-3689" r="-820" b="-11475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DEFB293-F8B3-7F46-0714-5D5B01E3907B}"/>
                  </a:ext>
                </a:extLst>
              </p:cNvPr>
              <p:cNvSpPr txBox="1"/>
              <p:nvPr/>
            </p:nvSpPr>
            <p:spPr>
              <a:xfrm>
                <a:off x="8365683" y="4714408"/>
                <a:ext cx="1101509" cy="738664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=−1</m:t>
                      </m:r>
                    </m:oMath>
                  </m:oMathPara>
                </a14:m>
                <a:endParaRPr lang="en-GB" sz="2400" b="0" i="1" dirty="0">
                  <a:solidFill>
                    <a:schemeClr val="bg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PH" sz="24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DEFB293-F8B3-7F46-0714-5D5B01E390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5683" y="4714408"/>
                <a:ext cx="1101509" cy="738664"/>
              </a:xfrm>
              <a:prstGeom prst="rect">
                <a:avLst/>
              </a:prstGeom>
              <a:blipFill>
                <a:blip r:embed="rId15"/>
                <a:stretch>
                  <a:fillRect l="-6077" r="-9392" b="-4918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98D9A0F-A7CE-EFE8-19A4-D0721D13969B}"/>
                  </a:ext>
                </a:extLst>
              </p:cNvPr>
              <p:cNvSpPr txBox="1"/>
              <p:nvPr/>
            </p:nvSpPr>
            <p:spPr>
              <a:xfrm>
                <a:off x="3539359" y="5209330"/>
                <a:ext cx="1592317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sSub>
                        <m:sSub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=−2</m:t>
                      </m:r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98D9A0F-A7CE-EFE8-19A4-D0721D1396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9359" y="5209330"/>
                <a:ext cx="1592317" cy="369332"/>
              </a:xfrm>
              <a:prstGeom prst="rect">
                <a:avLst/>
              </a:prstGeom>
              <a:blipFill>
                <a:blip r:embed="rId16"/>
                <a:stretch>
                  <a:fillRect l="-5747" r="-3065" b="-1333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77B1641-AE5F-3768-E577-7B1C2D6D866E}"/>
                  </a:ext>
                </a:extLst>
              </p:cNvPr>
              <p:cNvSpPr txBox="1"/>
              <p:nvPr/>
            </p:nvSpPr>
            <p:spPr>
              <a:xfrm>
                <a:off x="5760154" y="5209330"/>
                <a:ext cx="1390545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77B1641-AE5F-3768-E577-7B1C2D6D86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0154" y="5209330"/>
                <a:ext cx="1390545" cy="369332"/>
              </a:xfrm>
              <a:prstGeom prst="rect">
                <a:avLst/>
              </a:prstGeom>
              <a:blipFill>
                <a:blip r:embed="rId17"/>
                <a:stretch>
                  <a:fillRect l="-7895" r="-4386" b="-1333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CB782EF-02A0-6F34-6DEA-65D24D0A6E11}"/>
                  </a:ext>
                </a:extLst>
              </p:cNvPr>
              <p:cNvSpPr txBox="1"/>
              <p:nvPr/>
            </p:nvSpPr>
            <p:spPr>
              <a:xfrm>
                <a:off x="10329332" y="4734115"/>
                <a:ext cx="1532467" cy="705771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CB782EF-02A0-6F34-6DEA-65D24D0A6E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29332" y="4734115"/>
                <a:ext cx="1532467" cy="705771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Graphic 17" descr="Badge 1 with solid fill">
            <a:extLst>
              <a:ext uri="{FF2B5EF4-FFF2-40B4-BE49-F238E27FC236}">
                <a16:creationId xmlns:a16="http://schemas.microsoft.com/office/drawing/2014/main" id="{F883B26F-B9CB-BF23-2450-60BEDE51BFA6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275881" y="432707"/>
            <a:ext cx="446277" cy="446277"/>
          </a:xfrm>
          <a:prstGeom prst="rect">
            <a:avLst/>
          </a:prstGeom>
        </p:spPr>
      </p:pic>
      <p:cxnSp>
        <p:nvCxnSpPr>
          <p:cNvPr id="20" name="Curved Connector 19">
            <a:extLst>
              <a:ext uri="{FF2B5EF4-FFF2-40B4-BE49-F238E27FC236}">
                <a16:creationId xmlns:a16="http://schemas.microsoft.com/office/drawing/2014/main" id="{F2CEB24A-4CE6-F7D3-4785-5F37C587AB98}"/>
              </a:ext>
            </a:extLst>
          </p:cNvPr>
          <p:cNvCxnSpPr>
            <a:cxnSpLocks/>
            <a:stCxn id="14" idx="3"/>
            <a:endCxn id="22" idx="0"/>
          </p:cNvCxnSpPr>
          <p:nvPr/>
        </p:nvCxnSpPr>
        <p:spPr>
          <a:xfrm flipV="1">
            <a:off x="2350083" y="4692864"/>
            <a:ext cx="2015360" cy="195438"/>
          </a:xfrm>
          <a:prstGeom prst="curvedConnector4">
            <a:avLst>
              <a:gd name="adj1" fmla="val 30248"/>
              <a:gd name="adj2" fmla="val 216968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urved Connector 24">
            <a:extLst>
              <a:ext uri="{FF2B5EF4-FFF2-40B4-BE49-F238E27FC236}">
                <a16:creationId xmlns:a16="http://schemas.microsoft.com/office/drawing/2014/main" id="{1DFBE197-20E0-FC26-9C30-621ABFF96BB3}"/>
              </a:ext>
            </a:extLst>
          </p:cNvPr>
          <p:cNvCxnSpPr>
            <a:cxnSpLocks/>
            <a:stCxn id="15" idx="3"/>
            <a:endCxn id="28" idx="2"/>
          </p:cNvCxnSpPr>
          <p:nvPr/>
        </p:nvCxnSpPr>
        <p:spPr>
          <a:xfrm>
            <a:off x="2350082" y="5404768"/>
            <a:ext cx="1985436" cy="173894"/>
          </a:xfrm>
          <a:prstGeom prst="curvedConnector4">
            <a:avLst>
              <a:gd name="adj1" fmla="val 29950"/>
              <a:gd name="adj2" fmla="val 231459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urved Connector 31">
            <a:extLst>
              <a:ext uri="{FF2B5EF4-FFF2-40B4-BE49-F238E27FC236}">
                <a16:creationId xmlns:a16="http://schemas.microsoft.com/office/drawing/2014/main" id="{611BD47E-F8FC-2B3F-23B2-E2C04979645E}"/>
              </a:ext>
            </a:extLst>
          </p:cNvPr>
          <p:cNvCxnSpPr>
            <a:cxnSpLocks/>
            <a:stCxn id="22" idx="3"/>
            <a:endCxn id="24" idx="0"/>
          </p:cNvCxnSpPr>
          <p:nvPr/>
        </p:nvCxnSpPr>
        <p:spPr>
          <a:xfrm flipV="1">
            <a:off x="5161602" y="4714408"/>
            <a:ext cx="1288570" cy="163122"/>
          </a:xfrm>
          <a:prstGeom prst="curvedConnector4">
            <a:avLst>
              <a:gd name="adj1" fmla="val 21084"/>
              <a:gd name="adj2" fmla="val 253348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urved Connector 39">
            <a:extLst>
              <a:ext uri="{FF2B5EF4-FFF2-40B4-BE49-F238E27FC236}">
                <a16:creationId xmlns:a16="http://schemas.microsoft.com/office/drawing/2014/main" id="{A7D0EAFA-C0A5-7C5F-8642-60DC2E9A9F9C}"/>
              </a:ext>
            </a:extLst>
          </p:cNvPr>
          <p:cNvCxnSpPr>
            <a:cxnSpLocks/>
            <a:stCxn id="28" idx="3"/>
            <a:endCxn id="29" idx="2"/>
          </p:cNvCxnSpPr>
          <p:nvPr/>
        </p:nvCxnSpPr>
        <p:spPr>
          <a:xfrm>
            <a:off x="5131676" y="5393996"/>
            <a:ext cx="1323751" cy="184666"/>
          </a:xfrm>
          <a:prstGeom prst="curvedConnector4">
            <a:avLst>
              <a:gd name="adj1" fmla="val 23739"/>
              <a:gd name="adj2" fmla="val 223791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urved Connector 42">
            <a:extLst>
              <a:ext uri="{FF2B5EF4-FFF2-40B4-BE49-F238E27FC236}">
                <a16:creationId xmlns:a16="http://schemas.microsoft.com/office/drawing/2014/main" id="{635C3ABA-BCE8-F63B-D6BA-2FA5498466FE}"/>
              </a:ext>
            </a:extLst>
          </p:cNvPr>
          <p:cNvCxnSpPr>
            <a:cxnSpLocks/>
            <a:stCxn id="24" idx="3"/>
            <a:endCxn id="26" idx="0"/>
          </p:cNvCxnSpPr>
          <p:nvPr/>
        </p:nvCxnSpPr>
        <p:spPr>
          <a:xfrm flipV="1">
            <a:off x="7195369" y="4714408"/>
            <a:ext cx="1721069" cy="184666"/>
          </a:xfrm>
          <a:prstGeom prst="curvedConnector4">
            <a:avLst>
              <a:gd name="adj1" fmla="val 34000"/>
              <a:gd name="adj2" fmla="val 223791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urved Connector 47">
            <a:extLst>
              <a:ext uri="{FF2B5EF4-FFF2-40B4-BE49-F238E27FC236}">
                <a16:creationId xmlns:a16="http://schemas.microsoft.com/office/drawing/2014/main" id="{9AF2B08D-4CD3-B54B-EFC4-8B97DD117FDE}"/>
              </a:ext>
            </a:extLst>
          </p:cNvPr>
          <p:cNvCxnSpPr>
            <a:cxnSpLocks/>
            <a:stCxn id="29" idx="3"/>
            <a:endCxn id="26" idx="2"/>
          </p:cNvCxnSpPr>
          <p:nvPr/>
        </p:nvCxnSpPr>
        <p:spPr>
          <a:xfrm>
            <a:off x="7150699" y="5393996"/>
            <a:ext cx="1765739" cy="59076"/>
          </a:xfrm>
          <a:prstGeom prst="curvedConnector4">
            <a:avLst>
              <a:gd name="adj1" fmla="val 34404"/>
              <a:gd name="adj2" fmla="val 486959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urved Connector 52">
            <a:extLst>
              <a:ext uri="{FF2B5EF4-FFF2-40B4-BE49-F238E27FC236}">
                <a16:creationId xmlns:a16="http://schemas.microsoft.com/office/drawing/2014/main" id="{9C49B6E1-6686-87C2-E51C-B303D5785A97}"/>
              </a:ext>
            </a:extLst>
          </p:cNvPr>
          <p:cNvCxnSpPr>
            <a:cxnSpLocks/>
            <a:stCxn id="26" idx="3"/>
            <a:endCxn id="17" idx="0"/>
          </p:cNvCxnSpPr>
          <p:nvPr/>
        </p:nvCxnSpPr>
        <p:spPr>
          <a:xfrm flipV="1">
            <a:off x="9467192" y="4734115"/>
            <a:ext cx="1628374" cy="349625"/>
          </a:xfrm>
          <a:prstGeom prst="curvedConnector4">
            <a:avLst>
              <a:gd name="adj1" fmla="val 26472"/>
              <a:gd name="adj2" fmla="val 171021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009629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9" grpId="0"/>
      <p:bldP spid="10" grpId="0"/>
      <p:bldP spid="13" grpId="0"/>
      <p:bldP spid="14" grpId="0"/>
      <p:bldP spid="15" grpId="0"/>
      <p:bldP spid="22" grpId="0"/>
      <p:bldP spid="24" grpId="0"/>
      <p:bldP spid="26" grpId="0"/>
      <p:bldP spid="28" grpId="0"/>
      <p:bldP spid="29" grpId="0"/>
      <p:bldP spid="1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CD0A1F-CFF8-FAC4-22D9-B800077F7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6C7DF4D-4C64-1380-07DE-86E9A847A0D1}"/>
                  </a:ext>
                </a:extLst>
              </p:cNvPr>
              <p:cNvSpPr txBox="1"/>
              <p:nvPr/>
            </p:nvSpPr>
            <p:spPr>
              <a:xfrm>
                <a:off x="5051962" y="1347672"/>
                <a:ext cx="2406108" cy="681853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11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6C7DF4D-4C64-1380-07DE-86E9A847A0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1962" y="1347672"/>
                <a:ext cx="2406108" cy="68185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243EA94-D41E-B037-B12C-BE14DE0E9C84}"/>
                  </a:ext>
                </a:extLst>
              </p:cNvPr>
              <p:cNvSpPr txBox="1"/>
              <p:nvPr/>
            </p:nvSpPr>
            <p:spPr>
              <a:xfrm>
                <a:off x="9897533" y="1117934"/>
                <a:ext cx="1532467" cy="430887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GB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=11</m:t>
                      </m:r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243EA94-D41E-B037-B12C-BE14DE0E9C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7533" y="1117934"/>
                <a:ext cx="1532467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FFE3CDE-B599-1CDD-18A2-9A26B15A69CD}"/>
                  </a:ext>
                </a:extLst>
              </p:cNvPr>
              <p:cNvSpPr txBox="1"/>
              <p:nvPr/>
            </p:nvSpPr>
            <p:spPr>
              <a:xfrm>
                <a:off x="9897533" y="188036"/>
                <a:ext cx="2192867" cy="718466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FFE3CDE-B599-1CDD-18A2-9A26B15A69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7533" y="188036"/>
                <a:ext cx="2192867" cy="71846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Curved Connector 7">
            <a:extLst>
              <a:ext uri="{FF2B5EF4-FFF2-40B4-BE49-F238E27FC236}">
                <a16:creationId xmlns:a16="http://schemas.microsoft.com/office/drawing/2014/main" id="{47316533-B3D9-D34A-4D91-A1B21A01A513}"/>
              </a:ext>
            </a:extLst>
          </p:cNvPr>
          <p:cNvCxnSpPr>
            <a:cxnSpLocks/>
            <a:stCxn id="12" idx="1"/>
            <a:endCxn id="30" idx="3"/>
          </p:cNvCxnSpPr>
          <p:nvPr/>
        </p:nvCxnSpPr>
        <p:spPr>
          <a:xfrm rot="10800000" flipV="1">
            <a:off x="8178799" y="2224701"/>
            <a:ext cx="1718734" cy="1858718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urved Connector 18">
            <a:extLst>
              <a:ext uri="{FF2B5EF4-FFF2-40B4-BE49-F238E27FC236}">
                <a16:creationId xmlns:a16="http://schemas.microsoft.com/office/drawing/2014/main" id="{74DBA954-29D6-F0B2-F043-A79F007D377A}"/>
              </a:ext>
            </a:extLst>
          </p:cNvPr>
          <p:cNvCxnSpPr>
            <a:cxnSpLocks/>
            <a:stCxn id="3" idx="1"/>
            <a:endCxn id="4" idx="3"/>
          </p:cNvCxnSpPr>
          <p:nvPr/>
        </p:nvCxnSpPr>
        <p:spPr>
          <a:xfrm rot="10800000" flipV="1">
            <a:off x="7458071" y="547269"/>
            <a:ext cx="2439463" cy="1141330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5380816-C97F-E606-BE16-C3FF74F23E4C}"/>
                  </a:ext>
                </a:extLst>
              </p:cNvPr>
              <p:cNvSpPr txBox="1"/>
              <p:nvPr/>
            </p:nvSpPr>
            <p:spPr>
              <a:xfrm>
                <a:off x="4937053" y="271124"/>
                <a:ext cx="2672431" cy="769441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5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l-GR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PH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5380816-C97F-E606-BE16-C3FF74F23E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7053" y="271124"/>
                <a:ext cx="2672431" cy="76944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7B57ED2-A443-1C3F-7B6B-261977F994E4}"/>
                  </a:ext>
                </a:extLst>
              </p:cNvPr>
              <p:cNvSpPr txBox="1"/>
              <p:nvPr/>
            </p:nvSpPr>
            <p:spPr>
              <a:xfrm>
                <a:off x="9897533" y="1871815"/>
                <a:ext cx="1532467" cy="705771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7B57ED2-A443-1C3F-7B6B-261977F994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7533" y="1871815"/>
                <a:ext cx="1532467" cy="70577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8839E5B-4B1E-E8F7-6415-E9928DD1FCFA}"/>
                  </a:ext>
                </a:extLst>
              </p:cNvPr>
              <p:cNvSpPr txBox="1"/>
              <p:nvPr/>
            </p:nvSpPr>
            <p:spPr>
              <a:xfrm>
                <a:off x="5094296" y="4947244"/>
                <a:ext cx="2561302" cy="72564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18+4</m:t>
                              </m:r>
                            </m:e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8+3</m:t>
                              </m:r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22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8839E5B-4B1E-E8F7-6415-E9928DD1FC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4296" y="4947244"/>
                <a:ext cx="2561302" cy="72564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3B60B9F-AA78-F78E-7FCC-72D0F6EDE863}"/>
                  </a:ext>
                </a:extLst>
              </p:cNvPr>
              <p:cNvSpPr txBox="1"/>
              <p:nvPr/>
            </p:nvSpPr>
            <p:spPr>
              <a:xfrm>
                <a:off x="5177899" y="2552423"/>
                <a:ext cx="2280171" cy="66717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sz="26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11</m:t>
                      </m:r>
                      <m:r>
                        <a:rPr lang="en-PH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3B60B9F-AA78-F78E-7FCC-72D0F6EDE8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7899" y="2552423"/>
                <a:ext cx="2280171" cy="66717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26B146F-C5D2-7E43-D2E9-D649846E614C}"/>
                  </a:ext>
                </a:extLst>
              </p:cNvPr>
              <p:cNvSpPr txBox="1"/>
              <p:nvPr/>
            </p:nvSpPr>
            <p:spPr>
              <a:xfrm>
                <a:off x="5177899" y="3742492"/>
                <a:ext cx="3000900" cy="681853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GB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11</m:t>
                      </m:r>
                      <m:d>
                        <m:dPr>
                          <m:ctrlPr>
                            <a:rPr lang="en-PH" sz="2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GB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26B146F-C5D2-7E43-D2E9-D649846E61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7899" y="3742492"/>
                <a:ext cx="3000900" cy="68185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Curved Connector 33">
            <a:extLst>
              <a:ext uri="{FF2B5EF4-FFF2-40B4-BE49-F238E27FC236}">
                <a16:creationId xmlns:a16="http://schemas.microsoft.com/office/drawing/2014/main" id="{F4271861-1F5D-A2A7-5648-89203FCEEAA8}"/>
              </a:ext>
            </a:extLst>
          </p:cNvPr>
          <p:cNvCxnSpPr>
            <a:cxnSpLocks/>
            <a:stCxn id="11" idx="1"/>
            <a:endCxn id="27" idx="3"/>
          </p:cNvCxnSpPr>
          <p:nvPr/>
        </p:nvCxnSpPr>
        <p:spPr>
          <a:xfrm rot="10800000" flipV="1">
            <a:off x="7458071" y="1333378"/>
            <a:ext cx="2439463" cy="1552630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9CA3AC96-0854-7EC4-0D29-631F284038CA}"/>
                  </a:ext>
                </a:extLst>
              </p:cNvPr>
              <p:cNvSpPr txBox="1"/>
              <p:nvPr/>
            </p:nvSpPr>
            <p:spPr>
              <a:xfrm>
                <a:off x="5310529" y="6056378"/>
                <a:ext cx="1888973" cy="72564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22</m:t>
                              </m:r>
                            </m:e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22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9CA3AC96-0854-7EC4-0D29-631F284038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0529" y="6056378"/>
                <a:ext cx="1888973" cy="72564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3916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3" grpId="0"/>
      <p:bldP spid="27" grpId="0"/>
      <p:bldP spid="30" grpId="0"/>
      <p:bldP spid="4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510445-893D-21D7-0B7E-BEA6EAE42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2B71DD-5013-EF6E-A20E-4675B9654171}"/>
                  </a:ext>
                </a:extLst>
              </p:cNvPr>
              <p:cNvSpPr txBox="1"/>
              <p:nvPr/>
            </p:nvSpPr>
            <p:spPr>
              <a:xfrm>
                <a:off x="5092603" y="1347672"/>
                <a:ext cx="2280171" cy="681853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2B71DD-5013-EF6E-A20E-4675B96541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2603" y="1347672"/>
                <a:ext cx="2280171" cy="68185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9F9DF52-8CD0-F63A-B105-EF4D5A18E1FD}"/>
                  </a:ext>
                </a:extLst>
              </p:cNvPr>
              <p:cNvSpPr txBox="1"/>
              <p:nvPr/>
            </p:nvSpPr>
            <p:spPr>
              <a:xfrm>
                <a:off x="9999133" y="1088456"/>
                <a:ext cx="1532467" cy="430887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800" b="1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2800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GB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9F9DF52-8CD0-F63A-B105-EF4D5A18E1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9133" y="1088456"/>
                <a:ext cx="1532467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F07F407-3F7B-FE65-6921-8EB9A5A64A38}"/>
                  </a:ext>
                </a:extLst>
              </p:cNvPr>
              <p:cNvSpPr txBox="1"/>
              <p:nvPr/>
            </p:nvSpPr>
            <p:spPr>
              <a:xfrm>
                <a:off x="9999133" y="10758"/>
                <a:ext cx="2192867" cy="718466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GB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8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28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F07F407-3F7B-FE65-6921-8EB9A5A64A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9133" y="10758"/>
                <a:ext cx="2192867" cy="71846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Curved Connector 7">
            <a:extLst>
              <a:ext uri="{FF2B5EF4-FFF2-40B4-BE49-F238E27FC236}">
                <a16:creationId xmlns:a16="http://schemas.microsoft.com/office/drawing/2014/main" id="{52DB6821-D894-037E-C640-4B47B7F6553E}"/>
              </a:ext>
            </a:extLst>
          </p:cNvPr>
          <p:cNvCxnSpPr>
            <a:cxnSpLocks/>
            <a:stCxn id="12" idx="1"/>
            <a:endCxn id="30" idx="3"/>
          </p:cNvCxnSpPr>
          <p:nvPr/>
        </p:nvCxnSpPr>
        <p:spPr>
          <a:xfrm rot="10800000" flipV="1">
            <a:off x="7833516" y="2236137"/>
            <a:ext cx="2165616" cy="1847281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urved Connector 18">
            <a:extLst>
              <a:ext uri="{FF2B5EF4-FFF2-40B4-BE49-F238E27FC236}">
                <a16:creationId xmlns:a16="http://schemas.microsoft.com/office/drawing/2014/main" id="{178E4027-B01D-CCA0-1A6B-5E9495B62E77}"/>
              </a:ext>
            </a:extLst>
          </p:cNvPr>
          <p:cNvCxnSpPr>
            <a:cxnSpLocks/>
            <a:stCxn id="3" idx="1"/>
            <a:endCxn id="4" idx="3"/>
          </p:cNvCxnSpPr>
          <p:nvPr/>
        </p:nvCxnSpPr>
        <p:spPr>
          <a:xfrm rot="10800000" flipV="1">
            <a:off x="7372775" y="369991"/>
            <a:ext cx="2626359" cy="1318608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B372100-0499-AAF0-2C03-95EBB9C6F77E}"/>
                  </a:ext>
                </a:extLst>
              </p:cNvPr>
              <p:cNvSpPr txBox="1"/>
              <p:nvPr/>
            </p:nvSpPr>
            <p:spPr>
              <a:xfrm>
                <a:off x="4874084" y="271124"/>
                <a:ext cx="2672431" cy="769441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5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l-GR" sz="5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PH" sz="5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50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B372100-0499-AAF0-2C03-95EBB9C6F7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4084" y="271124"/>
                <a:ext cx="2672431" cy="76944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A94BB5D-3944-CF7C-934D-B1C2B4C9C3C1}"/>
                  </a:ext>
                </a:extLst>
              </p:cNvPr>
              <p:cNvSpPr txBox="1"/>
              <p:nvPr/>
            </p:nvSpPr>
            <p:spPr>
              <a:xfrm>
                <a:off x="9999132" y="1883252"/>
                <a:ext cx="1606128" cy="705771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A94BB5D-3944-CF7C-934D-B1C2B4C9C3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9132" y="1883252"/>
                <a:ext cx="1606128" cy="70577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F4AC4EC-B80B-8D27-C6EB-730C4A9E5AEE}"/>
                  </a:ext>
                </a:extLst>
              </p:cNvPr>
              <p:cNvSpPr txBox="1"/>
              <p:nvPr/>
            </p:nvSpPr>
            <p:spPr>
              <a:xfrm>
                <a:off x="4926280" y="4947244"/>
                <a:ext cx="2568037" cy="725648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−9+8</m:t>
                              </m:r>
                            </m:e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8−6</m:t>
                              </m:r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F4AC4EC-B80B-8D27-C6EB-730C4A9E5A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6280" y="4947244"/>
                <a:ext cx="2568037" cy="72564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2DA5E3B-14ED-02A1-41B8-DC525D36ECBA}"/>
                  </a:ext>
                </a:extLst>
              </p:cNvPr>
              <p:cNvSpPr txBox="1"/>
              <p:nvPr/>
            </p:nvSpPr>
            <p:spPr>
              <a:xfrm>
                <a:off x="5218541" y="2552423"/>
                <a:ext cx="2154234" cy="667170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sz="26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2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2DA5E3B-14ED-02A1-41B8-DC525D36EC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8541" y="2552423"/>
                <a:ext cx="2154234" cy="66717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3B45104-3C4A-EAD8-93A2-3BBFCB862098}"/>
                  </a:ext>
                </a:extLst>
              </p:cNvPr>
              <p:cNvSpPr txBox="1"/>
              <p:nvPr/>
            </p:nvSpPr>
            <p:spPr>
              <a:xfrm>
                <a:off x="4587082" y="3742492"/>
                <a:ext cx="3246434" cy="681853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6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26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260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d>
                        <m:dPr>
                          <m:ctrlPr>
                            <a:rPr lang="en-PH" sz="28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3B45104-3C4A-EAD8-93A2-3BBFCB8620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7082" y="3742492"/>
                <a:ext cx="3246434" cy="68185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Curved Connector 33">
            <a:extLst>
              <a:ext uri="{FF2B5EF4-FFF2-40B4-BE49-F238E27FC236}">
                <a16:creationId xmlns:a16="http://schemas.microsoft.com/office/drawing/2014/main" id="{C04287A6-EA5F-B68B-1A57-1A8543DC731F}"/>
              </a:ext>
            </a:extLst>
          </p:cNvPr>
          <p:cNvCxnSpPr>
            <a:cxnSpLocks/>
            <a:stCxn id="11" idx="1"/>
            <a:endCxn id="27" idx="3"/>
          </p:cNvCxnSpPr>
          <p:nvPr/>
        </p:nvCxnSpPr>
        <p:spPr>
          <a:xfrm rot="10800000" flipV="1">
            <a:off x="7372775" y="1303900"/>
            <a:ext cx="2626358" cy="1582108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0C302514-4977-E1A5-08DC-AC9FCA292716}"/>
                  </a:ext>
                </a:extLst>
              </p:cNvPr>
              <p:cNvSpPr txBox="1"/>
              <p:nvPr/>
            </p:nvSpPr>
            <p:spPr>
              <a:xfrm>
                <a:off x="5120483" y="6036058"/>
                <a:ext cx="1951034" cy="715645"/>
              </a:xfrm>
              <a:prstGeom prst="rect">
                <a:avLst/>
              </a:prstGeom>
              <a:noFill/>
              <a:ln w="38100">
                <a:solidFill>
                  <a:schemeClr val="bg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8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  <m:r>
                        <a:rPr lang="en-PH" sz="2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24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240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sz="2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2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0C302514-4977-E1A5-08DC-AC9FCA2927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0483" y="6036058"/>
                <a:ext cx="1951034" cy="71564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 w="38100"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49977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3" grpId="0"/>
      <p:bldP spid="27" grpId="0"/>
      <p:bldP spid="30" grpId="0"/>
      <p:bldP spid="4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AB46E25-EEA9-F487-061B-49703BC46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02DAAFE-9582-0B82-C3B4-1A11A51BBBDC}"/>
              </a:ext>
            </a:extLst>
          </p:cNvPr>
          <p:cNvCxnSpPr>
            <a:cxnSpLocks/>
          </p:cNvCxnSpPr>
          <p:nvPr/>
        </p:nvCxnSpPr>
        <p:spPr>
          <a:xfrm flipH="1" flipV="1">
            <a:off x="5829300" y="2743200"/>
            <a:ext cx="283210" cy="49628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ACD689E-634B-218A-F13E-24D9ECBD002A}"/>
                  </a:ext>
                </a:extLst>
              </p:cNvPr>
              <p:cNvSpPr txBox="1"/>
              <p:nvPr/>
            </p:nvSpPr>
            <p:spPr>
              <a:xfrm>
                <a:off x="892944" y="1407119"/>
                <a:ext cx="1840632" cy="766813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rgbClr val="00B050"/>
                  </a:solidFill>
                </a:endParaRPr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ACD689E-634B-218A-F13E-24D9ECBD00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944" y="1407119"/>
                <a:ext cx="1840632" cy="7668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475A71F-2770-F8C7-1B37-184EB9CD8AB7}"/>
                  </a:ext>
                </a:extLst>
              </p:cNvPr>
              <p:cNvSpPr txBox="1"/>
              <p:nvPr/>
            </p:nvSpPr>
            <p:spPr>
              <a:xfrm>
                <a:off x="892944" y="812377"/>
                <a:ext cx="1193147" cy="461665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US" sz="3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sz="3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rgbClr val="00B050"/>
                  </a:solidFill>
                </a:endParaRPr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475A71F-2770-F8C7-1B37-184EB9CD8A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944" y="812377"/>
                <a:ext cx="1193147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225ABA25-4726-A2D2-ED56-5182D524114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64306174"/>
              </p:ext>
            </p:extLst>
          </p:nvPr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223D0BB2-8B2A-1AD2-0AFF-9C17E4091B35}"/>
              </a:ext>
            </a:extLst>
          </p:cNvPr>
          <p:cNvSpPr txBox="1"/>
          <p:nvPr/>
        </p:nvSpPr>
        <p:spPr>
          <a:xfrm>
            <a:off x="1628986" y="5644393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dirty="0"/>
              <a:t>If we draw the </a:t>
            </a:r>
            <a:r>
              <a:rPr lang="en-PH" sz="2500" b="1" dirty="0"/>
              <a:t>eigenvectors</a:t>
            </a:r>
            <a:r>
              <a:rPr lang="en-PH" sz="2500" dirty="0"/>
              <a:t> and </a:t>
            </a:r>
            <a:r>
              <a:rPr lang="en-PH" sz="2500" b="1" dirty="0"/>
              <a:t>eigenvalues</a:t>
            </a:r>
            <a:r>
              <a:rPr lang="en-PH" sz="2500" dirty="0"/>
              <a:t> in our two- dimensional graph. It will look like this</a:t>
            </a:r>
            <a:endParaRPr lang="en-PH" sz="25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89793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1" grpId="0" animBg="1"/>
      <p:bldP spid="29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907C74D-7D02-18BA-8357-CB60F518F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853C6FD-2048-F5B6-7F8C-7912FDCEB810}"/>
              </a:ext>
            </a:extLst>
          </p:cNvPr>
          <p:cNvCxnSpPr>
            <a:cxnSpLocks/>
          </p:cNvCxnSpPr>
          <p:nvPr/>
        </p:nvCxnSpPr>
        <p:spPr>
          <a:xfrm flipV="1">
            <a:off x="6096000" y="1467940"/>
            <a:ext cx="3292772" cy="1771540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3BC2600-3E05-1D86-941A-F7B219E1959B}"/>
              </a:ext>
            </a:extLst>
          </p:cNvPr>
          <p:cNvCxnSpPr>
            <a:cxnSpLocks/>
          </p:cNvCxnSpPr>
          <p:nvPr/>
        </p:nvCxnSpPr>
        <p:spPr>
          <a:xfrm flipH="1" flipV="1">
            <a:off x="5829300" y="2743200"/>
            <a:ext cx="283210" cy="49628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459CD5C-E802-10F7-A5BA-8493A3463950}"/>
                  </a:ext>
                </a:extLst>
              </p:cNvPr>
              <p:cNvSpPr txBox="1"/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459CD5C-E802-10F7-A5BA-8493A34639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BE060D1-831E-2FA4-9063-279086246EE7}"/>
                  </a:ext>
                </a:extLst>
              </p:cNvPr>
              <p:cNvSpPr txBox="1"/>
              <p:nvPr/>
            </p:nvSpPr>
            <p:spPr>
              <a:xfrm>
                <a:off x="892944" y="1407119"/>
                <a:ext cx="1840632" cy="766813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rgbClr val="00B050"/>
                  </a:solidFill>
                </a:endParaRPr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BE060D1-831E-2FA4-9063-279086246E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944" y="1407119"/>
                <a:ext cx="1840632" cy="7668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459207C-79E9-C610-55B2-B159E316F809}"/>
                  </a:ext>
                </a:extLst>
              </p:cNvPr>
              <p:cNvSpPr txBox="1"/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459207C-79E9-C610-55B2-B159E316F8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20433D6-A019-5A9D-483A-961F661261F6}"/>
                  </a:ext>
                </a:extLst>
              </p:cNvPr>
              <p:cNvSpPr txBox="1"/>
              <p:nvPr/>
            </p:nvSpPr>
            <p:spPr>
              <a:xfrm>
                <a:off x="892944" y="812377"/>
                <a:ext cx="1193147" cy="461665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US" sz="3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sz="3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rgbClr val="00B050"/>
                  </a:solidFill>
                </a:endParaRPr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20433D6-A019-5A9D-483A-961F66126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944" y="812377"/>
                <a:ext cx="1193147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A96D5AEF-A38D-6E38-EE20-60490BAFA6F9}"/>
              </a:ext>
            </a:extLst>
          </p:cNvPr>
          <p:cNvGraphicFramePr/>
          <p:nvPr/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FBC09817-2FB4-131A-51F9-F974D9DD17C3}"/>
              </a:ext>
            </a:extLst>
          </p:cNvPr>
          <p:cNvSpPr txBox="1"/>
          <p:nvPr/>
        </p:nvSpPr>
        <p:spPr>
          <a:xfrm>
            <a:off x="1628986" y="5644393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dirty="0"/>
              <a:t>If we draw the </a:t>
            </a:r>
            <a:r>
              <a:rPr lang="en-PH" sz="2500" b="1" dirty="0"/>
              <a:t>eigenvectors</a:t>
            </a:r>
            <a:r>
              <a:rPr lang="en-PH" sz="2500" dirty="0"/>
              <a:t> and </a:t>
            </a:r>
            <a:r>
              <a:rPr lang="en-PH" sz="2500" b="1" dirty="0"/>
              <a:t>eigenvalues</a:t>
            </a:r>
            <a:r>
              <a:rPr lang="en-PH" sz="2500" dirty="0"/>
              <a:t> in our two- dimensional graph. It will look like this</a:t>
            </a:r>
            <a:endParaRPr lang="en-PH" sz="25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70010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0D39C89-D881-88B1-BD99-C4376CD06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3110A20-AC0D-4532-3A68-F1736A25DFF0}"/>
              </a:ext>
            </a:extLst>
          </p:cNvPr>
          <p:cNvCxnSpPr>
            <a:cxnSpLocks/>
          </p:cNvCxnSpPr>
          <p:nvPr/>
        </p:nvCxnSpPr>
        <p:spPr>
          <a:xfrm flipV="1">
            <a:off x="6096000" y="1467940"/>
            <a:ext cx="3292772" cy="1771540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B3E02E6-1409-CD84-509D-8CE47E9367F9}"/>
              </a:ext>
            </a:extLst>
          </p:cNvPr>
          <p:cNvCxnSpPr>
            <a:cxnSpLocks/>
          </p:cNvCxnSpPr>
          <p:nvPr/>
        </p:nvCxnSpPr>
        <p:spPr>
          <a:xfrm flipH="1" flipV="1">
            <a:off x="5829300" y="2743200"/>
            <a:ext cx="283210" cy="49628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27B774D-6ABB-41C0-01F2-E4834A23B896}"/>
                  </a:ext>
                </a:extLst>
              </p:cNvPr>
              <p:cNvSpPr txBox="1"/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27B774D-6ABB-41C0-01F2-E4834A23B8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17C7821-0346-009B-A0F9-7CC7DB89E7C4}"/>
                  </a:ext>
                </a:extLst>
              </p:cNvPr>
              <p:cNvSpPr txBox="1"/>
              <p:nvPr/>
            </p:nvSpPr>
            <p:spPr>
              <a:xfrm>
                <a:off x="892944" y="1407119"/>
                <a:ext cx="1840632" cy="766813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rgbClr val="00B050"/>
                  </a:solidFill>
                </a:endParaRPr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17C7821-0346-009B-A0F9-7CC7DB89E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944" y="1407119"/>
                <a:ext cx="1840632" cy="7668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CA4AD1C-6EB9-D51C-D0EE-136ABF36794F}"/>
                  </a:ext>
                </a:extLst>
              </p:cNvPr>
              <p:cNvSpPr txBox="1"/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CA4AD1C-6EB9-D51C-D0EE-136ABF3679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7E14FE7-6C1E-C208-DA27-C822EE975F90}"/>
                  </a:ext>
                </a:extLst>
              </p:cNvPr>
              <p:cNvSpPr txBox="1"/>
              <p:nvPr/>
            </p:nvSpPr>
            <p:spPr>
              <a:xfrm>
                <a:off x="892944" y="812377"/>
                <a:ext cx="1193147" cy="461665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US" sz="3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sz="3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rgbClr val="00B050"/>
                  </a:solidFill>
                </a:endParaRPr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7E14FE7-6C1E-C208-DA27-C822EE975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944" y="812377"/>
                <a:ext cx="1193147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A2A64F97-0785-D2CE-F678-7507D6791CE9}"/>
              </a:ext>
            </a:extLst>
          </p:cNvPr>
          <p:cNvGraphicFramePr/>
          <p:nvPr/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10450B24-CD3F-C1EF-6948-EE6A04695D08}"/>
              </a:ext>
            </a:extLst>
          </p:cNvPr>
          <p:cNvSpPr txBox="1"/>
          <p:nvPr/>
        </p:nvSpPr>
        <p:spPr>
          <a:xfrm>
            <a:off x="1628986" y="5644393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dirty="0"/>
              <a:t>In our example, we have two principal components, </a:t>
            </a:r>
            <a:r>
              <a:rPr lang="en-PH" sz="2500" b="1" dirty="0">
                <a:solidFill>
                  <a:srgbClr val="00B050"/>
                </a:solidFill>
              </a:rPr>
              <a:t>PC1</a:t>
            </a:r>
            <a:r>
              <a:rPr lang="en-PH" sz="2500" dirty="0"/>
              <a:t> and </a:t>
            </a:r>
            <a:r>
              <a:rPr lang="en-PH" sz="2500" b="1" dirty="0">
                <a:solidFill>
                  <a:srgbClr val="FF0000"/>
                </a:solidFill>
              </a:rPr>
              <a:t>PC2</a:t>
            </a:r>
          </a:p>
        </p:txBody>
      </p:sp>
    </p:spTree>
    <p:extLst>
      <p:ext uri="{BB962C8B-B14F-4D97-AF65-F5344CB8AC3E}">
        <p14:creationId xmlns:p14="http://schemas.microsoft.com/office/powerpoint/2010/main" val="1925469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4DEDC1A-6AF6-2687-8729-6470FBA19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D84CE0B-1D15-547A-BE52-2A46746E928A}"/>
              </a:ext>
            </a:extLst>
          </p:cNvPr>
          <p:cNvCxnSpPr>
            <a:cxnSpLocks/>
          </p:cNvCxnSpPr>
          <p:nvPr/>
        </p:nvCxnSpPr>
        <p:spPr>
          <a:xfrm flipV="1">
            <a:off x="6096000" y="1467940"/>
            <a:ext cx="3292772" cy="1771540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D0D5241-5982-50B4-431A-409FB55C05BB}"/>
              </a:ext>
            </a:extLst>
          </p:cNvPr>
          <p:cNvCxnSpPr>
            <a:cxnSpLocks/>
          </p:cNvCxnSpPr>
          <p:nvPr/>
        </p:nvCxnSpPr>
        <p:spPr>
          <a:xfrm flipH="1" flipV="1">
            <a:off x="5829300" y="2743200"/>
            <a:ext cx="283210" cy="49628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6ACF3F7-4BEF-A909-C1D0-CAC1E3784911}"/>
                  </a:ext>
                </a:extLst>
              </p:cNvPr>
              <p:cNvSpPr txBox="1"/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6ACF3F7-4BEF-A909-C1D0-CAC1E37849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D106A57-18E3-3594-519D-C3FF6064FAC1}"/>
                  </a:ext>
                </a:extLst>
              </p:cNvPr>
              <p:cNvSpPr txBox="1"/>
              <p:nvPr/>
            </p:nvSpPr>
            <p:spPr>
              <a:xfrm>
                <a:off x="909454" y="1407119"/>
                <a:ext cx="1840632" cy="766813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rgbClr val="00B050"/>
                  </a:solidFill>
                </a:endParaRPr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D106A57-18E3-3594-519D-C3FF6064FA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4" y="1407119"/>
                <a:ext cx="1840632" cy="7668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B07BB9B-5A27-925D-56F7-050E3397A6D0}"/>
                  </a:ext>
                </a:extLst>
              </p:cNvPr>
              <p:cNvSpPr txBox="1"/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B07BB9B-5A27-925D-56F7-050E3397A6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08D8C5C-5BC5-5391-E2D9-9FD82051CF74}"/>
                  </a:ext>
                </a:extLst>
              </p:cNvPr>
              <p:cNvSpPr txBox="1"/>
              <p:nvPr/>
            </p:nvSpPr>
            <p:spPr>
              <a:xfrm>
                <a:off x="909454" y="812377"/>
                <a:ext cx="1193147" cy="461665"/>
              </a:xfrm>
              <a:prstGeom prst="rect">
                <a:avLst/>
              </a:prstGeom>
              <a:noFill/>
              <a:ln w="38100">
                <a:solidFill>
                  <a:srgbClr val="00B05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US" sz="3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sz="3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rgbClr val="00B050"/>
                  </a:solidFill>
                </a:endParaRPr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08D8C5C-5BC5-5391-E2D9-9FD82051CF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4" y="812377"/>
                <a:ext cx="1193147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A16319C2-2D19-3196-FFEB-D3A41AC6047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65169955"/>
              </p:ext>
            </p:extLst>
          </p:nvPr>
        </p:nvGraphicFramePr>
        <p:xfrm>
          <a:off x="341251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D1A886A-4C9D-610F-C44B-F8E54309465F}"/>
              </a:ext>
            </a:extLst>
          </p:cNvPr>
          <p:cNvSpPr txBox="1"/>
          <p:nvPr/>
        </p:nvSpPr>
        <p:spPr>
          <a:xfrm>
            <a:off x="1628986" y="5644393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dirty="0"/>
              <a:t>In PCA, we can choose which principal component to project our data. Let us choose </a:t>
            </a:r>
            <a:r>
              <a:rPr lang="en-PH" sz="2500" b="1" dirty="0">
                <a:solidFill>
                  <a:srgbClr val="FF0000"/>
                </a:solidFill>
              </a:rPr>
              <a:t>PC1</a:t>
            </a:r>
            <a:r>
              <a:rPr lang="en-PH" sz="2500" dirty="0"/>
              <a:t> </a:t>
            </a:r>
            <a:endParaRPr lang="en-PH" sz="25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4648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4" presetClass="exit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1" grpId="0" animBg="1"/>
      <p:bldP spid="6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2595B35-0A7F-3CA3-2ACD-1F25BC4C5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1BC44C2-AD53-5683-4B43-A83033954F3E}"/>
              </a:ext>
            </a:extLst>
          </p:cNvPr>
          <p:cNvCxnSpPr>
            <a:cxnSpLocks/>
          </p:cNvCxnSpPr>
          <p:nvPr/>
        </p:nvCxnSpPr>
        <p:spPr>
          <a:xfrm flipV="1">
            <a:off x="6096000" y="1467940"/>
            <a:ext cx="3292772" cy="1771540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BABE579-EE4E-CCF7-D0A0-C495DDC3B2EE}"/>
                  </a:ext>
                </a:extLst>
              </p:cNvPr>
              <p:cNvSpPr txBox="1"/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BABE579-EE4E-CCF7-D0A0-C495DDC3B2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FE07E55-EFBD-1520-E704-871E93C6D4D0}"/>
                  </a:ext>
                </a:extLst>
              </p:cNvPr>
              <p:cNvSpPr txBox="1"/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FE07E55-EFBD-1520-E704-871E93C6D4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D2B80CF3-F434-F015-B6B9-7165B11F74AB}"/>
              </a:ext>
            </a:extLst>
          </p:cNvPr>
          <p:cNvGraphicFramePr/>
          <p:nvPr/>
        </p:nvGraphicFramePr>
        <p:xfrm>
          <a:off x="341251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042FD63B-0C92-449D-5EEE-F9BD21455C59}"/>
              </a:ext>
            </a:extLst>
          </p:cNvPr>
          <p:cNvSpPr txBox="1"/>
          <p:nvPr/>
        </p:nvSpPr>
        <p:spPr>
          <a:xfrm>
            <a:off x="1628986" y="5644393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dirty="0"/>
              <a:t>We then make </a:t>
            </a:r>
            <a:r>
              <a:rPr lang="en-PH" sz="2500" b="1" dirty="0">
                <a:solidFill>
                  <a:srgbClr val="FF0000"/>
                </a:solidFill>
              </a:rPr>
              <a:t>PC1</a:t>
            </a:r>
            <a:r>
              <a:rPr lang="en-PH" sz="2500" dirty="0"/>
              <a:t> symmetrical by extending it to the other direction</a:t>
            </a:r>
            <a:endParaRPr lang="en-PH" sz="25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011248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1503D33-2C26-EB2D-4A6D-E4E4113EA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E782827-581E-216F-757B-9F9462B20240}"/>
              </a:ext>
            </a:extLst>
          </p:cNvPr>
          <p:cNvCxnSpPr>
            <a:cxnSpLocks/>
          </p:cNvCxnSpPr>
          <p:nvPr/>
        </p:nvCxnSpPr>
        <p:spPr>
          <a:xfrm flipV="1">
            <a:off x="3560223" y="1467940"/>
            <a:ext cx="5828549" cy="3135810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847FBD6-7231-70A2-43DF-2A732316C629}"/>
                  </a:ext>
                </a:extLst>
              </p:cNvPr>
              <p:cNvSpPr txBox="1"/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847FBD6-7231-70A2-43DF-2A732316C6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C9CBC31-F36F-FF94-7294-B4851ED06F0D}"/>
                  </a:ext>
                </a:extLst>
              </p:cNvPr>
              <p:cNvSpPr txBox="1"/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C9CBC31-F36F-FF94-7294-B4851ED06F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198104BA-F8AB-C559-7DA4-68AA5B91231D}"/>
              </a:ext>
            </a:extLst>
          </p:cNvPr>
          <p:cNvGraphicFramePr/>
          <p:nvPr/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7C92441-BA9E-DE66-8709-A9FBC8B0329F}"/>
              </a:ext>
            </a:extLst>
          </p:cNvPr>
          <p:cNvSpPr txBox="1"/>
          <p:nvPr/>
        </p:nvSpPr>
        <p:spPr>
          <a:xfrm>
            <a:off x="1628986" y="5644393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dirty="0"/>
              <a:t>We then make </a:t>
            </a:r>
            <a:r>
              <a:rPr lang="en-PH" sz="2500" b="1" dirty="0">
                <a:solidFill>
                  <a:srgbClr val="FF0000"/>
                </a:solidFill>
              </a:rPr>
              <a:t>PC1</a:t>
            </a:r>
            <a:r>
              <a:rPr lang="en-PH" sz="2500" dirty="0"/>
              <a:t> symmetrical by extending it to the other direction</a:t>
            </a:r>
            <a:endParaRPr lang="en-PH" sz="25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732542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="0">
  <p:cSld>
    <p:spTree>
      <p:nvGrpSpPr>
        <p:cNvPr id="1" name="">
          <a:extLst>
            <a:ext uri="{FF2B5EF4-FFF2-40B4-BE49-F238E27FC236}">
              <a16:creationId xmlns:a16="http://schemas.microsoft.com/office/drawing/2014/main" id="{6D6A622D-75A0-96CF-0614-669DD9B9C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496FEF9-0AAB-8A27-8B08-8AAAAB4D78E2}"/>
              </a:ext>
            </a:extLst>
          </p:cNvPr>
          <p:cNvCxnSpPr>
            <a:cxnSpLocks/>
          </p:cNvCxnSpPr>
          <p:nvPr/>
        </p:nvCxnSpPr>
        <p:spPr>
          <a:xfrm flipV="1">
            <a:off x="3560223" y="1467940"/>
            <a:ext cx="5828549" cy="3135810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E577264-F163-5CCC-A602-37D4E6B7B8D2}"/>
                  </a:ext>
                </a:extLst>
              </p:cNvPr>
              <p:cNvSpPr txBox="1"/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E577264-F163-5CCC-A602-37D4E6B7B8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3A92134-B991-8F38-8EF2-8BFC9F63F71C}"/>
                  </a:ext>
                </a:extLst>
              </p:cNvPr>
              <p:cNvSpPr txBox="1"/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3A92134-B991-8F38-8EF2-8BFC9F63F7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AB08F2D0-365B-A978-22F7-EBC3CAE926F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17064895"/>
              </p:ext>
            </p:extLst>
          </p:nvPr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" name="Oval 1">
            <a:extLst>
              <a:ext uri="{FF2B5EF4-FFF2-40B4-BE49-F238E27FC236}">
                <a16:creationId xmlns:a16="http://schemas.microsoft.com/office/drawing/2014/main" id="{6B65B7ED-A0EA-FF86-CECC-38F0ECF8972C}"/>
              </a:ext>
            </a:extLst>
          </p:cNvPr>
          <p:cNvSpPr/>
          <p:nvPr/>
        </p:nvSpPr>
        <p:spPr>
          <a:xfrm>
            <a:off x="3741440" y="4104376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C46A2163-EA5F-D45E-68DB-1DEF4446B486}"/>
              </a:ext>
            </a:extLst>
          </p:cNvPr>
          <p:cNvSpPr/>
          <p:nvPr/>
        </p:nvSpPr>
        <p:spPr>
          <a:xfrm>
            <a:off x="4991120" y="3850376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1D56770-F051-4370-0D89-B6C44F75767A}"/>
              </a:ext>
            </a:extLst>
          </p:cNvPr>
          <p:cNvSpPr/>
          <p:nvPr/>
        </p:nvSpPr>
        <p:spPr>
          <a:xfrm>
            <a:off x="7029470" y="2402576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76F4BC7-3B29-EEE3-3F50-08C1BF0C849B}"/>
              </a:ext>
            </a:extLst>
          </p:cNvPr>
          <p:cNvSpPr/>
          <p:nvPr/>
        </p:nvSpPr>
        <p:spPr>
          <a:xfrm>
            <a:off x="8293120" y="2146195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62E1EE0-3E8D-2689-8C86-C69DAAA49C22}"/>
              </a:ext>
            </a:extLst>
          </p:cNvPr>
          <p:cNvSpPr txBox="1"/>
          <p:nvPr/>
        </p:nvSpPr>
        <p:spPr>
          <a:xfrm>
            <a:off x="1628986" y="5644393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dirty="0"/>
              <a:t>And finally we project our data to </a:t>
            </a:r>
            <a:r>
              <a:rPr lang="en-PH" sz="2500" b="1" dirty="0">
                <a:solidFill>
                  <a:srgbClr val="FF0000"/>
                </a:solidFill>
              </a:rPr>
              <a:t>PC1</a:t>
            </a:r>
            <a:r>
              <a:rPr lang="en-PH" sz="2500" dirty="0"/>
              <a:t> making it one-dimensional</a:t>
            </a:r>
            <a:endParaRPr lang="en-PH" sz="25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3007026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D29F635-13D7-A4DD-7459-F51F2556C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25DB37C-3DAA-62F2-377C-E2BB8EB8F623}"/>
              </a:ext>
            </a:extLst>
          </p:cNvPr>
          <p:cNvCxnSpPr>
            <a:cxnSpLocks/>
          </p:cNvCxnSpPr>
          <p:nvPr/>
        </p:nvCxnSpPr>
        <p:spPr>
          <a:xfrm flipV="1">
            <a:off x="3560223" y="1467940"/>
            <a:ext cx="5828549" cy="3135810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74843F1-4CBE-69E4-5E57-C3289B50224E}"/>
                  </a:ext>
                </a:extLst>
              </p:cNvPr>
              <p:cNvSpPr txBox="1"/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74843F1-4CBE-69E4-5E57-C3289B5022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8DF1412-4163-5AE1-3B08-D4E6CA62C8A4}"/>
                  </a:ext>
                </a:extLst>
              </p:cNvPr>
              <p:cNvSpPr txBox="1"/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8DF1412-4163-5AE1-3B08-D4E6CA62C8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38C8C3DB-F17B-68FA-9252-DBEF0479AF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93122054"/>
              </p:ext>
            </p:extLst>
          </p:nvPr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8A75C43D-D8C6-8FBF-C6E3-0248E98B8697}"/>
              </a:ext>
            </a:extLst>
          </p:cNvPr>
          <p:cNvSpPr/>
          <p:nvPr/>
        </p:nvSpPr>
        <p:spPr>
          <a:xfrm>
            <a:off x="3731492" y="4103318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D48618C-9DA3-D97C-4347-135805057EF4}"/>
              </a:ext>
            </a:extLst>
          </p:cNvPr>
          <p:cNvSpPr/>
          <p:nvPr/>
        </p:nvSpPr>
        <p:spPr>
          <a:xfrm>
            <a:off x="5001915" y="3853551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2238D5B-B1D1-AE19-6DE5-5C1D6CB402FC}"/>
              </a:ext>
            </a:extLst>
          </p:cNvPr>
          <p:cNvSpPr/>
          <p:nvPr/>
        </p:nvSpPr>
        <p:spPr>
          <a:xfrm>
            <a:off x="7030740" y="2393051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10A381F-F9D2-B08C-F06B-A117318086DF}"/>
              </a:ext>
            </a:extLst>
          </p:cNvPr>
          <p:cNvSpPr/>
          <p:nvPr/>
        </p:nvSpPr>
        <p:spPr>
          <a:xfrm>
            <a:off x="8287247" y="2153329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280E1B9-8709-6E51-E1A6-61DEFA680FC6}"/>
              </a:ext>
            </a:extLst>
          </p:cNvPr>
          <p:cNvSpPr/>
          <p:nvPr/>
        </p:nvSpPr>
        <p:spPr>
          <a:xfrm>
            <a:off x="6006000" y="3122490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E0AC56E-C366-DC96-EF7A-C13C03F373DF}"/>
              </a:ext>
            </a:extLst>
          </p:cNvPr>
          <p:cNvSpPr txBox="1"/>
          <p:nvPr/>
        </p:nvSpPr>
        <p:spPr>
          <a:xfrm>
            <a:off x="1628986" y="5644393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dirty="0"/>
              <a:t>And finally we project our data to </a:t>
            </a:r>
            <a:r>
              <a:rPr lang="en-PH" sz="2500" b="1" dirty="0">
                <a:solidFill>
                  <a:srgbClr val="FF0000"/>
                </a:solidFill>
              </a:rPr>
              <a:t>PC1</a:t>
            </a:r>
            <a:r>
              <a:rPr lang="en-PH" sz="2500" dirty="0"/>
              <a:t> making it one-dimensional</a:t>
            </a:r>
            <a:endParaRPr lang="en-PH" sz="25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995015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4B95C18-704D-F2D8-3784-F78708B88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D6E9EFD-E77D-9126-5AC0-F1C681BCD37D}"/>
              </a:ext>
            </a:extLst>
          </p:cNvPr>
          <p:cNvCxnSpPr>
            <a:cxnSpLocks/>
          </p:cNvCxnSpPr>
          <p:nvPr/>
        </p:nvCxnSpPr>
        <p:spPr>
          <a:xfrm flipV="1">
            <a:off x="3560223" y="1467940"/>
            <a:ext cx="5828549" cy="3135810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D289AF4-3B33-32D3-9BB8-F6841FC92B55}"/>
                  </a:ext>
                </a:extLst>
              </p:cNvPr>
              <p:cNvSpPr txBox="1"/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3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3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D289AF4-3B33-32D3-9BB8-F6841FC92B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1587947"/>
                <a:ext cx="1544782" cy="7668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C69DA89-92E4-FFD4-BF08-7BACBAF9E294}"/>
                  </a:ext>
                </a:extLst>
              </p:cNvPr>
              <p:cNvSpPr txBox="1"/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3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  <m:sub>
                          <m:r>
                            <a:rPr lang="en-GB" sz="3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3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3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C69DA89-92E4-FFD4-BF08-7BACBAF9E2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1665" y="909062"/>
                <a:ext cx="1406347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892ED86E-2035-06C0-0326-BA4DF523115F}"/>
              </a:ext>
            </a:extLst>
          </p:cNvPr>
          <p:cNvGraphicFramePr/>
          <p:nvPr/>
        </p:nvGraphicFramePr>
        <p:xfrm>
          <a:off x="3396000" y="634240"/>
          <a:ext cx="5400000" cy="54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FD8DA0E0-430C-F6C9-D364-57770546D817}"/>
              </a:ext>
            </a:extLst>
          </p:cNvPr>
          <p:cNvSpPr/>
          <p:nvPr/>
        </p:nvSpPr>
        <p:spPr>
          <a:xfrm>
            <a:off x="3731492" y="4374252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AA7D907-AF31-47EC-8C18-78BF458B28CB}"/>
              </a:ext>
            </a:extLst>
          </p:cNvPr>
          <p:cNvSpPr/>
          <p:nvPr/>
        </p:nvSpPr>
        <p:spPr>
          <a:xfrm>
            <a:off x="5001915" y="3684218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C13F5FA-FDEE-E29B-1356-C2ABFAF82969}"/>
              </a:ext>
            </a:extLst>
          </p:cNvPr>
          <p:cNvSpPr/>
          <p:nvPr/>
        </p:nvSpPr>
        <p:spPr>
          <a:xfrm>
            <a:off x="7030740" y="2569158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D7BA7DC-FDD2-31E3-88C6-22E5B353D9CC}"/>
              </a:ext>
            </a:extLst>
          </p:cNvPr>
          <p:cNvSpPr/>
          <p:nvPr/>
        </p:nvSpPr>
        <p:spPr>
          <a:xfrm>
            <a:off x="8287247" y="1881353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EE9E174-A5A5-083B-17F5-B9BBA54DA311}"/>
              </a:ext>
            </a:extLst>
          </p:cNvPr>
          <p:cNvSpPr/>
          <p:nvPr/>
        </p:nvSpPr>
        <p:spPr>
          <a:xfrm>
            <a:off x="6006000" y="3122490"/>
            <a:ext cx="180000" cy="180000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299FC1-F3AB-12F7-D8DA-E1FBD6FFE56F}"/>
              </a:ext>
            </a:extLst>
          </p:cNvPr>
          <p:cNvSpPr txBox="1"/>
          <p:nvPr/>
        </p:nvSpPr>
        <p:spPr>
          <a:xfrm>
            <a:off x="1628986" y="5644393"/>
            <a:ext cx="8934027" cy="861774"/>
          </a:xfrm>
          <a:custGeom>
            <a:avLst/>
            <a:gdLst>
              <a:gd name="connsiteX0" fmla="*/ 0 w 8934027"/>
              <a:gd name="connsiteY0" fmla="*/ 0 h 861774"/>
              <a:gd name="connsiteX1" fmla="*/ 774282 w 8934027"/>
              <a:gd name="connsiteY1" fmla="*/ 0 h 861774"/>
              <a:gd name="connsiteX2" fmla="*/ 1548565 w 8934027"/>
              <a:gd name="connsiteY2" fmla="*/ 0 h 861774"/>
              <a:gd name="connsiteX3" fmla="*/ 2233507 w 8934027"/>
              <a:gd name="connsiteY3" fmla="*/ 0 h 861774"/>
              <a:gd name="connsiteX4" fmla="*/ 2829109 w 8934027"/>
              <a:gd name="connsiteY4" fmla="*/ 0 h 861774"/>
              <a:gd name="connsiteX5" fmla="*/ 3246030 w 8934027"/>
              <a:gd name="connsiteY5" fmla="*/ 0 h 861774"/>
              <a:gd name="connsiteX6" fmla="*/ 3662951 w 8934027"/>
              <a:gd name="connsiteY6" fmla="*/ 0 h 861774"/>
              <a:gd name="connsiteX7" fmla="*/ 4079872 w 8934027"/>
              <a:gd name="connsiteY7" fmla="*/ 0 h 861774"/>
              <a:gd name="connsiteX8" fmla="*/ 4854155 w 8934027"/>
              <a:gd name="connsiteY8" fmla="*/ 0 h 861774"/>
              <a:gd name="connsiteX9" fmla="*/ 5628437 w 8934027"/>
              <a:gd name="connsiteY9" fmla="*/ 0 h 861774"/>
              <a:gd name="connsiteX10" fmla="*/ 6045358 w 8934027"/>
              <a:gd name="connsiteY10" fmla="*/ 0 h 861774"/>
              <a:gd name="connsiteX11" fmla="*/ 6551620 w 8934027"/>
              <a:gd name="connsiteY11" fmla="*/ 0 h 861774"/>
              <a:gd name="connsiteX12" fmla="*/ 7236562 w 8934027"/>
              <a:gd name="connsiteY12" fmla="*/ 0 h 861774"/>
              <a:gd name="connsiteX13" fmla="*/ 7832164 w 8934027"/>
              <a:gd name="connsiteY13" fmla="*/ 0 h 861774"/>
              <a:gd name="connsiteX14" fmla="*/ 8249085 w 8934027"/>
              <a:gd name="connsiteY14" fmla="*/ 0 h 861774"/>
              <a:gd name="connsiteX15" fmla="*/ 8934027 w 8934027"/>
              <a:gd name="connsiteY15" fmla="*/ 0 h 861774"/>
              <a:gd name="connsiteX16" fmla="*/ 8934027 w 8934027"/>
              <a:gd name="connsiteY16" fmla="*/ 448122 h 861774"/>
              <a:gd name="connsiteX17" fmla="*/ 8934027 w 8934027"/>
              <a:gd name="connsiteY17" fmla="*/ 861774 h 861774"/>
              <a:gd name="connsiteX18" fmla="*/ 8159745 w 8934027"/>
              <a:gd name="connsiteY18" fmla="*/ 861774 h 861774"/>
              <a:gd name="connsiteX19" fmla="*/ 7653483 w 8934027"/>
              <a:gd name="connsiteY19" fmla="*/ 861774 h 861774"/>
              <a:gd name="connsiteX20" fmla="*/ 7057881 w 8934027"/>
              <a:gd name="connsiteY20" fmla="*/ 861774 h 861774"/>
              <a:gd name="connsiteX21" fmla="*/ 6372939 w 8934027"/>
              <a:gd name="connsiteY21" fmla="*/ 861774 h 861774"/>
              <a:gd name="connsiteX22" fmla="*/ 5598657 w 8934027"/>
              <a:gd name="connsiteY22" fmla="*/ 861774 h 861774"/>
              <a:gd name="connsiteX23" fmla="*/ 5003055 w 8934027"/>
              <a:gd name="connsiteY23" fmla="*/ 861774 h 861774"/>
              <a:gd name="connsiteX24" fmla="*/ 4675474 w 8934027"/>
              <a:gd name="connsiteY24" fmla="*/ 861774 h 861774"/>
              <a:gd name="connsiteX25" fmla="*/ 4347893 w 8934027"/>
              <a:gd name="connsiteY25" fmla="*/ 861774 h 861774"/>
              <a:gd name="connsiteX26" fmla="*/ 3573611 w 8934027"/>
              <a:gd name="connsiteY26" fmla="*/ 861774 h 861774"/>
              <a:gd name="connsiteX27" fmla="*/ 3067349 w 8934027"/>
              <a:gd name="connsiteY27" fmla="*/ 861774 h 861774"/>
              <a:gd name="connsiteX28" fmla="*/ 2471747 w 8934027"/>
              <a:gd name="connsiteY28" fmla="*/ 861774 h 861774"/>
              <a:gd name="connsiteX29" fmla="*/ 2054826 w 8934027"/>
              <a:gd name="connsiteY29" fmla="*/ 861774 h 861774"/>
              <a:gd name="connsiteX30" fmla="*/ 1727245 w 8934027"/>
              <a:gd name="connsiteY30" fmla="*/ 861774 h 861774"/>
              <a:gd name="connsiteX31" fmla="*/ 1310324 w 8934027"/>
              <a:gd name="connsiteY31" fmla="*/ 861774 h 861774"/>
              <a:gd name="connsiteX32" fmla="*/ 714722 w 8934027"/>
              <a:gd name="connsiteY32" fmla="*/ 861774 h 861774"/>
              <a:gd name="connsiteX33" fmla="*/ 0 w 8934027"/>
              <a:gd name="connsiteY33" fmla="*/ 861774 h 861774"/>
              <a:gd name="connsiteX34" fmla="*/ 0 w 8934027"/>
              <a:gd name="connsiteY34" fmla="*/ 413652 h 861774"/>
              <a:gd name="connsiteX35" fmla="*/ 0 w 8934027"/>
              <a:gd name="connsiteY35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8934027" h="861774" extrusionOk="0">
                <a:moveTo>
                  <a:pt x="0" y="0"/>
                </a:moveTo>
                <a:cubicBezTo>
                  <a:pt x="248960" y="-72825"/>
                  <a:pt x="469809" y="83591"/>
                  <a:pt x="774282" y="0"/>
                </a:cubicBezTo>
                <a:cubicBezTo>
                  <a:pt x="1078755" y="-83591"/>
                  <a:pt x="1199867" y="23505"/>
                  <a:pt x="1548565" y="0"/>
                </a:cubicBezTo>
                <a:cubicBezTo>
                  <a:pt x="1897263" y="-23505"/>
                  <a:pt x="2015577" y="60883"/>
                  <a:pt x="2233507" y="0"/>
                </a:cubicBezTo>
                <a:cubicBezTo>
                  <a:pt x="2451437" y="-60883"/>
                  <a:pt x="2652773" y="64829"/>
                  <a:pt x="2829109" y="0"/>
                </a:cubicBezTo>
                <a:cubicBezTo>
                  <a:pt x="3005445" y="-64829"/>
                  <a:pt x="3051470" y="2525"/>
                  <a:pt x="3246030" y="0"/>
                </a:cubicBezTo>
                <a:cubicBezTo>
                  <a:pt x="3440590" y="-2525"/>
                  <a:pt x="3467285" y="23974"/>
                  <a:pt x="3662951" y="0"/>
                </a:cubicBezTo>
                <a:cubicBezTo>
                  <a:pt x="3858617" y="-23974"/>
                  <a:pt x="3920289" y="24567"/>
                  <a:pt x="4079872" y="0"/>
                </a:cubicBezTo>
                <a:cubicBezTo>
                  <a:pt x="4239455" y="-24567"/>
                  <a:pt x="4509059" y="29683"/>
                  <a:pt x="4854155" y="0"/>
                </a:cubicBezTo>
                <a:cubicBezTo>
                  <a:pt x="5199251" y="-29683"/>
                  <a:pt x="5357974" y="46397"/>
                  <a:pt x="5628437" y="0"/>
                </a:cubicBezTo>
                <a:cubicBezTo>
                  <a:pt x="5898900" y="-46397"/>
                  <a:pt x="5892667" y="14294"/>
                  <a:pt x="6045358" y="0"/>
                </a:cubicBezTo>
                <a:cubicBezTo>
                  <a:pt x="6198049" y="-14294"/>
                  <a:pt x="6384432" y="32912"/>
                  <a:pt x="6551620" y="0"/>
                </a:cubicBezTo>
                <a:cubicBezTo>
                  <a:pt x="6718808" y="-32912"/>
                  <a:pt x="7050468" y="59974"/>
                  <a:pt x="7236562" y="0"/>
                </a:cubicBezTo>
                <a:cubicBezTo>
                  <a:pt x="7422656" y="-59974"/>
                  <a:pt x="7537689" y="32695"/>
                  <a:pt x="7832164" y="0"/>
                </a:cubicBezTo>
                <a:cubicBezTo>
                  <a:pt x="8126639" y="-32695"/>
                  <a:pt x="8121502" y="43804"/>
                  <a:pt x="8249085" y="0"/>
                </a:cubicBezTo>
                <a:cubicBezTo>
                  <a:pt x="8376668" y="-43804"/>
                  <a:pt x="8674967" y="25821"/>
                  <a:pt x="8934027" y="0"/>
                </a:cubicBezTo>
                <a:cubicBezTo>
                  <a:pt x="8968528" y="186166"/>
                  <a:pt x="8895994" y="333137"/>
                  <a:pt x="8934027" y="448122"/>
                </a:cubicBezTo>
                <a:cubicBezTo>
                  <a:pt x="8972060" y="563107"/>
                  <a:pt x="8887313" y="696102"/>
                  <a:pt x="8934027" y="861774"/>
                </a:cubicBezTo>
                <a:cubicBezTo>
                  <a:pt x="8730948" y="951529"/>
                  <a:pt x="8488712" y="859419"/>
                  <a:pt x="8159745" y="861774"/>
                </a:cubicBezTo>
                <a:cubicBezTo>
                  <a:pt x="7830778" y="864129"/>
                  <a:pt x="7893480" y="835254"/>
                  <a:pt x="7653483" y="861774"/>
                </a:cubicBezTo>
                <a:cubicBezTo>
                  <a:pt x="7413486" y="888294"/>
                  <a:pt x="7331910" y="853726"/>
                  <a:pt x="7057881" y="861774"/>
                </a:cubicBezTo>
                <a:cubicBezTo>
                  <a:pt x="6783852" y="869822"/>
                  <a:pt x="6645195" y="837571"/>
                  <a:pt x="6372939" y="861774"/>
                </a:cubicBezTo>
                <a:cubicBezTo>
                  <a:pt x="6100683" y="885977"/>
                  <a:pt x="5883525" y="859673"/>
                  <a:pt x="5598657" y="861774"/>
                </a:cubicBezTo>
                <a:cubicBezTo>
                  <a:pt x="5313789" y="863875"/>
                  <a:pt x="5203208" y="801764"/>
                  <a:pt x="5003055" y="861774"/>
                </a:cubicBezTo>
                <a:cubicBezTo>
                  <a:pt x="4802902" y="921784"/>
                  <a:pt x="4837854" y="832055"/>
                  <a:pt x="4675474" y="861774"/>
                </a:cubicBezTo>
                <a:cubicBezTo>
                  <a:pt x="4513094" y="891493"/>
                  <a:pt x="4434695" y="831098"/>
                  <a:pt x="4347893" y="861774"/>
                </a:cubicBezTo>
                <a:cubicBezTo>
                  <a:pt x="4261091" y="892450"/>
                  <a:pt x="3865505" y="783668"/>
                  <a:pt x="3573611" y="861774"/>
                </a:cubicBezTo>
                <a:cubicBezTo>
                  <a:pt x="3281717" y="939880"/>
                  <a:pt x="3225475" y="861116"/>
                  <a:pt x="3067349" y="861774"/>
                </a:cubicBezTo>
                <a:cubicBezTo>
                  <a:pt x="2909223" y="862432"/>
                  <a:pt x="2672818" y="821445"/>
                  <a:pt x="2471747" y="861774"/>
                </a:cubicBezTo>
                <a:cubicBezTo>
                  <a:pt x="2270676" y="902103"/>
                  <a:pt x="2202297" y="853561"/>
                  <a:pt x="2054826" y="861774"/>
                </a:cubicBezTo>
                <a:cubicBezTo>
                  <a:pt x="1907355" y="869987"/>
                  <a:pt x="1888603" y="823652"/>
                  <a:pt x="1727245" y="861774"/>
                </a:cubicBezTo>
                <a:cubicBezTo>
                  <a:pt x="1565887" y="899896"/>
                  <a:pt x="1514560" y="847582"/>
                  <a:pt x="1310324" y="861774"/>
                </a:cubicBezTo>
                <a:cubicBezTo>
                  <a:pt x="1106088" y="875966"/>
                  <a:pt x="932671" y="836674"/>
                  <a:pt x="714722" y="861774"/>
                </a:cubicBezTo>
                <a:cubicBezTo>
                  <a:pt x="496773" y="886874"/>
                  <a:pt x="274453" y="777909"/>
                  <a:pt x="0" y="861774"/>
                </a:cubicBezTo>
                <a:cubicBezTo>
                  <a:pt x="-4197" y="671166"/>
                  <a:pt x="23170" y="582362"/>
                  <a:pt x="0" y="413652"/>
                </a:cubicBezTo>
                <a:cubicBezTo>
                  <a:pt x="-23170" y="244942"/>
                  <a:pt x="19080" y="101269"/>
                  <a:pt x="0" y="0"/>
                </a:cubicBezTo>
                <a:close/>
              </a:path>
            </a:pathLst>
          </a:custGeom>
          <a:noFill/>
          <a:ln w="38100">
            <a:noFill/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ctr"/>
            <a:r>
              <a:rPr lang="en-PH" sz="2500" dirty="0"/>
              <a:t>And finally we project our data to </a:t>
            </a:r>
            <a:r>
              <a:rPr lang="en-PH" sz="2500" b="1" dirty="0">
                <a:solidFill>
                  <a:srgbClr val="FF0000"/>
                </a:solidFill>
              </a:rPr>
              <a:t>PC1</a:t>
            </a:r>
            <a:r>
              <a:rPr lang="en-PH" sz="2500" dirty="0"/>
              <a:t> making it one-dimensional</a:t>
            </a:r>
            <a:endParaRPr lang="en-PH" sz="25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80288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B30E63C-416F-0968-9001-2D35C047E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55D21C40-3FE3-F5FF-6FC7-A3A6E728F54E}"/>
              </a:ext>
            </a:extLst>
          </p:cNvPr>
          <p:cNvCxnSpPr>
            <a:cxnSpLocks/>
          </p:cNvCxnSpPr>
          <p:nvPr/>
        </p:nvCxnSpPr>
        <p:spPr>
          <a:xfrm flipV="1">
            <a:off x="6096000" y="630287"/>
            <a:ext cx="0" cy="521510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58365DF-FE3E-CC39-C45B-B4E896ED7117}"/>
              </a:ext>
            </a:extLst>
          </p:cNvPr>
          <p:cNvCxnSpPr>
            <a:cxnSpLocks/>
          </p:cNvCxnSpPr>
          <p:nvPr/>
        </p:nvCxnSpPr>
        <p:spPr>
          <a:xfrm>
            <a:off x="2015371" y="3076187"/>
            <a:ext cx="8630368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3D2E9554-0937-87EA-DCD4-5E93466F80DB}"/>
              </a:ext>
            </a:extLst>
          </p:cNvPr>
          <p:cNvGrpSpPr/>
          <p:nvPr/>
        </p:nvGrpSpPr>
        <p:grpSpPr>
          <a:xfrm>
            <a:off x="7794172" y="173087"/>
            <a:ext cx="3646682" cy="2460332"/>
            <a:chOff x="4316858" y="1723605"/>
            <a:chExt cx="3646682" cy="2460332"/>
          </a:xfrm>
        </p:grpSpPr>
        <p:pic>
          <p:nvPicPr>
            <p:cNvPr id="7" name="Picture 6" descr="A cartoon of a house&#10;&#10;Description automatically generated">
              <a:extLst>
                <a:ext uri="{FF2B5EF4-FFF2-40B4-BE49-F238E27FC236}">
                  <a16:creationId xmlns:a16="http://schemas.microsoft.com/office/drawing/2014/main" id="{AC361B5A-55E1-91CA-699A-B227B11DE6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16858" y="3237837"/>
              <a:ext cx="444007" cy="402124"/>
            </a:xfrm>
            <a:prstGeom prst="rect">
              <a:avLst/>
            </a:prstGeom>
          </p:spPr>
        </p:pic>
        <p:pic>
          <p:nvPicPr>
            <p:cNvPr id="9" name="Picture 8" descr="A cartoon of a house&#10;&#10;Description automatically generated">
              <a:extLst>
                <a:ext uri="{FF2B5EF4-FFF2-40B4-BE49-F238E27FC236}">
                  <a16:creationId xmlns:a16="http://schemas.microsoft.com/office/drawing/2014/main" id="{9FBD2231-2627-399F-FF7C-2E15B12F6B7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873996" y="2835713"/>
              <a:ext cx="444007" cy="402124"/>
            </a:xfrm>
            <a:prstGeom prst="rect">
              <a:avLst/>
            </a:prstGeom>
          </p:spPr>
        </p:pic>
        <p:pic>
          <p:nvPicPr>
            <p:cNvPr id="10" name="Picture 9" descr="A cartoon of a house&#10;&#10;Description automatically generated">
              <a:extLst>
                <a:ext uri="{FF2B5EF4-FFF2-40B4-BE49-F238E27FC236}">
                  <a16:creationId xmlns:a16="http://schemas.microsoft.com/office/drawing/2014/main" id="{A9B29572-D1E9-3E01-8FF3-F6390C2B005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08810" y="2337339"/>
              <a:ext cx="444007" cy="402124"/>
            </a:xfrm>
            <a:prstGeom prst="rect">
              <a:avLst/>
            </a:prstGeom>
          </p:spPr>
        </p:pic>
        <p:pic>
          <p:nvPicPr>
            <p:cNvPr id="13" name="Picture 12" descr="A cartoon of a house&#10;&#10;Description automatically generated">
              <a:extLst>
                <a:ext uri="{FF2B5EF4-FFF2-40B4-BE49-F238E27FC236}">
                  <a16:creationId xmlns:a16="http://schemas.microsoft.com/office/drawing/2014/main" id="{6FA234E5-342E-95AE-49F6-5EE551B4DA9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38861" y="3781813"/>
              <a:ext cx="444007" cy="402124"/>
            </a:xfrm>
            <a:prstGeom prst="rect">
              <a:avLst/>
            </a:prstGeom>
          </p:spPr>
        </p:pic>
        <p:pic>
          <p:nvPicPr>
            <p:cNvPr id="14" name="Picture 13" descr="A cartoon of a house&#10;&#10;Description automatically generated">
              <a:extLst>
                <a:ext uri="{FF2B5EF4-FFF2-40B4-BE49-F238E27FC236}">
                  <a16:creationId xmlns:a16="http://schemas.microsoft.com/office/drawing/2014/main" id="{B81CEEE3-018B-C9D6-D7D1-2F73206D119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29145" y="3115600"/>
              <a:ext cx="444007" cy="402124"/>
            </a:xfrm>
            <a:prstGeom prst="rect">
              <a:avLst/>
            </a:prstGeom>
          </p:spPr>
        </p:pic>
        <p:pic>
          <p:nvPicPr>
            <p:cNvPr id="16" name="Picture 15" descr="A cartoon of a house&#10;&#10;Description automatically generated">
              <a:extLst>
                <a:ext uri="{FF2B5EF4-FFF2-40B4-BE49-F238E27FC236}">
                  <a16:creationId xmlns:a16="http://schemas.microsoft.com/office/drawing/2014/main" id="{4C80ED1E-FD2B-53C1-8B57-B464901F8D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50998" y="3450886"/>
              <a:ext cx="444007" cy="402124"/>
            </a:xfrm>
            <a:prstGeom prst="rect">
              <a:avLst/>
            </a:prstGeom>
          </p:spPr>
        </p:pic>
        <p:pic>
          <p:nvPicPr>
            <p:cNvPr id="17" name="Picture 16" descr="A cartoon of a house&#10;&#10;Description automatically generated">
              <a:extLst>
                <a:ext uri="{FF2B5EF4-FFF2-40B4-BE49-F238E27FC236}">
                  <a16:creationId xmlns:a16="http://schemas.microsoft.com/office/drawing/2014/main" id="{D35B0F13-2C8A-55E5-AD96-F00834FA7C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50998" y="2634651"/>
              <a:ext cx="444007" cy="402124"/>
            </a:xfrm>
            <a:prstGeom prst="rect">
              <a:avLst/>
            </a:prstGeom>
          </p:spPr>
        </p:pic>
        <p:pic>
          <p:nvPicPr>
            <p:cNvPr id="18" name="Picture 17" descr="A cartoon of a house&#10;&#10;Description automatically generated">
              <a:extLst>
                <a:ext uri="{FF2B5EF4-FFF2-40B4-BE49-F238E27FC236}">
                  <a16:creationId xmlns:a16="http://schemas.microsoft.com/office/drawing/2014/main" id="{A82DFD59-CF76-FEC4-9380-2A67C1C928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62395" y="2169500"/>
              <a:ext cx="444007" cy="402124"/>
            </a:xfrm>
            <a:prstGeom prst="rect">
              <a:avLst/>
            </a:prstGeom>
          </p:spPr>
        </p:pic>
        <p:pic>
          <p:nvPicPr>
            <p:cNvPr id="20" name="Picture 19" descr="A cartoon of a house&#10;&#10;Description automatically generated">
              <a:extLst>
                <a:ext uri="{FF2B5EF4-FFF2-40B4-BE49-F238E27FC236}">
                  <a16:creationId xmlns:a16="http://schemas.microsoft.com/office/drawing/2014/main" id="{DE4ACF2A-663B-0D62-FD64-F0913215661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519533" y="2500427"/>
              <a:ext cx="444007" cy="402124"/>
            </a:xfrm>
            <a:prstGeom prst="rect">
              <a:avLst/>
            </a:prstGeom>
          </p:spPr>
        </p:pic>
        <p:pic>
          <p:nvPicPr>
            <p:cNvPr id="21" name="Picture 20" descr="A cartoon of a house&#10;&#10;Description automatically generated">
              <a:extLst>
                <a:ext uri="{FF2B5EF4-FFF2-40B4-BE49-F238E27FC236}">
                  <a16:creationId xmlns:a16="http://schemas.microsoft.com/office/drawing/2014/main" id="{06F76C03-B622-D560-CAA1-D130CC3D39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194391" y="1723605"/>
              <a:ext cx="444007" cy="402124"/>
            </a:xfrm>
            <a:prstGeom prst="rect">
              <a:avLst/>
            </a:prstGeom>
          </p:spPr>
        </p:pic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BC2C71C5-531A-5C58-C9FC-6248FFA9ADFD}"/>
              </a:ext>
            </a:extLst>
          </p:cNvPr>
          <p:cNvSpPr txBox="1"/>
          <p:nvPr/>
        </p:nvSpPr>
        <p:spPr>
          <a:xfrm>
            <a:off x="613497" y="5283561"/>
            <a:ext cx="3784332" cy="1246495"/>
          </a:xfrm>
          <a:custGeom>
            <a:avLst/>
            <a:gdLst>
              <a:gd name="connsiteX0" fmla="*/ 0 w 3784332"/>
              <a:gd name="connsiteY0" fmla="*/ 0 h 1246495"/>
              <a:gd name="connsiteX1" fmla="*/ 616305 w 3784332"/>
              <a:gd name="connsiteY1" fmla="*/ 0 h 1246495"/>
              <a:gd name="connsiteX2" fmla="*/ 1232611 w 3784332"/>
              <a:gd name="connsiteY2" fmla="*/ 0 h 1246495"/>
              <a:gd name="connsiteX3" fmla="*/ 1811073 w 3784332"/>
              <a:gd name="connsiteY3" fmla="*/ 0 h 1246495"/>
              <a:gd name="connsiteX4" fmla="*/ 2351692 w 3784332"/>
              <a:gd name="connsiteY4" fmla="*/ 0 h 1246495"/>
              <a:gd name="connsiteX5" fmla="*/ 2816624 w 3784332"/>
              <a:gd name="connsiteY5" fmla="*/ 0 h 1246495"/>
              <a:gd name="connsiteX6" fmla="*/ 3281556 w 3784332"/>
              <a:gd name="connsiteY6" fmla="*/ 0 h 1246495"/>
              <a:gd name="connsiteX7" fmla="*/ 3784332 w 3784332"/>
              <a:gd name="connsiteY7" fmla="*/ 0 h 1246495"/>
              <a:gd name="connsiteX8" fmla="*/ 3784332 w 3784332"/>
              <a:gd name="connsiteY8" fmla="*/ 440428 h 1246495"/>
              <a:gd name="connsiteX9" fmla="*/ 3784332 w 3784332"/>
              <a:gd name="connsiteY9" fmla="*/ 868392 h 1246495"/>
              <a:gd name="connsiteX10" fmla="*/ 3784332 w 3784332"/>
              <a:gd name="connsiteY10" fmla="*/ 1246495 h 1246495"/>
              <a:gd name="connsiteX11" fmla="*/ 3357243 w 3784332"/>
              <a:gd name="connsiteY11" fmla="*/ 1246495 h 1246495"/>
              <a:gd name="connsiteX12" fmla="*/ 2892311 w 3784332"/>
              <a:gd name="connsiteY12" fmla="*/ 1246495 h 1246495"/>
              <a:gd name="connsiteX13" fmla="*/ 2276005 w 3784332"/>
              <a:gd name="connsiteY13" fmla="*/ 1246495 h 1246495"/>
              <a:gd name="connsiteX14" fmla="*/ 1659700 w 3784332"/>
              <a:gd name="connsiteY14" fmla="*/ 1246495 h 1246495"/>
              <a:gd name="connsiteX15" fmla="*/ 1081238 w 3784332"/>
              <a:gd name="connsiteY15" fmla="*/ 1246495 h 1246495"/>
              <a:gd name="connsiteX16" fmla="*/ 578462 w 3784332"/>
              <a:gd name="connsiteY16" fmla="*/ 1246495 h 1246495"/>
              <a:gd name="connsiteX17" fmla="*/ 0 w 3784332"/>
              <a:gd name="connsiteY17" fmla="*/ 1246495 h 1246495"/>
              <a:gd name="connsiteX18" fmla="*/ 0 w 3784332"/>
              <a:gd name="connsiteY18" fmla="*/ 818532 h 1246495"/>
              <a:gd name="connsiteX19" fmla="*/ 0 w 3784332"/>
              <a:gd name="connsiteY19" fmla="*/ 427963 h 1246495"/>
              <a:gd name="connsiteX20" fmla="*/ 0 w 3784332"/>
              <a:gd name="connsiteY20" fmla="*/ 0 h 12464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784332" h="1246495" extrusionOk="0">
                <a:moveTo>
                  <a:pt x="0" y="0"/>
                </a:moveTo>
                <a:cubicBezTo>
                  <a:pt x="137059" y="-4726"/>
                  <a:pt x="465116" y="65900"/>
                  <a:pt x="616305" y="0"/>
                </a:cubicBezTo>
                <a:cubicBezTo>
                  <a:pt x="767495" y="-65900"/>
                  <a:pt x="1102415" y="60647"/>
                  <a:pt x="1232611" y="0"/>
                </a:cubicBezTo>
                <a:cubicBezTo>
                  <a:pt x="1362807" y="-60647"/>
                  <a:pt x="1676057" y="53968"/>
                  <a:pt x="1811073" y="0"/>
                </a:cubicBezTo>
                <a:cubicBezTo>
                  <a:pt x="1946089" y="-53968"/>
                  <a:pt x="2191317" y="62204"/>
                  <a:pt x="2351692" y="0"/>
                </a:cubicBezTo>
                <a:cubicBezTo>
                  <a:pt x="2512067" y="-62204"/>
                  <a:pt x="2653343" y="8746"/>
                  <a:pt x="2816624" y="0"/>
                </a:cubicBezTo>
                <a:cubicBezTo>
                  <a:pt x="2979905" y="-8746"/>
                  <a:pt x="3066194" y="323"/>
                  <a:pt x="3281556" y="0"/>
                </a:cubicBezTo>
                <a:cubicBezTo>
                  <a:pt x="3496918" y="-323"/>
                  <a:pt x="3635069" y="26547"/>
                  <a:pt x="3784332" y="0"/>
                </a:cubicBezTo>
                <a:cubicBezTo>
                  <a:pt x="3829823" y="195153"/>
                  <a:pt x="3745918" y="346982"/>
                  <a:pt x="3784332" y="440428"/>
                </a:cubicBezTo>
                <a:cubicBezTo>
                  <a:pt x="3822746" y="533874"/>
                  <a:pt x="3745950" y="666246"/>
                  <a:pt x="3784332" y="868392"/>
                </a:cubicBezTo>
                <a:cubicBezTo>
                  <a:pt x="3822714" y="1070538"/>
                  <a:pt x="3764060" y="1118799"/>
                  <a:pt x="3784332" y="1246495"/>
                </a:cubicBezTo>
                <a:cubicBezTo>
                  <a:pt x="3574989" y="1248362"/>
                  <a:pt x="3569394" y="1231447"/>
                  <a:pt x="3357243" y="1246495"/>
                </a:cubicBezTo>
                <a:cubicBezTo>
                  <a:pt x="3145092" y="1261543"/>
                  <a:pt x="3077068" y="1211000"/>
                  <a:pt x="2892311" y="1246495"/>
                </a:cubicBezTo>
                <a:cubicBezTo>
                  <a:pt x="2707554" y="1281990"/>
                  <a:pt x="2463197" y="1194064"/>
                  <a:pt x="2276005" y="1246495"/>
                </a:cubicBezTo>
                <a:cubicBezTo>
                  <a:pt x="2088813" y="1298926"/>
                  <a:pt x="1787489" y="1180343"/>
                  <a:pt x="1659700" y="1246495"/>
                </a:cubicBezTo>
                <a:cubicBezTo>
                  <a:pt x="1531911" y="1312647"/>
                  <a:pt x="1226335" y="1184480"/>
                  <a:pt x="1081238" y="1246495"/>
                </a:cubicBezTo>
                <a:cubicBezTo>
                  <a:pt x="936141" y="1308510"/>
                  <a:pt x="826402" y="1231578"/>
                  <a:pt x="578462" y="1246495"/>
                </a:cubicBezTo>
                <a:cubicBezTo>
                  <a:pt x="330522" y="1261412"/>
                  <a:pt x="281410" y="1185177"/>
                  <a:pt x="0" y="1246495"/>
                </a:cubicBezTo>
                <a:cubicBezTo>
                  <a:pt x="-35733" y="1085493"/>
                  <a:pt x="30553" y="997779"/>
                  <a:pt x="0" y="818532"/>
                </a:cubicBezTo>
                <a:cubicBezTo>
                  <a:pt x="-30553" y="639285"/>
                  <a:pt x="30556" y="529569"/>
                  <a:pt x="0" y="427963"/>
                </a:cubicBezTo>
                <a:cubicBezTo>
                  <a:pt x="-30556" y="326357"/>
                  <a:pt x="4289" y="102209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/>
              <a:t>Step 1</a:t>
            </a:r>
            <a:r>
              <a:rPr lang="en-PH" sz="2500" dirty="0"/>
              <a:t>: Find the center of the dataset and put the center in the origin</a:t>
            </a:r>
          </a:p>
        </p:txBody>
      </p:sp>
    </p:spTree>
    <p:extLst>
      <p:ext uri="{BB962C8B-B14F-4D97-AF65-F5344CB8AC3E}">
        <p14:creationId xmlns:p14="http://schemas.microsoft.com/office/powerpoint/2010/main" val="497876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5.89806E-17 3.33333E-6 L -0.2888 0.24398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4687" y="1159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A970158-FCC5-0F40-2C67-7F8E9E0D2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341465F3-974C-3B3E-939D-1A8BECFBAC56}"/>
              </a:ext>
            </a:extLst>
          </p:cNvPr>
          <p:cNvCxnSpPr>
            <a:cxnSpLocks/>
          </p:cNvCxnSpPr>
          <p:nvPr/>
        </p:nvCxnSpPr>
        <p:spPr>
          <a:xfrm flipV="1">
            <a:off x="6096000" y="630287"/>
            <a:ext cx="0" cy="521510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6B2FF77-4099-D631-460C-704F275E5839}"/>
              </a:ext>
            </a:extLst>
          </p:cNvPr>
          <p:cNvCxnSpPr>
            <a:cxnSpLocks/>
          </p:cNvCxnSpPr>
          <p:nvPr/>
        </p:nvCxnSpPr>
        <p:spPr>
          <a:xfrm>
            <a:off x="2015371" y="3076187"/>
            <a:ext cx="8630368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31252705-D3A2-E295-828E-5A80F5DF1FCB}"/>
              </a:ext>
            </a:extLst>
          </p:cNvPr>
          <p:cNvGrpSpPr/>
          <p:nvPr/>
        </p:nvGrpSpPr>
        <p:grpSpPr>
          <a:xfrm>
            <a:off x="4272659" y="1846021"/>
            <a:ext cx="3646682" cy="2460332"/>
            <a:chOff x="4316858" y="1723605"/>
            <a:chExt cx="3646682" cy="2460332"/>
          </a:xfrm>
        </p:grpSpPr>
        <p:pic>
          <p:nvPicPr>
            <p:cNvPr id="7" name="Picture 6" descr="A cartoon of a house&#10;&#10;Description automatically generated">
              <a:extLst>
                <a:ext uri="{FF2B5EF4-FFF2-40B4-BE49-F238E27FC236}">
                  <a16:creationId xmlns:a16="http://schemas.microsoft.com/office/drawing/2014/main" id="{79BCB47B-845E-16CB-1016-2875F9BD794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16858" y="3237837"/>
              <a:ext cx="444007" cy="402124"/>
            </a:xfrm>
            <a:prstGeom prst="rect">
              <a:avLst/>
            </a:prstGeom>
          </p:spPr>
        </p:pic>
        <p:pic>
          <p:nvPicPr>
            <p:cNvPr id="9" name="Picture 8" descr="A cartoon of a house&#10;&#10;Description automatically generated">
              <a:extLst>
                <a:ext uri="{FF2B5EF4-FFF2-40B4-BE49-F238E27FC236}">
                  <a16:creationId xmlns:a16="http://schemas.microsoft.com/office/drawing/2014/main" id="{FD1CC256-F55D-AD79-8E51-1EDD917006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873996" y="2835713"/>
              <a:ext cx="444007" cy="402124"/>
            </a:xfrm>
            <a:prstGeom prst="rect">
              <a:avLst/>
            </a:prstGeom>
          </p:spPr>
        </p:pic>
        <p:pic>
          <p:nvPicPr>
            <p:cNvPr id="10" name="Picture 9" descr="A cartoon of a house&#10;&#10;Description automatically generated">
              <a:extLst>
                <a:ext uri="{FF2B5EF4-FFF2-40B4-BE49-F238E27FC236}">
                  <a16:creationId xmlns:a16="http://schemas.microsoft.com/office/drawing/2014/main" id="{23943D53-4A45-8F7A-40DF-D13E2C88242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08810" y="2337339"/>
              <a:ext cx="444007" cy="402124"/>
            </a:xfrm>
            <a:prstGeom prst="rect">
              <a:avLst/>
            </a:prstGeom>
          </p:spPr>
        </p:pic>
        <p:pic>
          <p:nvPicPr>
            <p:cNvPr id="13" name="Picture 12" descr="A cartoon of a house&#10;&#10;Description automatically generated">
              <a:extLst>
                <a:ext uri="{FF2B5EF4-FFF2-40B4-BE49-F238E27FC236}">
                  <a16:creationId xmlns:a16="http://schemas.microsoft.com/office/drawing/2014/main" id="{FFC4DF09-3832-2564-5F8D-2C8B7588BD8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38861" y="3781813"/>
              <a:ext cx="444007" cy="402124"/>
            </a:xfrm>
            <a:prstGeom prst="rect">
              <a:avLst/>
            </a:prstGeom>
          </p:spPr>
        </p:pic>
        <p:pic>
          <p:nvPicPr>
            <p:cNvPr id="14" name="Picture 13" descr="A cartoon of a house&#10;&#10;Description automatically generated">
              <a:extLst>
                <a:ext uri="{FF2B5EF4-FFF2-40B4-BE49-F238E27FC236}">
                  <a16:creationId xmlns:a16="http://schemas.microsoft.com/office/drawing/2014/main" id="{90B5267C-B67E-33E3-36AB-9C19F976E0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29145" y="3115600"/>
              <a:ext cx="444007" cy="402124"/>
            </a:xfrm>
            <a:prstGeom prst="rect">
              <a:avLst/>
            </a:prstGeom>
          </p:spPr>
        </p:pic>
        <p:pic>
          <p:nvPicPr>
            <p:cNvPr id="16" name="Picture 15" descr="A cartoon of a house&#10;&#10;Description automatically generated">
              <a:extLst>
                <a:ext uri="{FF2B5EF4-FFF2-40B4-BE49-F238E27FC236}">
                  <a16:creationId xmlns:a16="http://schemas.microsoft.com/office/drawing/2014/main" id="{77568941-3CF9-DBD6-DE46-D27BEDD62C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50998" y="3450886"/>
              <a:ext cx="444007" cy="402124"/>
            </a:xfrm>
            <a:prstGeom prst="rect">
              <a:avLst/>
            </a:prstGeom>
          </p:spPr>
        </p:pic>
        <p:pic>
          <p:nvPicPr>
            <p:cNvPr id="17" name="Picture 16" descr="A cartoon of a house&#10;&#10;Description automatically generated">
              <a:extLst>
                <a:ext uri="{FF2B5EF4-FFF2-40B4-BE49-F238E27FC236}">
                  <a16:creationId xmlns:a16="http://schemas.microsoft.com/office/drawing/2014/main" id="{AC4AECC4-225E-62C3-7895-B5D4E4DD318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50998" y="2634651"/>
              <a:ext cx="444007" cy="402124"/>
            </a:xfrm>
            <a:prstGeom prst="rect">
              <a:avLst/>
            </a:prstGeom>
          </p:spPr>
        </p:pic>
        <p:pic>
          <p:nvPicPr>
            <p:cNvPr id="18" name="Picture 17" descr="A cartoon of a house&#10;&#10;Description automatically generated">
              <a:extLst>
                <a:ext uri="{FF2B5EF4-FFF2-40B4-BE49-F238E27FC236}">
                  <a16:creationId xmlns:a16="http://schemas.microsoft.com/office/drawing/2014/main" id="{3904A933-8A7E-4EBE-25A7-C5D5461AD8C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62395" y="2169500"/>
              <a:ext cx="444007" cy="402124"/>
            </a:xfrm>
            <a:prstGeom prst="rect">
              <a:avLst/>
            </a:prstGeom>
          </p:spPr>
        </p:pic>
        <p:pic>
          <p:nvPicPr>
            <p:cNvPr id="20" name="Picture 19" descr="A cartoon of a house&#10;&#10;Description automatically generated">
              <a:extLst>
                <a:ext uri="{FF2B5EF4-FFF2-40B4-BE49-F238E27FC236}">
                  <a16:creationId xmlns:a16="http://schemas.microsoft.com/office/drawing/2014/main" id="{BED5E428-756A-2E9B-404B-F7C04421068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519533" y="2500427"/>
              <a:ext cx="444007" cy="402124"/>
            </a:xfrm>
            <a:prstGeom prst="rect">
              <a:avLst/>
            </a:prstGeom>
          </p:spPr>
        </p:pic>
        <p:pic>
          <p:nvPicPr>
            <p:cNvPr id="21" name="Picture 20" descr="A cartoon of a house&#10;&#10;Description automatically generated">
              <a:extLst>
                <a:ext uri="{FF2B5EF4-FFF2-40B4-BE49-F238E27FC236}">
                  <a16:creationId xmlns:a16="http://schemas.microsoft.com/office/drawing/2014/main" id="{9D04CAB1-8410-E153-CF96-B882A59F8D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194391" y="1723605"/>
              <a:ext cx="444007" cy="402124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6B1C481-E9AE-B73E-17EF-7C20809FA24C}"/>
                  </a:ext>
                </a:extLst>
              </p:cNvPr>
              <p:cNvSpPr txBox="1"/>
              <p:nvPr/>
            </p:nvSpPr>
            <p:spPr>
              <a:xfrm>
                <a:off x="6908618" y="630287"/>
                <a:ext cx="4775382" cy="1026435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𝑐𝑜𝑣𝑎𝑟𝑖𝑎𝑛𝑐𝑒</m:t>
                      </m:r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4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4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4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6B1C481-E9AE-B73E-17EF-7C20809FA2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8618" y="630287"/>
                <a:ext cx="4775382" cy="1026435"/>
              </a:xfrm>
              <a:prstGeom prst="rect">
                <a:avLst/>
              </a:prstGeom>
              <a:blipFill>
                <a:blip r:embed="rId3"/>
                <a:stretch>
                  <a:fillRect l="-3175" t="-1220" b="-1463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1D679BF5-7234-0475-928D-46646063C3F0}"/>
              </a:ext>
            </a:extLst>
          </p:cNvPr>
          <p:cNvSpPr txBox="1"/>
          <p:nvPr/>
        </p:nvSpPr>
        <p:spPr>
          <a:xfrm>
            <a:off x="613497" y="5283561"/>
            <a:ext cx="3784332" cy="861774"/>
          </a:xfrm>
          <a:custGeom>
            <a:avLst/>
            <a:gdLst>
              <a:gd name="connsiteX0" fmla="*/ 0 w 3784332"/>
              <a:gd name="connsiteY0" fmla="*/ 0 h 861774"/>
              <a:gd name="connsiteX1" fmla="*/ 616305 w 3784332"/>
              <a:gd name="connsiteY1" fmla="*/ 0 h 861774"/>
              <a:gd name="connsiteX2" fmla="*/ 1232611 w 3784332"/>
              <a:gd name="connsiteY2" fmla="*/ 0 h 861774"/>
              <a:gd name="connsiteX3" fmla="*/ 1811073 w 3784332"/>
              <a:gd name="connsiteY3" fmla="*/ 0 h 861774"/>
              <a:gd name="connsiteX4" fmla="*/ 2351692 w 3784332"/>
              <a:gd name="connsiteY4" fmla="*/ 0 h 861774"/>
              <a:gd name="connsiteX5" fmla="*/ 2816624 w 3784332"/>
              <a:gd name="connsiteY5" fmla="*/ 0 h 861774"/>
              <a:gd name="connsiteX6" fmla="*/ 3281556 w 3784332"/>
              <a:gd name="connsiteY6" fmla="*/ 0 h 861774"/>
              <a:gd name="connsiteX7" fmla="*/ 3784332 w 3784332"/>
              <a:gd name="connsiteY7" fmla="*/ 0 h 861774"/>
              <a:gd name="connsiteX8" fmla="*/ 3784332 w 3784332"/>
              <a:gd name="connsiteY8" fmla="*/ 448122 h 861774"/>
              <a:gd name="connsiteX9" fmla="*/ 3784332 w 3784332"/>
              <a:gd name="connsiteY9" fmla="*/ 861774 h 861774"/>
              <a:gd name="connsiteX10" fmla="*/ 3357243 w 3784332"/>
              <a:gd name="connsiteY10" fmla="*/ 861774 h 861774"/>
              <a:gd name="connsiteX11" fmla="*/ 2740938 w 3784332"/>
              <a:gd name="connsiteY11" fmla="*/ 861774 h 861774"/>
              <a:gd name="connsiteX12" fmla="*/ 2276005 w 3784332"/>
              <a:gd name="connsiteY12" fmla="*/ 861774 h 861774"/>
              <a:gd name="connsiteX13" fmla="*/ 1659700 w 3784332"/>
              <a:gd name="connsiteY13" fmla="*/ 861774 h 861774"/>
              <a:gd name="connsiteX14" fmla="*/ 1043394 w 3784332"/>
              <a:gd name="connsiteY14" fmla="*/ 861774 h 861774"/>
              <a:gd name="connsiteX15" fmla="*/ 464932 w 3784332"/>
              <a:gd name="connsiteY15" fmla="*/ 861774 h 861774"/>
              <a:gd name="connsiteX16" fmla="*/ 0 w 3784332"/>
              <a:gd name="connsiteY16" fmla="*/ 861774 h 861774"/>
              <a:gd name="connsiteX17" fmla="*/ 0 w 3784332"/>
              <a:gd name="connsiteY17" fmla="*/ 422269 h 861774"/>
              <a:gd name="connsiteX18" fmla="*/ 0 w 3784332"/>
              <a:gd name="connsiteY18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3784332" h="861774" extrusionOk="0">
                <a:moveTo>
                  <a:pt x="0" y="0"/>
                </a:moveTo>
                <a:cubicBezTo>
                  <a:pt x="137059" y="-4726"/>
                  <a:pt x="465116" y="65900"/>
                  <a:pt x="616305" y="0"/>
                </a:cubicBezTo>
                <a:cubicBezTo>
                  <a:pt x="767495" y="-65900"/>
                  <a:pt x="1102415" y="60647"/>
                  <a:pt x="1232611" y="0"/>
                </a:cubicBezTo>
                <a:cubicBezTo>
                  <a:pt x="1362807" y="-60647"/>
                  <a:pt x="1676057" y="53968"/>
                  <a:pt x="1811073" y="0"/>
                </a:cubicBezTo>
                <a:cubicBezTo>
                  <a:pt x="1946089" y="-53968"/>
                  <a:pt x="2191317" y="62204"/>
                  <a:pt x="2351692" y="0"/>
                </a:cubicBezTo>
                <a:cubicBezTo>
                  <a:pt x="2512067" y="-62204"/>
                  <a:pt x="2653343" y="8746"/>
                  <a:pt x="2816624" y="0"/>
                </a:cubicBezTo>
                <a:cubicBezTo>
                  <a:pt x="2979905" y="-8746"/>
                  <a:pt x="3066194" y="323"/>
                  <a:pt x="3281556" y="0"/>
                </a:cubicBezTo>
                <a:cubicBezTo>
                  <a:pt x="3496918" y="-323"/>
                  <a:pt x="3635069" y="26547"/>
                  <a:pt x="3784332" y="0"/>
                </a:cubicBezTo>
                <a:cubicBezTo>
                  <a:pt x="3785382" y="159120"/>
                  <a:pt x="3764160" y="353239"/>
                  <a:pt x="3784332" y="448122"/>
                </a:cubicBezTo>
                <a:cubicBezTo>
                  <a:pt x="3804504" y="543005"/>
                  <a:pt x="3756998" y="778302"/>
                  <a:pt x="3784332" y="861774"/>
                </a:cubicBezTo>
                <a:cubicBezTo>
                  <a:pt x="3676913" y="879370"/>
                  <a:pt x="3539661" y="826538"/>
                  <a:pt x="3357243" y="861774"/>
                </a:cubicBezTo>
                <a:cubicBezTo>
                  <a:pt x="3174825" y="897010"/>
                  <a:pt x="3033958" y="839695"/>
                  <a:pt x="2740938" y="861774"/>
                </a:cubicBezTo>
                <a:cubicBezTo>
                  <a:pt x="2447918" y="883853"/>
                  <a:pt x="2464942" y="829811"/>
                  <a:pt x="2276005" y="861774"/>
                </a:cubicBezTo>
                <a:cubicBezTo>
                  <a:pt x="2087068" y="893737"/>
                  <a:pt x="1844264" y="804181"/>
                  <a:pt x="1659700" y="861774"/>
                </a:cubicBezTo>
                <a:cubicBezTo>
                  <a:pt x="1475137" y="919367"/>
                  <a:pt x="1172734" y="799634"/>
                  <a:pt x="1043394" y="861774"/>
                </a:cubicBezTo>
                <a:cubicBezTo>
                  <a:pt x="914054" y="923914"/>
                  <a:pt x="610029" y="799759"/>
                  <a:pt x="464932" y="861774"/>
                </a:cubicBezTo>
                <a:cubicBezTo>
                  <a:pt x="319835" y="923789"/>
                  <a:pt x="119991" y="842921"/>
                  <a:pt x="0" y="861774"/>
                </a:cubicBezTo>
                <a:cubicBezTo>
                  <a:pt x="-19973" y="647132"/>
                  <a:pt x="6320" y="557084"/>
                  <a:pt x="0" y="422269"/>
                </a:cubicBezTo>
                <a:cubicBezTo>
                  <a:pt x="-6320" y="287454"/>
                  <a:pt x="41897" y="122388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/>
              <a:t>Step 2</a:t>
            </a:r>
            <a:r>
              <a:rPr lang="en-PH" sz="2500" dirty="0"/>
              <a:t>: Calculate the covariance matrix</a:t>
            </a:r>
          </a:p>
        </p:txBody>
      </p:sp>
    </p:spTree>
    <p:extLst>
      <p:ext uri="{BB962C8B-B14F-4D97-AF65-F5344CB8AC3E}">
        <p14:creationId xmlns:p14="http://schemas.microsoft.com/office/powerpoint/2010/main" val="3406793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7DA39ED-88DE-C6CB-2525-F393792D1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665D930B-6BBD-0F7F-B4F2-6BFDEC4E53DD}"/>
              </a:ext>
            </a:extLst>
          </p:cNvPr>
          <p:cNvCxnSpPr>
            <a:cxnSpLocks/>
          </p:cNvCxnSpPr>
          <p:nvPr/>
        </p:nvCxnSpPr>
        <p:spPr>
          <a:xfrm flipV="1">
            <a:off x="6096000" y="630287"/>
            <a:ext cx="0" cy="521510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AA7F8D6-DEA9-61EC-7FB6-EF60303AA0F1}"/>
              </a:ext>
            </a:extLst>
          </p:cNvPr>
          <p:cNvCxnSpPr>
            <a:cxnSpLocks/>
          </p:cNvCxnSpPr>
          <p:nvPr/>
        </p:nvCxnSpPr>
        <p:spPr>
          <a:xfrm>
            <a:off x="2015371" y="3076187"/>
            <a:ext cx="8630368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F57AD09-D189-7CF4-C5A1-FF7FBD626EF4}"/>
              </a:ext>
            </a:extLst>
          </p:cNvPr>
          <p:cNvGrpSpPr/>
          <p:nvPr/>
        </p:nvGrpSpPr>
        <p:grpSpPr>
          <a:xfrm>
            <a:off x="4272659" y="1846021"/>
            <a:ext cx="3646682" cy="2460332"/>
            <a:chOff x="4316858" y="1723605"/>
            <a:chExt cx="3646682" cy="2460332"/>
          </a:xfrm>
        </p:grpSpPr>
        <p:pic>
          <p:nvPicPr>
            <p:cNvPr id="7" name="Picture 6" descr="A cartoon of a house&#10;&#10;Description automatically generated">
              <a:extLst>
                <a:ext uri="{FF2B5EF4-FFF2-40B4-BE49-F238E27FC236}">
                  <a16:creationId xmlns:a16="http://schemas.microsoft.com/office/drawing/2014/main" id="{7B1F72CF-89A7-0820-2819-65B214C6759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16858" y="3237837"/>
              <a:ext cx="444007" cy="402124"/>
            </a:xfrm>
            <a:prstGeom prst="rect">
              <a:avLst/>
            </a:prstGeom>
          </p:spPr>
        </p:pic>
        <p:pic>
          <p:nvPicPr>
            <p:cNvPr id="9" name="Picture 8" descr="A cartoon of a house&#10;&#10;Description automatically generated">
              <a:extLst>
                <a:ext uri="{FF2B5EF4-FFF2-40B4-BE49-F238E27FC236}">
                  <a16:creationId xmlns:a16="http://schemas.microsoft.com/office/drawing/2014/main" id="{6C26477B-F222-220E-2305-7FA5255B1E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873996" y="2835713"/>
              <a:ext cx="444007" cy="402124"/>
            </a:xfrm>
            <a:prstGeom prst="rect">
              <a:avLst/>
            </a:prstGeom>
          </p:spPr>
        </p:pic>
        <p:pic>
          <p:nvPicPr>
            <p:cNvPr id="10" name="Picture 9" descr="A cartoon of a house&#10;&#10;Description automatically generated">
              <a:extLst>
                <a:ext uri="{FF2B5EF4-FFF2-40B4-BE49-F238E27FC236}">
                  <a16:creationId xmlns:a16="http://schemas.microsoft.com/office/drawing/2014/main" id="{516D4900-1769-0FC7-4F91-C49FC494F00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08810" y="2337339"/>
              <a:ext cx="444007" cy="402124"/>
            </a:xfrm>
            <a:prstGeom prst="rect">
              <a:avLst/>
            </a:prstGeom>
          </p:spPr>
        </p:pic>
        <p:pic>
          <p:nvPicPr>
            <p:cNvPr id="13" name="Picture 12" descr="A cartoon of a house&#10;&#10;Description automatically generated">
              <a:extLst>
                <a:ext uri="{FF2B5EF4-FFF2-40B4-BE49-F238E27FC236}">
                  <a16:creationId xmlns:a16="http://schemas.microsoft.com/office/drawing/2014/main" id="{C7364EB8-420E-D259-922E-E8AFB8A4F6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38861" y="3781813"/>
              <a:ext cx="444007" cy="402124"/>
            </a:xfrm>
            <a:prstGeom prst="rect">
              <a:avLst/>
            </a:prstGeom>
          </p:spPr>
        </p:pic>
        <p:pic>
          <p:nvPicPr>
            <p:cNvPr id="14" name="Picture 13" descr="A cartoon of a house&#10;&#10;Description automatically generated">
              <a:extLst>
                <a:ext uri="{FF2B5EF4-FFF2-40B4-BE49-F238E27FC236}">
                  <a16:creationId xmlns:a16="http://schemas.microsoft.com/office/drawing/2014/main" id="{4D9D73A7-B443-7326-3AD2-E906EE72841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29145" y="3115600"/>
              <a:ext cx="444007" cy="402124"/>
            </a:xfrm>
            <a:prstGeom prst="rect">
              <a:avLst/>
            </a:prstGeom>
          </p:spPr>
        </p:pic>
        <p:pic>
          <p:nvPicPr>
            <p:cNvPr id="16" name="Picture 15" descr="A cartoon of a house&#10;&#10;Description automatically generated">
              <a:extLst>
                <a:ext uri="{FF2B5EF4-FFF2-40B4-BE49-F238E27FC236}">
                  <a16:creationId xmlns:a16="http://schemas.microsoft.com/office/drawing/2014/main" id="{B30FE7AE-7D18-3032-BC4E-CF3A08DA1E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50998" y="3450886"/>
              <a:ext cx="444007" cy="402124"/>
            </a:xfrm>
            <a:prstGeom prst="rect">
              <a:avLst/>
            </a:prstGeom>
          </p:spPr>
        </p:pic>
        <p:pic>
          <p:nvPicPr>
            <p:cNvPr id="17" name="Picture 16" descr="A cartoon of a house&#10;&#10;Description automatically generated">
              <a:extLst>
                <a:ext uri="{FF2B5EF4-FFF2-40B4-BE49-F238E27FC236}">
                  <a16:creationId xmlns:a16="http://schemas.microsoft.com/office/drawing/2014/main" id="{22C07E7A-17C2-7725-AA99-1994D97C79F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50998" y="2634651"/>
              <a:ext cx="444007" cy="402124"/>
            </a:xfrm>
            <a:prstGeom prst="rect">
              <a:avLst/>
            </a:prstGeom>
          </p:spPr>
        </p:pic>
        <p:pic>
          <p:nvPicPr>
            <p:cNvPr id="18" name="Picture 17" descr="A cartoon of a house&#10;&#10;Description automatically generated">
              <a:extLst>
                <a:ext uri="{FF2B5EF4-FFF2-40B4-BE49-F238E27FC236}">
                  <a16:creationId xmlns:a16="http://schemas.microsoft.com/office/drawing/2014/main" id="{7A0AFAF1-7B93-2C00-02B9-BFBD88C1AB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62395" y="2169500"/>
              <a:ext cx="444007" cy="402124"/>
            </a:xfrm>
            <a:prstGeom prst="rect">
              <a:avLst/>
            </a:prstGeom>
          </p:spPr>
        </p:pic>
        <p:pic>
          <p:nvPicPr>
            <p:cNvPr id="20" name="Picture 19" descr="A cartoon of a house&#10;&#10;Description automatically generated">
              <a:extLst>
                <a:ext uri="{FF2B5EF4-FFF2-40B4-BE49-F238E27FC236}">
                  <a16:creationId xmlns:a16="http://schemas.microsoft.com/office/drawing/2014/main" id="{B27AAF1F-503E-3E82-740E-FBC3BA30860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519533" y="2500427"/>
              <a:ext cx="444007" cy="402124"/>
            </a:xfrm>
            <a:prstGeom prst="rect">
              <a:avLst/>
            </a:prstGeom>
          </p:spPr>
        </p:pic>
        <p:pic>
          <p:nvPicPr>
            <p:cNvPr id="21" name="Picture 20" descr="A cartoon of a house&#10;&#10;Description automatically generated">
              <a:extLst>
                <a:ext uri="{FF2B5EF4-FFF2-40B4-BE49-F238E27FC236}">
                  <a16:creationId xmlns:a16="http://schemas.microsoft.com/office/drawing/2014/main" id="{4D26B551-95DE-81DF-3995-E1E00825222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194391" y="1723605"/>
              <a:ext cx="444007" cy="402124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997728D-C425-F911-DBB9-4106ED98536A}"/>
                  </a:ext>
                </a:extLst>
              </p:cNvPr>
              <p:cNvSpPr txBox="1"/>
              <p:nvPr/>
            </p:nvSpPr>
            <p:spPr>
              <a:xfrm>
                <a:off x="6908618" y="630287"/>
                <a:ext cx="4775382" cy="1026435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𝑐𝑜𝑣𝑎𝑟𝑖𝑎𝑛𝑐𝑒</m:t>
                      </m:r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4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4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4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997728D-C425-F911-DBB9-4106ED9853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8618" y="630287"/>
                <a:ext cx="4775382" cy="1026435"/>
              </a:xfrm>
              <a:prstGeom prst="rect">
                <a:avLst/>
              </a:prstGeom>
              <a:blipFill>
                <a:blip r:embed="rId3"/>
                <a:stretch>
                  <a:fillRect l="-3175" t="-1220" b="-1463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903EA7E6-5F99-986C-BB68-E7588419C1B8}"/>
              </a:ext>
            </a:extLst>
          </p:cNvPr>
          <p:cNvSpPr txBox="1"/>
          <p:nvPr/>
        </p:nvSpPr>
        <p:spPr>
          <a:xfrm>
            <a:off x="613496" y="5283561"/>
            <a:ext cx="4222101" cy="861774"/>
          </a:xfrm>
          <a:custGeom>
            <a:avLst/>
            <a:gdLst>
              <a:gd name="connsiteX0" fmla="*/ 0 w 4222101"/>
              <a:gd name="connsiteY0" fmla="*/ 0 h 861774"/>
              <a:gd name="connsiteX1" fmla="*/ 612205 w 4222101"/>
              <a:gd name="connsiteY1" fmla="*/ 0 h 861774"/>
              <a:gd name="connsiteX2" fmla="*/ 1224409 w 4222101"/>
              <a:gd name="connsiteY2" fmla="*/ 0 h 861774"/>
              <a:gd name="connsiteX3" fmla="*/ 1794393 w 4222101"/>
              <a:gd name="connsiteY3" fmla="*/ 0 h 861774"/>
              <a:gd name="connsiteX4" fmla="*/ 2322156 w 4222101"/>
              <a:gd name="connsiteY4" fmla="*/ 0 h 861774"/>
              <a:gd name="connsiteX5" fmla="*/ 2765476 w 4222101"/>
              <a:gd name="connsiteY5" fmla="*/ 0 h 861774"/>
              <a:gd name="connsiteX6" fmla="*/ 3208797 w 4222101"/>
              <a:gd name="connsiteY6" fmla="*/ 0 h 861774"/>
              <a:gd name="connsiteX7" fmla="*/ 3652117 w 4222101"/>
              <a:gd name="connsiteY7" fmla="*/ 0 h 861774"/>
              <a:gd name="connsiteX8" fmla="*/ 4222101 w 4222101"/>
              <a:gd name="connsiteY8" fmla="*/ 0 h 861774"/>
              <a:gd name="connsiteX9" fmla="*/ 4222101 w 4222101"/>
              <a:gd name="connsiteY9" fmla="*/ 448122 h 861774"/>
              <a:gd name="connsiteX10" fmla="*/ 4222101 w 4222101"/>
              <a:gd name="connsiteY10" fmla="*/ 861774 h 861774"/>
              <a:gd name="connsiteX11" fmla="*/ 3821001 w 4222101"/>
              <a:gd name="connsiteY11" fmla="*/ 861774 h 861774"/>
              <a:gd name="connsiteX12" fmla="*/ 3377681 w 4222101"/>
              <a:gd name="connsiteY12" fmla="*/ 861774 h 861774"/>
              <a:gd name="connsiteX13" fmla="*/ 2765476 w 4222101"/>
              <a:gd name="connsiteY13" fmla="*/ 861774 h 861774"/>
              <a:gd name="connsiteX14" fmla="*/ 2153272 w 4222101"/>
              <a:gd name="connsiteY14" fmla="*/ 861774 h 861774"/>
              <a:gd name="connsiteX15" fmla="*/ 1583288 w 4222101"/>
              <a:gd name="connsiteY15" fmla="*/ 861774 h 861774"/>
              <a:gd name="connsiteX16" fmla="*/ 1097746 w 4222101"/>
              <a:gd name="connsiteY16" fmla="*/ 861774 h 861774"/>
              <a:gd name="connsiteX17" fmla="*/ 527763 w 4222101"/>
              <a:gd name="connsiteY17" fmla="*/ 861774 h 861774"/>
              <a:gd name="connsiteX18" fmla="*/ 0 w 4222101"/>
              <a:gd name="connsiteY18" fmla="*/ 861774 h 861774"/>
              <a:gd name="connsiteX19" fmla="*/ 0 w 4222101"/>
              <a:gd name="connsiteY19" fmla="*/ 439505 h 861774"/>
              <a:gd name="connsiteX20" fmla="*/ 0 w 4222101"/>
              <a:gd name="connsiteY20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4222101" h="861774" extrusionOk="0">
                <a:moveTo>
                  <a:pt x="0" y="0"/>
                </a:moveTo>
                <a:cubicBezTo>
                  <a:pt x="207036" y="-29582"/>
                  <a:pt x="427371" y="884"/>
                  <a:pt x="612205" y="0"/>
                </a:cubicBezTo>
                <a:cubicBezTo>
                  <a:pt x="797040" y="-884"/>
                  <a:pt x="1086232" y="69901"/>
                  <a:pt x="1224409" y="0"/>
                </a:cubicBezTo>
                <a:cubicBezTo>
                  <a:pt x="1362586" y="-69901"/>
                  <a:pt x="1643250" y="63956"/>
                  <a:pt x="1794393" y="0"/>
                </a:cubicBezTo>
                <a:cubicBezTo>
                  <a:pt x="1945536" y="-63956"/>
                  <a:pt x="2155834" y="13377"/>
                  <a:pt x="2322156" y="0"/>
                </a:cubicBezTo>
                <a:cubicBezTo>
                  <a:pt x="2488478" y="-13377"/>
                  <a:pt x="2590138" y="13070"/>
                  <a:pt x="2765476" y="0"/>
                </a:cubicBezTo>
                <a:cubicBezTo>
                  <a:pt x="2940814" y="-13070"/>
                  <a:pt x="3059894" y="28776"/>
                  <a:pt x="3208797" y="0"/>
                </a:cubicBezTo>
                <a:cubicBezTo>
                  <a:pt x="3357700" y="-28776"/>
                  <a:pt x="3538191" y="12212"/>
                  <a:pt x="3652117" y="0"/>
                </a:cubicBezTo>
                <a:cubicBezTo>
                  <a:pt x="3766043" y="-12212"/>
                  <a:pt x="3990823" y="45604"/>
                  <a:pt x="4222101" y="0"/>
                </a:cubicBezTo>
                <a:cubicBezTo>
                  <a:pt x="4260692" y="221970"/>
                  <a:pt x="4179486" y="347530"/>
                  <a:pt x="4222101" y="448122"/>
                </a:cubicBezTo>
                <a:cubicBezTo>
                  <a:pt x="4264716" y="548714"/>
                  <a:pt x="4176985" y="741709"/>
                  <a:pt x="4222101" y="861774"/>
                </a:cubicBezTo>
                <a:cubicBezTo>
                  <a:pt x="4026180" y="908887"/>
                  <a:pt x="3949563" y="854601"/>
                  <a:pt x="3821001" y="861774"/>
                </a:cubicBezTo>
                <a:cubicBezTo>
                  <a:pt x="3692439" y="868947"/>
                  <a:pt x="3527080" y="820296"/>
                  <a:pt x="3377681" y="861774"/>
                </a:cubicBezTo>
                <a:cubicBezTo>
                  <a:pt x="3228282" y="903252"/>
                  <a:pt x="3009277" y="797622"/>
                  <a:pt x="2765476" y="861774"/>
                </a:cubicBezTo>
                <a:cubicBezTo>
                  <a:pt x="2521675" y="925926"/>
                  <a:pt x="2350227" y="797633"/>
                  <a:pt x="2153272" y="861774"/>
                </a:cubicBezTo>
                <a:cubicBezTo>
                  <a:pt x="1956317" y="925915"/>
                  <a:pt x="1832013" y="861213"/>
                  <a:pt x="1583288" y="861774"/>
                </a:cubicBezTo>
                <a:cubicBezTo>
                  <a:pt x="1334563" y="862335"/>
                  <a:pt x="1241566" y="817560"/>
                  <a:pt x="1097746" y="861774"/>
                </a:cubicBezTo>
                <a:cubicBezTo>
                  <a:pt x="953926" y="905988"/>
                  <a:pt x="707035" y="844341"/>
                  <a:pt x="527763" y="861774"/>
                </a:cubicBezTo>
                <a:cubicBezTo>
                  <a:pt x="348491" y="879207"/>
                  <a:pt x="189093" y="816628"/>
                  <a:pt x="0" y="861774"/>
                </a:cubicBezTo>
                <a:cubicBezTo>
                  <a:pt x="-20715" y="716918"/>
                  <a:pt x="21744" y="615894"/>
                  <a:pt x="0" y="439505"/>
                </a:cubicBezTo>
                <a:cubicBezTo>
                  <a:pt x="-21744" y="263116"/>
                  <a:pt x="35033" y="165826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/>
              <a:t>Step 3</a:t>
            </a:r>
            <a:r>
              <a:rPr lang="en-PH" sz="2500" dirty="0"/>
              <a:t>: Get the </a:t>
            </a:r>
            <a:r>
              <a:rPr lang="en-PH" sz="2500" b="1" dirty="0"/>
              <a:t>eigenvectors</a:t>
            </a:r>
            <a:r>
              <a:rPr lang="en-PH" sz="2500" dirty="0"/>
              <a:t> and </a:t>
            </a:r>
            <a:r>
              <a:rPr lang="en-PH" sz="2500" b="1" dirty="0"/>
              <a:t>eigenvalues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8F8681C-EA34-CF96-9B68-244BE710D1DE}"/>
                  </a:ext>
                </a:extLst>
              </p:cNvPr>
              <p:cNvSpPr txBox="1"/>
              <p:nvPr/>
            </p:nvSpPr>
            <p:spPr>
              <a:xfrm>
                <a:off x="9754854" y="4145669"/>
                <a:ext cx="890885" cy="10224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4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4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8F8681C-EA34-CF96-9B68-244BE710D1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54854" y="4145669"/>
                <a:ext cx="890885" cy="1022459"/>
              </a:xfrm>
              <a:prstGeom prst="rect">
                <a:avLst/>
              </a:prstGeom>
              <a:blipFill>
                <a:blip r:embed="rId4"/>
                <a:stretch>
                  <a:fillRect t="-2439" b="-146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5B0E4C7-0DFC-E456-6D7B-EB030AEE8E1E}"/>
                  </a:ext>
                </a:extLst>
              </p:cNvPr>
              <p:cNvSpPr txBox="1"/>
              <p:nvPr/>
            </p:nvSpPr>
            <p:spPr>
              <a:xfrm>
                <a:off x="10645739" y="4145668"/>
                <a:ext cx="1274003" cy="10224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40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4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5B0E4C7-0DFC-E456-6D7B-EB030AEE8E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5739" y="4145668"/>
                <a:ext cx="1274003" cy="1022459"/>
              </a:xfrm>
              <a:prstGeom prst="rect">
                <a:avLst/>
              </a:prstGeom>
              <a:blipFill>
                <a:blip r:embed="rId5"/>
                <a:stretch>
                  <a:fillRect t="-2439" b="-146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652B669-F3D3-DCA3-E5D0-7CBCBE2FA2C0}"/>
                  </a:ext>
                </a:extLst>
              </p:cNvPr>
              <p:cNvSpPr txBox="1"/>
              <p:nvPr/>
            </p:nvSpPr>
            <p:spPr>
              <a:xfrm>
                <a:off x="9900641" y="5556258"/>
                <a:ext cx="671659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4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4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4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652B669-F3D3-DCA3-E5D0-7CBCBE2FA2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0641" y="5556258"/>
                <a:ext cx="671659" cy="615553"/>
              </a:xfrm>
              <a:prstGeom prst="rect">
                <a:avLst/>
              </a:prstGeom>
              <a:blipFill>
                <a:blip r:embed="rId6"/>
                <a:stretch>
                  <a:fillRect l="-18519" r="-16667" b="-61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49F72EC-5D35-76BE-9026-68971319E858}"/>
                  </a:ext>
                </a:extLst>
              </p:cNvPr>
              <p:cNvSpPr txBox="1"/>
              <p:nvPr/>
            </p:nvSpPr>
            <p:spPr>
              <a:xfrm>
                <a:off x="11088776" y="5556258"/>
                <a:ext cx="38792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400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4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49F72EC-5D35-76BE-9026-68971319E8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88776" y="5556258"/>
                <a:ext cx="387927" cy="615553"/>
              </a:xfrm>
              <a:prstGeom prst="rect">
                <a:avLst/>
              </a:prstGeom>
              <a:blipFill>
                <a:blip r:embed="rId7"/>
                <a:stretch>
                  <a:fillRect l="-32258" r="-29032" b="-61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A5FCD17F-682A-88CE-8EB3-5378394BA402}"/>
              </a:ext>
            </a:extLst>
          </p:cNvPr>
          <p:cNvSpPr txBox="1"/>
          <p:nvPr/>
        </p:nvSpPr>
        <p:spPr>
          <a:xfrm>
            <a:off x="7641555" y="4306353"/>
            <a:ext cx="1825291" cy="861774"/>
          </a:xfrm>
          <a:custGeom>
            <a:avLst/>
            <a:gdLst>
              <a:gd name="connsiteX0" fmla="*/ 0 w 1825291"/>
              <a:gd name="connsiteY0" fmla="*/ 0 h 861774"/>
              <a:gd name="connsiteX1" fmla="*/ 492829 w 1825291"/>
              <a:gd name="connsiteY1" fmla="*/ 0 h 861774"/>
              <a:gd name="connsiteX2" fmla="*/ 985657 w 1825291"/>
              <a:gd name="connsiteY2" fmla="*/ 0 h 861774"/>
              <a:gd name="connsiteX3" fmla="*/ 1825291 w 1825291"/>
              <a:gd name="connsiteY3" fmla="*/ 0 h 861774"/>
              <a:gd name="connsiteX4" fmla="*/ 1825291 w 1825291"/>
              <a:gd name="connsiteY4" fmla="*/ 430887 h 861774"/>
              <a:gd name="connsiteX5" fmla="*/ 1825291 w 1825291"/>
              <a:gd name="connsiteY5" fmla="*/ 861774 h 861774"/>
              <a:gd name="connsiteX6" fmla="*/ 1423727 w 1825291"/>
              <a:gd name="connsiteY6" fmla="*/ 861774 h 861774"/>
              <a:gd name="connsiteX7" fmla="*/ 930898 w 1825291"/>
              <a:gd name="connsiteY7" fmla="*/ 861774 h 861774"/>
              <a:gd name="connsiteX8" fmla="*/ 492829 w 1825291"/>
              <a:gd name="connsiteY8" fmla="*/ 861774 h 861774"/>
              <a:gd name="connsiteX9" fmla="*/ 0 w 1825291"/>
              <a:gd name="connsiteY9" fmla="*/ 861774 h 861774"/>
              <a:gd name="connsiteX10" fmla="*/ 0 w 1825291"/>
              <a:gd name="connsiteY10" fmla="*/ 448122 h 861774"/>
              <a:gd name="connsiteX11" fmla="*/ 0 w 1825291"/>
              <a:gd name="connsiteY11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25291" h="861774" extrusionOk="0">
                <a:moveTo>
                  <a:pt x="0" y="0"/>
                </a:moveTo>
                <a:cubicBezTo>
                  <a:pt x="123808" y="-52086"/>
                  <a:pt x="369379" y="28087"/>
                  <a:pt x="492829" y="0"/>
                </a:cubicBezTo>
                <a:cubicBezTo>
                  <a:pt x="616279" y="-28087"/>
                  <a:pt x="886288" y="39793"/>
                  <a:pt x="985657" y="0"/>
                </a:cubicBezTo>
                <a:cubicBezTo>
                  <a:pt x="1085026" y="-39793"/>
                  <a:pt x="1647405" y="32463"/>
                  <a:pt x="1825291" y="0"/>
                </a:cubicBezTo>
                <a:cubicBezTo>
                  <a:pt x="1841912" y="203299"/>
                  <a:pt x="1809353" y="268535"/>
                  <a:pt x="1825291" y="430887"/>
                </a:cubicBezTo>
                <a:cubicBezTo>
                  <a:pt x="1841229" y="593239"/>
                  <a:pt x="1803946" y="713953"/>
                  <a:pt x="1825291" y="861774"/>
                </a:cubicBezTo>
                <a:cubicBezTo>
                  <a:pt x="1646867" y="897257"/>
                  <a:pt x="1615856" y="836332"/>
                  <a:pt x="1423727" y="861774"/>
                </a:cubicBezTo>
                <a:cubicBezTo>
                  <a:pt x="1231598" y="887216"/>
                  <a:pt x="1120910" y="837204"/>
                  <a:pt x="930898" y="861774"/>
                </a:cubicBezTo>
                <a:cubicBezTo>
                  <a:pt x="740886" y="886344"/>
                  <a:pt x="631598" y="832032"/>
                  <a:pt x="492829" y="861774"/>
                </a:cubicBezTo>
                <a:cubicBezTo>
                  <a:pt x="354060" y="891516"/>
                  <a:pt x="215849" y="806865"/>
                  <a:pt x="0" y="861774"/>
                </a:cubicBezTo>
                <a:cubicBezTo>
                  <a:pt x="-27729" y="775725"/>
                  <a:pt x="45607" y="575583"/>
                  <a:pt x="0" y="448122"/>
                </a:cubicBezTo>
                <a:cubicBezTo>
                  <a:pt x="-45607" y="320661"/>
                  <a:pt x="37262" y="174260"/>
                  <a:pt x="0" y="0"/>
                </a:cubicBezTo>
                <a:close/>
              </a:path>
            </a:pathLst>
          </a:custGeom>
          <a:noFill/>
          <a:ln w="38100">
            <a:solidFill>
              <a:srgbClr val="0070C0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Eigenvector</a:t>
            </a:r>
          </a:p>
          <a:p>
            <a:r>
              <a:rPr lang="en-PH" sz="2500" dirty="0"/>
              <a:t>(direction)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C80143-350B-0559-E868-48BF81D8B38F}"/>
              </a:ext>
            </a:extLst>
          </p:cNvPr>
          <p:cNvSpPr txBox="1"/>
          <p:nvPr/>
        </p:nvSpPr>
        <p:spPr>
          <a:xfrm>
            <a:off x="7594199" y="5536518"/>
            <a:ext cx="1899579" cy="861774"/>
          </a:xfrm>
          <a:custGeom>
            <a:avLst/>
            <a:gdLst>
              <a:gd name="connsiteX0" fmla="*/ 0 w 1899579"/>
              <a:gd name="connsiteY0" fmla="*/ 0 h 861774"/>
              <a:gd name="connsiteX1" fmla="*/ 512886 w 1899579"/>
              <a:gd name="connsiteY1" fmla="*/ 0 h 861774"/>
              <a:gd name="connsiteX2" fmla="*/ 1025773 w 1899579"/>
              <a:gd name="connsiteY2" fmla="*/ 0 h 861774"/>
              <a:gd name="connsiteX3" fmla="*/ 1899579 w 1899579"/>
              <a:gd name="connsiteY3" fmla="*/ 0 h 861774"/>
              <a:gd name="connsiteX4" fmla="*/ 1899579 w 1899579"/>
              <a:gd name="connsiteY4" fmla="*/ 430887 h 861774"/>
              <a:gd name="connsiteX5" fmla="*/ 1899579 w 1899579"/>
              <a:gd name="connsiteY5" fmla="*/ 861774 h 861774"/>
              <a:gd name="connsiteX6" fmla="*/ 1481672 w 1899579"/>
              <a:gd name="connsiteY6" fmla="*/ 861774 h 861774"/>
              <a:gd name="connsiteX7" fmla="*/ 968785 w 1899579"/>
              <a:gd name="connsiteY7" fmla="*/ 861774 h 861774"/>
              <a:gd name="connsiteX8" fmla="*/ 512886 w 1899579"/>
              <a:gd name="connsiteY8" fmla="*/ 861774 h 861774"/>
              <a:gd name="connsiteX9" fmla="*/ 0 w 1899579"/>
              <a:gd name="connsiteY9" fmla="*/ 861774 h 861774"/>
              <a:gd name="connsiteX10" fmla="*/ 0 w 1899579"/>
              <a:gd name="connsiteY10" fmla="*/ 448122 h 861774"/>
              <a:gd name="connsiteX11" fmla="*/ 0 w 1899579"/>
              <a:gd name="connsiteY11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99579" h="861774" extrusionOk="0">
                <a:moveTo>
                  <a:pt x="0" y="0"/>
                </a:moveTo>
                <a:cubicBezTo>
                  <a:pt x="126173" y="-57267"/>
                  <a:pt x="342598" y="915"/>
                  <a:pt x="512886" y="0"/>
                </a:cubicBezTo>
                <a:cubicBezTo>
                  <a:pt x="683174" y="-915"/>
                  <a:pt x="901775" y="33149"/>
                  <a:pt x="1025773" y="0"/>
                </a:cubicBezTo>
                <a:cubicBezTo>
                  <a:pt x="1149771" y="-33149"/>
                  <a:pt x="1692957" y="65561"/>
                  <a:pt x="1899579" y="0"/>
                </a:cubicBezTo>
                <a:cubicBezTo>
                  <a:pt x="1916200" y="203299"/>
                  <a:pt x="1883641" y="268535"/>
                  <a:pt x="1899579" y="430887"/>
                </a:cubicBezTo>
                <a:cubicBezTo>
                  <a:pt x="1915517" y="593239"/>
                  <a:pt x="1878234" y="713953"/>
                  <a:pt x="1899579" y="861774"/>
                </a:cubicBezTo>
                <a:cubicBezTo>
                  <a:pt x="1727704" y="885877"/>
                  <a:pt x="1601433" y="841209"/>
                  <a:pt x="1481672" y="861774"/>
                </a:cubicBezTo>
                <a:cubicBezTo>
                  <a:pt x="1361911" y="882339"/>
                  <a:pt x="1170006" y="847266"/>
                  <a:pt x="968785" y="861774"/>
                </a:cubicBezTo>
                <a:cubicBezTo>
                  <a:pt x="767564" y="876282"/>
                  <a:pt x="625671" y="836148"/>
                  <a:pt x="512886" y="861774"/>
                </a:cubicBezTo>
                <a:cubicBezTo>
                  <a:pt x="400101" y="887400"/>
                  <a:pt x="194207" y="804808"/>
                  <a:pt x="0" y="861774"/>
                </a:cubicBezTo>
                <a:cubicBezTo>
                  <a:pt x="-27729" y="775725"/>
                  <a:pt x="45607" y="575583"/>
                  <a:pt x="0" y="448122"/>
                </a:cubicBezTo>
                <a:cubicBezTo>
                  <a:pt x="-45607" y="320661"/>
                  <a:pt x="37262" y="174260"/>
                  <a:pt x="0" y="0"/>
                </a:cubicBezTo>
                <a:close/>
              </a:path>
            </a:pathLst>
          </a:custGeom>
          <a:noFill/>
          <a:ln w="38100">
            <a:solidFill>
              <a:srgbClr val="0070C0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Eigenvalues(magnitude)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E2D2231-ACAA-7A7A-028B-111F4E934FEF}"/>
              </a:ext>
            </a:extLst>
          </p:cNvPr>
          <p:cNvCxnSpPr>
            <a:cxnSpLocks/>
          </p:cNvCxnSpPr>
          <p:nvPr/>
        </p:nvCxnSpPr>
        <p:spPr>
          <a:xfrm flipV="1">
            <a:off x="6188533" y="1720007"/>
            <a:ext cx="2346579" cy="1331192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ABE0653-1141-9DFC-D0BB-A4723FAC44C2}"/>
              </a:ext>
            </a:extLst>
          </p:cNvPr>
          <p:cNvCxnSpPr>
            <a:cxnSpLocks/>
          </p:cNvCxnSpPr>
          <p:nvPr/>
        </p:nvCxnSpPr>
        <p:spPr>
          <a:xfrm flipH="1" flipV="1">
            <a:off x="5650806" y="2459755"/>
            <a:ext cx="460559" cy="591444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3288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5" grpId="0"/>
      <p:bldP spid="8" grpId="0"/>
      <p:bldP spid="11" grpId="0"/>
      <p:bldP spid="12" grpId="0" animBg="1"/>
      <p:bldP spid="1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45D1173-9014-26BB-4354-45E13FB1B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EB6801F6-ACA3-8B24-9176-6772B7DE1520}"/>
              </a:ext>
            </a:extLst>
          </p:cNvPr>
          <p:cNvCxnSpPr>
            <a:cxnSpLocks/>
          </p:cNvCxnSpPr>
          <p:nvPr/>
        </p:nvCxnSpPr>
        <p:spPr>
          <a:xfrm flipV="1">
            <a:off x="6096000" y="630287"/>
            <a:ext cx="0" cy="521510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8E41704-30FB-3C2B-7BBC-4EC223B5C0C0}"/>
              </a:ext>
            </a:extLst>
          </p:cNvPr>
          <p:cNvCxnSpPr>
            <a:cxnSpLocks/>
          </p:cNvCxnSpPr>
          <p:nvPr/>
        </p:nvCxnSpPr>
        <p:spPr>
          <a:xfrm>
            <a:off x="2015371" y="3076187"/>
            <a:ext cx="8630368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EA3C68F-32E0-6B54-1B57-121137610F0E}"/>
              </a:ext>
            </a:extLst>
          </p:cNvPr>
          <p:cNvGrpSpPr/>
          <p:nvPr/>
        </p:nvGrpSpPr>
        <p:grpSpPr>
          <a:xfrm>
            <a:off x="4272659" y="1846021"/>
            <a:ext cx="3646682" cy="2460332"/>
            <a:chOff x="4316858" y="1723605"/>
            <a:chExt cx="3646682" cy="2460332"/>
          </a:xfrm>
        </p:grpSpPr>
        <p:pic>
          <p:nvPicPr>
            <p:cNvPr id="7" name="Picture 6" descr="A cartoon of a house&#10;&#10;Description automatically generated">
              <a:extLst>
                <a:ext uri="{FF2B5EF4-FFF2-40B4-BE49-F238E27FC236}">
                  <a16:creationId xmlns:a16="http://schemas.microsoft.com/office/drawing/2014/main" id="{06B1C665-F6CE-A1AC-03CC-87A4BE9582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16858" y="3237837"/>
              <a:ext cx="444007" cy="402124"/>
            </a:xfrm>
            <a:prstGeom prst="rect">
              <a:avLst/>
            </a:prstGeom>
          </p:spPr>
        </p:pic>
        <p:pic>
          <p:nvPicPr>
            <p:cNvPr id="9" name="Picture 8" descr="A cartoon of a house&#10;&#10;Description automatically generated">
              <a:extLst>
                <a:ext uri="{FF2B5EF4-FFF2-40B4-BE49-F238E27FC236}">
                  <a16:creationId xmlns:a16="http://schemas.microsoft.com/office/drawing/2014/main" id="{7F6381FB-170B-79A8-6824-ECD12840E76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873996" y="2835713"/>
              <a:ext cx="444007" cy="402124"/>
            </a:xfrm>
            <a:prstGeom prst="rect">
              <a:avLst/>
            </a:prstGeom>
          </p:spPr>
        </p:pic>
        <p:pic>
          <p:nvPicPr>
            <p:cNvPr id="10" name="Picture 9" descr="A cartoon of a house&#10;&#10;Description automatically generated">
              <a:extLst>
                <a:ext uri="{FF2B5EF4-FFF2-40B4-BE49-F238E27FC236}">
                  <a16:creationId xmlns:a16="http://schemas.microsoft.com/office/drawing/2014/main" id="{247F000A-61C4-7ABE-6369-BD332E0E4DF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508810" y="2337339"/>
              <a:ext cx="444007" cy="402124"/>
            </a:xfrm>
            <a:prstGeom prst="rect">
              <a:avLst/>
            </a:prstGeom>
          </p:spPr>
        </p:pic>
        <p:pic>
          <p:nvPicPr>
            <p:cNvPr id="13" name="Picture 12" descr="A cartoon of a house&#10;&#10;Description automatically generated">
              <a:extLst>
                <a:ext uri="{FF2B5EF4-FFF2-40B4-BE49-F238E27FC236}">
                  <a16:creationId xmlns:a16="http://schemas.microsoft.com/office/drawing/2014/main" id="{FE69D1C5-E241-71F2-D45E-221E8F30CD1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38861" y="3781813"/>
              <a:ext cx="444007" cy="402124"/>
            </a:xfrm>
            <a:prstGeom prst="rect">
              <a:avLst/>
            </a:prstGeom>
          </p:spPr>
        </p:pic>
        <p:pic>
          <p:nvPicPr>
            <p:cNvPr id="14" name="Picture 13" descr="A cartoon of a house&#10;&#10;Description automatically generated">
              <a:extLst>
                <a:ext uri="{FF2B5EF4-FFF2-40B4-BE49-F238E27FC236}">
                  <a16:creationId xmlns:a16="http://schemas.microsoft.com/office/drawing/2014/main" id="{B56FDAE7-81E3-70E9-D9A9-F212E059C66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29145" y="3115600"/>
              <a:ext cx="444007" cy="402124"/>
            </a:xfrm>
            <a:prstGeom prst="rect">
              <a:avLst/>
            </a:prstGeom>
          </p:spPr>
        </p:pic>
        <p:pic>
          <p:nvPicPr>
            <p:cNvPr id="16" name="Picture 15" descr="A cartoon of a house&#10;&#10;Description automatically generated">
              <a:extLst>
                <a:ext uri="{FF2B5EF4-FFF2-40B4-BE49-F238E27FC236}">
                  <a16:creationId xmlns:a16="http://schemas.microsoft.com/office/drawing/2014/main" id="{3FEF847C-4678-B7CD-84F6-59F89435880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50998" y="3450886"/>
              <a:ext cx="444007" cy="402124"/>
            </a:xfrm>
            <a:prstGeom prst="rect">
              <a:avLst/>
            </a:prstGeom>
          </p:spPr>
        </p:pic>
        <p:pic>
          <p:nvPicPr>
            <p:cNvPr id="17" name="Picture 16" descr="A cartoon of a house&#10;&#10;Description automatically generated">
              <a:extLst>
                <a:ext uri="{FF2B5EF4-FFF2-40B4-BE49-F238E27FC236}">
                  <a16:creationId xmlns:a16="http://schemas.microsoft.com/office/drawing/2014/main" id="{14890F5F-505F-7521-9303-B6B1A58BA7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50998" y="2634651"/>
              <a:ext cx="444007" cy="402124"/>
            </a:xfrm>
            <a:prstGeom prst="rect">
              <a:avLst/>
            </a:prstGeom>
          </p:spPr>
        </p:pic>
        <p:pic>
          <p:nvPicPr>
            <p:cNvPr id="18" name="Picture 17" descr="A cartoon of a house&#10;&#10;Description automatically generated">
              <a:extLst>
                <a:ext uri="{FF2B5EF4-FFF2-40B4-BE49-F238E27FC236}">
                  <a16:creationId xmlns:a16="http://schemas.microsoft.com/office/drawing/2014/main" id="{BB2114FA-7C86-1E82-58D1-F8380E8C6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62395" y="2169500"/>
              <a:ext cx="444007" cy="402124"/>
            </a:xfrm>
            <a:prstGeom prst="rect">
              <a:avLst/>
            </a:prstGeom>
          </p:spPr>
        </p:pic>
        <p:pic>
          <p:nvPicPr>
            <p:cNvPr id="20" name="Picture 19" descr="A cartoon of a house&#10;&#10;Description automatically generated">
              <a:extLst>
                <a:ext uri="{FF2B5EF4-FFF2-40B4-BE49-F238E27FC236}">
                  <a16:creationId xmlns:a16="http://schemas.microsoft.com/office/drawing/2014/main" id="{EA0CB6C7-A9D2-4B62-C48A-EDBD439AE5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519533" y="2500427"/>
              <a:ext cx="444007" cy="402124"/>
            </a:xfrm>
            <a:prstGeom prst="rect">
              <a:avLst/>
            </a:prstGeom>
          </p:spPr>
        </p:pic>
        <p:pic>
          <p:nvPicPr>
            <p:cNvPr id="21" name="Picture 20" descr="A cartoon of a house&#10;&#10;Description automatically generated">
              <a:extLst>
                <a:ext uri="{FF2B5EF4-FFF2-40B4-BE49-F238E27FC236}">
                  <a16:creationId xmlns:a16="http://schemas.microsoft.com/office/drawing/2014/main" id="{4A2E37EC-E4E1-6189-3D92-725945B5A7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194391" y="1723605"/>
              <a:ext cx="444007" cy="402124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C7C28D7-60B4-1230-94E2-230AE804C307}"/>
                  </a:ext>
                </a:extLst>
              </p:cNvPr>
              <p:cNvSpPr txBox="1"/>
              <p:nvPr/>
            </p:nvSpPr>
            <p:spPr>
              <a:xfrm>
                <a:off x="6908618" y="630287"/>
                <a:ext cx="4775382" cy="1026435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𝑐𝑜𝑣𝑎𝑟𝑖𝑎𝑛𝑐𝑒</m:t>
                      </m:r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PH" sz="4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PH" sz="4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</m:e>
                              <m:e>
                                <m: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  <m:mr>
                              <m:e>
                                <m: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lang="en-PH" sz="40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PH" sz="4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C7C28D7-60B4-1230-94E2-230AE804C3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8618" y="630287"/>
                <a:ext cx="4775382" cy="1026435"/>
              </a:xfrm>
              <a:prstGeom prst="rect">
                <a:avLst/>
              </a:prstGeom>
              <a:blipFill>
                <a:blip r:embed="rId3"/>
                <a:stretch>
                  <a:fillRect l="-3175" t="-1220" b="-14634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4CCFB5FA-6BC2-5395-157B-4C6A11EB4189}"/>
              </a:ext>
            </a:extLst>
          </p:cNvPr>
          <p:cNvSpPr txBox="1"/>
          <p:nvPr/>
        </p:nvSpPr>
        <p:spPr>
          <a:xfrm>
            <a:off x="613496" y="5283561"/>
            <a:ext cx="4222101" cy="1246495"/>
          </a:xfrm>
          <a:custGeom>
            <a:avLst/>
            <a:gdLst>
              <a:gd name="connsiteX0" fmla="*/ 0 w 4222101"/>
              <a:gd name="connsiteY0" fmla="*/ 0 h 1246495"/>
              <a:gd name="connsiteX1" fmla="*/ 612205 w 4222101"/>
              <a:gd name="connsiteY1" fmla="*/ 0 h 1246495"/>
              <a:gd name="connsiteX2" fmla="*/ 1224409 w 4222101"/>
              <a:gd name="connsiteY2" fmla="*/ 0 h 1246495"/>
              <a:gd name="connsiteX3" fmla="*/ 1794393 w 4222101"/>
              <a:gd name="connsiteY3" fmla="*/ 0 h 1246495"/>
              <a:gd name="connsiteX4" fmla="*/ 2322156 w 4222101"/>
              <a:gd name="connsiteY4" fmla="*/ 0 h 1246495"/>
              <a:gd name="connsiteX5" fmla="*/ 2765476 w 4222101"/>
              <a:gd name="connsiteY5" fmla="*/ 0 h 1246495"/>
              <a:gd name="connsiteX6" fmla="*/ 3208797 w 4222101"/>
              <a:gd name="connsiteY6" fmla="*/ 0 h 1246495"/>
              <a:gd name="connsiteX7" fmla="*/ 3652117 w 4222101"/>
              <a:gd name="connsiteY7" fmla="*/ 0 h 1246495"/>
              <a:gd name="connsiteX8" fmla="*/ 4222101 w 4222101"/>
              <a:gd name="connsiteY8" fmla="*/ 0 h 1246495"/>
              <a:gd name="connsiteX9" fmla="*/ 4222101 w 4222101"/>
              <a:gd name="connsiteY9" fmla="*/ 440428 h 1246495"/>
              <a:gd name="connsiteX10" fmla="*/ 4222101 w 4222101"/>
              <a:gd name="connsiteY10" fmla="*/ 818532 h 1246495"/>
              <a:gd name="connsiteX11" fmla="*/ 4222101 w 4222101"/>
              <a:gd name="connsiteY11" fmla="*/ 1246495 h 1246495"/>
              <a:gd name="connsiteX12" fmla="*/ 3821001 w 4222101"/>
              <a:gd name="connsiteY12" fmla="*/ 1246495 h 1246495"/>
              <a:gd name="connsiteX13" fmla="*/ 3208797 w 4222101"/>
              <a:gd name="connsiteY13" fmla="*/ 1246495 h 1246495"/>
              <a:gd name="connsiteX14" fmla="*/ 2596592 w 4222101"/>
              <a:gd name="connsiteY14" fmla="*/ 1246495 h 1246495"/>
              <a:gd name="connsiteX15" fmla="*/ 2026608 w 4222101"/>
              <a:gd name="connsiteY15" fmla="*/ 1246495 h 1246495"/>
              <a:gd name="connsiteX16" fmla="*/ 1541067 w 4222101"/>
              <a:gd name="connsiteY16" fmla="*/ 1246495 h 1246495"/>
              <a:gd name="connsiteX17" fmla="*/ 971083 w 4222101"/>
              <a:gd name="connsiteY17" fmla="*/ 1246495 h 1246495"/>
              <a:gd name="connsiteX18" fmla="*/ 0 w 4222101"/>
              <a:gd name="connsiteY18" fmla="*/ 1246495 h 1246495"/>
              <a:gd name="connsiteX19" fmla="*/ 0 w 4222101"/>
              <a:gd name="connsiteY19" fmla="*/ 843462 h 1246495"/>
              <a:gd name="connsiteX20" fmla="*/ 0 w 4222101"/>
              <a:gd name="connsiteY20" fmla="*/ 427963 h 1246495"/>
              <a:gd name="connsiteX21" fmla="*/ 0 w 4222101"/>
              <a:gd name="connsiteY21" fmla="*/ 0 h 12464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4222101" h="1246495" extrusionOk="0">
                <a:moveTo>
                  <a:pt x="0" y="0"/>
                </a:moveTo>
                <a:cubicBezTo>
                  <a:pt x="207036" y="-29582"/>
                  <a:pt x="427371" y="884"/>
                  <a:pt x="612205" y="0"/>
                </a:cubicBezTo>
                <a:cubicBezTo>
                  <a:pt x="797040" y="-884"/>
                  <a:pt x="1086232" y="69901"/>
                  <a:pt x="1224409" y="0"/>
                </a:cubicBezTo>
                <a:cubicBezTo>
                  <a:pt x="1362586" y="-69901"/>
                  <a:pt x="1643250" y="63956"/>
                  <a:pt x="1794393" y="0"/>
                </a:cubicBezTo>
                <a:cubicBezTo>
                  <a:pt x="1945536" y="-63956"/>
                  <a:pt x="2155834" y="13377"/>
                  <a:pt x="2322156" y="0"/>
                </a:cubicBezTo>
                <a:cubicBezTo>
                  <a:pt x="2488478" y="-13377"/>
                  <a:pt x="2590138" y="13070"/>
                  <a:pt x="2765476" y="0"/>
                </a:cubicBezTo>
                <a:cubicBezTo>
                  <a:pt x="2940814" y="-13070"/>
                  <a:pt x="3059894" y="28776"/>
                  <a:pt x="3208797" y="0"/>
                </a:cubicBezTo>
                <a:cubicBezTo>
                  <a:pt x="3357700" y="-28776"/>
                  <a:pt x="3538191" y="12212"/>
                  <a:pt x="3652117" y="0"/>
                </a:cubicBezTo>
                <a:cubicBezTo>
                  <a:pt x="3766043" y="-12212"/>
                  <a:pt x="3990823" y="45604"/>
                  <a:pt x="4222101" y="0"/>
                </a:cubicBezTo>
                <a:cubicBezTo>
                  <a:pt x="4239465" y="209551"/>
                  <a:pt x="4181880" y="243367"/>
                  <a:pt x="4222101" y="440428"/>
                </a:cubicBezTo>
                <a:cubicBezTo>
                  <a:pt x="4262322" y="637489"/>
                  <a:pt x="4204776" y="689276"/>
                  <a:pt x="4222101" y="818532"/>
                </a:cubicBezTo>
                <a:cubicBezTo>
                  <a:pt x="4239426" y="947788"/>
                  <a:pt x="4219216" y="1129850"/>
                  <a:pt x="4222101" y="1246495"/>
                </a:cubicBezTo>
                <a:cubicBezTo>
                  <a:pt x="4034129" y="1273098"/>
                  <a:pt x="3955442" y="1219050"/>
                  <a:pt x="3821001" y="1246495"/>
                </a:cubicBezTo>
                <a:cubicBezTo>
                  <a:pt x="3686560" y="1273940"/>
                  <a:pt x="3449952" y="1177146"/>
                  <a:pt x="3208797" y="1246495"/>
                </a:cubicBezTo>
                <a:cubicBezTo>
                  <a:pt x="2967642" y="1315844"/>
                  <a:pt x="2795109" y="1186393"/>
                  <a:pt x="2596592" y="1246495"/>
                </a:cubicBezTo>
                <a:cubicBezTo>
                  <a:pt x="2398076" y="1306597"/>
                  <a:pt x="2275333" y="1245934"/>
                  <a:pt x="2026608" y="1246495"/>
                </a:cubicBezTo>
                <a:cubicBezTo>
                  <a:pt x="1777883" y="1247056"/>
                  <a:pt x="1680068" y="1201254"/>
                  <a:pt x="1541067" y="1246495"/>
                </a:cubicBezTo>
                <a:cubicBezTo>
                  <a:pt x="1402066" y="1291736"/>
                  <a:pt x="1155913" y="1235966"/>
                  <a:pt x="971083" y="1246495"/>
                </a:cubicBezTo>
                <a:cubicBezTo>
                  <a:pt x="786253" y="1257024"/>
                  <a:pt x="348340" y="1195833"/>
                  <a:pt x="0" y="1246495"/>
                </a:cubicBezTo>
                <a:cubicBezTo>
                  <a:pt x="-31033" y="1102105"/>
                  <a:pt x="35930" y="970384"/>
                  <a:pt x="0" y="843462"/>
                </a:cubicBezTo>
                <a:cubicBezTo>
                  <a:pt x="-35930" y="716540"/>
                  <a:pt x="5207" y="520378"/>
                  <a:pt x="0" y="427963"/>
                </a:cubicBezTo>
                <a:cubicBezTo>
                  <a:pt x="-5207" y="335548"/>
                  <a:pt x="32731" y="88236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/>
              <a:t>Step 4</a:t>
            </a:r>
            <a:r>
              <a:rPr lang="en-PH" sz="2500" dirty="0"/>
              <a:t>: Choose the most important </a:t>
            </a:r>
            <a:r>
              <a:rPr lang="en-PH" sz="2500" b="1" dirty="0"/>
              <a:t>eigenvector</a:t>
            </a:r>
            <a:r>
              <a:rPr lang="en-PH" sz="2500" dirty="0"/>
              <a:t> and </a:t>
            </a:r>
            <a:r>
              <a:rPr lang="en-PH" sz="2500" b="1" dirty="0"/>
              <a:t>eigenvalue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568C133-C444-C0E0-2A9E-C5785BFBE372}"/>
                  </a:ext>
                </a:extLst>
              </p:cNvPr>
              <p:cNvSpPr txBox="1"/>
              <p:nvPr/>
            </p:nvSpPr>
            <p:spPr>
              <a:xfrm>
                <a:off x="9754854" y="4145669"/>
                <a:ext cx="890885" cy="10224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40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PH" sz="4000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4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568C133-C444-C0E0-2A9E-C5785BFBE3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54854" y="4145669"/>
                <a:ext cx="890885" cy="1022459"/>
              </a:xfrm>
              <a:prstGeom prst="rect">
                <a:avLst/>
              </a:prstGeom>
              <a:blipFill>
                <a:blip r:embed="rId4"/>
                <a:stretch>
                  <a:fillRect t="-2439" b="-146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0825A2A-52E4-DFAF-C5D8-1F6E183989BA}"/>
                  </a:ext>
                </a:extLst>
              </p:cNvPr>
              <p:cNvSpPr txBox="1"/>
              <p:nvPr/>
            </p:nvSpPr>
            <p:spPr>
              <a:xfrm>
                <a:off x="10645739" y="4145668"/>
                <a:ext cx="1274003" cy="10224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40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PH" sz="40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PH" sz="4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0825A2A-52E4-DFAF-C5D8-1F6E183989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5739" y="4145668"/>
                <a:ext cx="1274003" cy="1022459"/>
              </a:xfrm>
              <a:prstGeom prst="rect">
                <a:avLst/>
              </a:prstGeom>
              <a:blipFill>
                <a:blip r:embed="rId5"/>
                <a:stretch>
                  <a:fillRect t="-2439" b="-146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EF02AA2-C72D-319A-E2DC-1617B37983D6}"/>
                  </a:ext>
                </a:extLst>
              </p:cNvPr>
              <p:cNvSpPr txBox="1"/>
              <p:nvPr/>
            </p:nvSpPr>
            <p:spPr>
              <a:xfrm>
                <a:off x="9900641" y="5556258"/>
                <a:ext cx="671659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4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PH" sz="4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4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EF02AA2-C72D-319A-E2DC-1617B37983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0641" y="5556258"/>
                <a:ext cx="671659" cy="615553"/>
              </a:xfrm>
              <a:prstGeom prst="rect">
                <a:avLst/>
              </a:prstGeom>
              <a:blipFill>
                <a:blip r:embed="rId6"/>
                <a:stretch>
                  <a:fillRect l="-18519" r="-16667" b="-61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E73FE62-7511-5CAD-4759-1045EAC85823}"/>
                  </a:ext>
                </a:extLst>
              </p:cNvPr>
              <p:cNvSpPr txBox="1"/>
              <p:nvPr/>
            </p:nvSpPr>
            <p:spPr>
              <a:xfrm>
                <a:off x="11088776" y="5556258"/>
                <a:ext cx="38792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400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PH" sz="40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E73FE62-7511-5CAD-4759-1045EAC858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88776" y="5556258"/>
                <a:ext cx="387927" cy="615553"/>
              </a:xfrm>
              <a:prstGeom prst="rect">
                <a:avLst/>
              </a:prstGeom>
              <a:blipFill>
                <a:blip r:embed="rId7"/>
                <a:stretch>
                  <a:fillRect l="-32258" r="-29032" b="-61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91C5FD50-A418-52B1-6124-B6A4DAEB9CBE}"/>
              </a:ext>
            </a:extLst>
          </p:cNvPr>
          <p:cNvSpPr txBox="1"/>
          <p:nvPr/>
        </p:nvSpPr>
        <p:spPr>
          <a:xfrm>
            <a:off x="7641555" y="4306353"/>
            <a:ext cx="1825291" cy="861774"/>
          </a:xfrm>
          <a:custGeom>
            <a:avLst/>
            <a:gdLst>
              <a:gd name="connsiteX0" fmla="*/ 0 w 1825291"/>
              <a:gd name="connsiteY0" fmla="*/ 0 h 861774"/>
              <a:gd name="connsiteX1" fmla="*/ 492829 w 1825291"/>
              <a:gd name="connsiteY1" fmla="*/ 0 h 861774"/>
              <a:gd name="connsiteX2" fmla="*/ 985657 w 1825291"/>
              <a:gd name="connsiteY2" fmla="*/ 0 h 861774"/>
              <a:gd name="connsiteX3" fmla="*/ 1825291 w 1825291"/>
              <a:gd name="connsiteY3" fmla="*/ 0 h 861774"/>
              <a:gd name="connsiteX4" fmla="*/ 1825291 w 1825291"/>
              <a:gd name="connsiteY4" fmla="*/ 430887 h 861774"/>
              <a:gd name="connsiteX5" fmla="*/ 1825291 w 1825291"/>
              <a:gd name="connsiteY5" fmla="*/ 861774 h 861774"/>
              <a:gd name="connsiteX6" fmla="*/ 1423727 w 1825291"/>
              <a:gd name="connsiteY6" fmla="*/ 861774 h 861774"/>
              <a:gd name="connsiteX7" fmla="*/ 930898 w 1825291"/>
              <a:gd name="connsiteY7" fmla="*/ 861774 h 861774"/>
              <a:gd name="connsiteX8" fmla="*/ 492829 w 1825291"/>
              <a:gd name="connsiteY8" fmla="*/ 861774 h 861774"/>
              <a:gd name="connsiteX9" fmla="*/ 0 w 1825291"/>
              <a:gd name="connsiteY9" fmla="*/ 861774 h 861774"/>
              <a:gd name="connsiteX10" fmla="*/ 0 w 1825291"/>
              <a:gd name="connsiteY10" fmla="*/ 448122 h 861774"/>
              <a:gd name="connsiteX11" fmla="*/ 0 w 1825291"/>
              <a:gd name="connsiteY11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25291" h="861774" extrusionOk="0">
                <a:moveTo>
                  <a:pt x="0" y="0"/>
                </a:moveTo>
                <a:cubicBezTo>
                  <a:pt x="123808" y="-52086"/>
                  <a:pt x="369379" y="28087"/>
                  <a:pt x="492829" y="0"/>
                </a:cubicBezTo>
                <a:cubicBezTo>
                  <a:pt x="616279" y="-28087"/>
                  <a:pt x="886288" y="39793"/>
                  <a:pt x="985657" y="0"/>
                </a:cubicBezTo>
                <a:cubicBezTo>
                  <a:pt x="1085026" y="-39793"/>
                  <a:pt x="1647405" y="32463"/>
                  <a:pt x="1825291" y="0"/>
                </a:cubicBezTo>
                <a:cubicBezTo>
                  <a:pt x="1841912" y="203299"/>
                  <a:pt x="1809353" y="268535"/>
                  <a:pt x="1825291" y="430887"/>
                </a:cubicBezTo>
                <a:cubicBezTo>
                  <a:pt x="1841229" y="593239"/>
                  <a:pt x="1803946" y="713953"/>
                  <a:pt x="1825291" y="861774"/>
                </a:cubicBezTo>
                <a:cubicBezTo>
                  <a:pt x="1646867" y="897257"/>
                  <a:pt x="1615856" y="836332"/>
                  <a:pt x="1423727" y="861774"/>
                </a:cubicBezTo>
                <a:cubicBezTo>
                  <a:pt x="1231598" y="887216"/>
                  <a:pt x="1120910" y="837204"/>
                  <a:pt x="930898" y="861774"/>
                </a:cubicBezTo>
                <a:cubicBezTo>
                  <a:pt x="740886" y="886344"/>
                  <a:pt x="631598" y="832032"/>
                  <a:pt x="492829" y="861774"/>
                </a:cubicBezTo>
                <a:cubicBezTo>
                  <a:pt x="354060" y="891516"/>
                  <a:pt x="215849" y="806865"/>
                  <a:pt x="0" y="861774"/>
                </a:cubicBezTo>
                <a:cubicBezTo>
                  <a:pt x="-27729" y="775725"/>
                  <a:pt x="45607" y="575583"/>
                  <a:pt x="0" y="448122"/>
                </a:cubicBezTo>
                <a:cubicBezTo>
                  <a:pt x="-45607" y="320661"/>
                  <a:pt x="37262" y="174260"/>
                  <a:pt x="0" y="0"/>
                </a:cubicBezTo>
                <a:close/>
              </a:path>
            </a:pathLst>
          </a:custGeom>
          <a:noFill/>
          <a:ln w="38100">
            <a:solidFill>
              <a:srgbClr val="0070C0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Eigenvector</a:t>
            </a:r>
          </a:p>
          <a:p>
            <a:r>
              <a:rPr lang="en-PH" sz="2500" dirty="0"/>
              <a:t>(direction)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5332EA-8D2F-57EA-BA04-B408D014B5FB}"/>
              </a:ext>
            </a:extLst>
          </p:cNvPr>
          <p:cNvSpPr txBox="1"/>
          <p:nvPr/>
        </p:nvSpPr>
        <p:spPr>
          <a:xfrm>
            <a:off x="7594199" y="5536518"/>
            <a:ext cx="1899579" cy="861774"/>
          </a:xfrm>
          <a:custGeom>
            <a:avLst/>
            <a:gdLst>
              <a:gd name="connsiteX0" fmla="*/ 0 w 1899579"/>
              <a:gd name="connsiteY0" fmla="*/ 0 h 861774"/>
              <a:gd name="connsiteX1" fmla="*/ 512886 w 1899579"/>
              <a:gd name="connsiteY1" fmla="*/ 0 h 861774"/>
              <a:gd name="connsiteX2" fmla="*/ 1025773 w 1899579"/>
              <a:gd name="connsiteY2" fmla="*/ 0 h 861774"/>
              <a:gd name="connsiteX3" fmla="*/ 1899579 w 1899579"/>
              <a:gd name="connsiteY3" fmla="*/ 0 h 861774"/>
              <a:gd name="connsiteX4" fmla="*/ 1899579 w 1899579"/>
              <a:gd name="connsiteY4" fmla="*/ 430887 h 861774"/>
              <a:gd name="connsiteX5" fmla="*/ 1899579 w 1899579"/>
              <a:gd name="connsiteY5" fmla="*/ 861774 h 861774"/>
              <a:gd name="connsiteX6" fmla="*/ 1481672 w 1899579"/>
              <a:gd name="connsiteY6" fmla="*/ 861774 h 861774"/>
              <a:gd name="connsiteX7" fmla="*/ 968785 w 1899579"/>
              <a:gd name="connsiteY7" fmla="*/ 861774 h 861774"/>
              <a:gd name="connsiteX8" fmla="*/ 512886 w 1899579"/>
              <a:gd name="connsiteY8" fmla="*/ 861774 h 861774"/>
              <a:gd name="connsiteX9" fmla="*/ 0 w 1899579"/>
              <a:gd name="connsiteY9" fmla="*/ 861774 h 861774"/>
              <a:gd name="connsiteX10" fmla="*/ 0 w 1899579"/>
              <a:gd name="connsiteY10" fmla="*/ 448122 h 861774"/>
              <a:gd name="connsiteX11" fmla="*/ 0 w 1899579"/>
              <a:gd name="connsiteY11" fmla="*/ 0 h 861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99579" h="861774" extrusionOk="0">
                <a:moveTo>
                  <a:pt x="0" y="0"/>
                </a:moveTo>
                <a:cubicBezTo>
                  <a:pt x="126173" y="-57267"/>
                  <a:pt x="342598" y="915"/>
                  <a:pt x="512886" y="0"/>
                </a:cubicBezTo>
                <a:cubicBezTo>
                  <a:pt x="683174" y="-915"/>
                  <a:pt x="901775" y="33149"/>
                  <a:pt x="1025773" y="0"/>
                </a:cubicBezTo>
                <a:cubicBezTo>
                  <a:pt x="1149771" y="-33149"/>
                  <a:pt x="1692957" y="65561"/>
                  <a:pt x="1899579" y="0"/>
                </a:cubicBezTo>
                <a:cubicBezTo>
                  <a:pt x="1916200" y="203299"/>
                  <a:pt x="1883641" y="268535"/>
                  <a:pt x="1899579" y="430887"/>
                </a:cubicBezTo>
                <a:cubicBezTo>
                  <a:pt x="1915517" y="593239"/>
                  <a:pt x="1878234" y="713953"/>
                  <a:pt x="1899579" y="861774"/>
                </a:cubicBezTo>
                <a:cubicBezTo>
                  <a:pt x="1727704" y="885877"/>
                  <a:pt x="1601433" y="841209"/>
                  <a:pt x="1481672" y="861774"/>
                </a:cubicBezTo>
                <a:cubicBezTo>
                  <a:pt x="1361911" y="882339"/>
                  <a:pt x="1170006" y="847266"/>
                  <a:pt x="968785" y="861774"/>
                </a:cubicBezTo>
                <a:cubicBezTo>
                  <a:pt x="767564" y="876282"/>
                  <a:pt x="625671" y="836148"/>
                  <a:pt x="512886" y="861774"/>
                </a:cubicBezTo>
                <a:cubicBezTo>
                  <a:pt x="400101" y="887400"/>
                  <a:pt x="194207" y="804808"/>
                  <a:pt x="0" y="861774"/>
                </a:cubicBezTo>
                <a:cubicBezTo>
                  <a:pt x="-27729" y="775725"/>
                  <a:pt x="45607" y="575583"/>
                  <a:pt x="0" y="448122"/>
                </a:cubicBezTo>
                <a:cubicBezTo>
                  <a:pt x="-45607" y="320661"/>
                  <a:pt x="37262" y="174260"/>
                  <a:pt x="0" y="0"/>
                </a:cubicBezTo>
                <a:close/>
              </a:path>
            </a:pathLst>
          </a:custGeom>
          <a:noFill/>
          <a:ln w="38100">
            <a:solidFill>
              <a:srgbClr val="0070C0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dirty="0"/>
              <a:t>Eigenvalues(magnitude)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84D69EC-3C7B-71AF-A666-68D781191868}"/>
              </a:ext>
            </a:extLst>
          </p:cNvPr>
          <p:cNvCxnSpPr>
            <a:cxnSpLocks/>
          </p:cNvCxnSpPr>
          <p:nvPr/>
        </p:nvCxnSpPr>
        <p:spPr>
          <a:xfrm flipV="1">
            <a:off x="6188533" y="1720007"/>
            <a:ext cx="2346579" cy="1331192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B92A0DA-D0C2-120B-126B-DD87BC2BC1BF}"/>
              </a:ext>
            </a:extLst>
          </p:cNvPr>
          <p:cNvCxnSpPr>
            <a:cxnSpLocks/>
          </p:cNvCxnSpPr>
          <p:nvPr/>
        </p:nvCxnSpPr>
        <p:spPr>
          <a:xfrm flipH="1" flipV="1">
            <a:off x="5650806" y="2459755"/>
            <a:ext cx="460559" cy="591444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84753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/>
      <p:bldP spid="1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EB84A87-DA4A-8B8C-132B-FC7A0BD87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C2D62C84-A6D6-1AC3-9B91-5C88C957C235}"/>
              </a:ext>
            </a:extLst>
          </p:cNvPr>
          <p:cNvCxnSpPr>
            <a:cxnSpLocks/>
          </p:cNvCxnSpPr>
          <p:nvPr/>
        </p:nvCxnSpPr>
        <p:spPr>
          <a:xfrm flipV="1">
            <a:off x="6096000" y="630287"/>
            <a:ext cx="0" cy="521510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268103E-8026-4CE1-831B-96A4186D0BCE}"/>
              </a:ext>
            </a:extLst>
          </p:cNvPr>
          <p:cNvCxnSpPr>
            <a:cxnSpLocks/>
          </p:cNvCxnSpPr>
          <p:nvPr/>
        </p:nvCxnSpPr>
        <p:spPr>
          <a:xfrm>
            <a:off x="2015371" y="3076187"/>
            <a:ext cx="8630368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48BE51A6-18B2-B9ED-EDCC-D2F31F00FC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2659" y="3360253"/>
            <a:ext cx="444007" cy="402124"/>
          </a:xfrm>
          <a:prstGeom prst="rect">
            <a:avLst/>
          </a:prstGeom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4558166E-447B-9C2B-DFA4-2494145629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9797" y="2958129"/>
            <a:ext cx="444007" cy="402124"/>
          </a:xfrm>
          <a:prstGeom prst="rect">
            <a:avLst/>
          </a:prstGeom>
        </p:spPr>
      </p:pic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FC206B63-4523-AD47-3F7B-0385444A41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4611" y="2459755"/>
            <a:ext cx="444007" cy="402124"/>
          </a:xfrm>
          <a:prstGeom prst="rect">
            <a:avLst/>
          </a:prstGeom>
        </p:spPr>
      </p:pic>
      <p:pic>
        <p:nvPicPr>
          <p:cNvPr id="13" name="Picture 12" descr="A cartoon of a house&#10;&#10;Description automatically generated">
            <a:extLst>
              <a:ext uri="{FF2B5EF4-FFF2-40B4-BE49-F238E27FC236}">
                <a16:creationId xmlns:a16="http://schemas.microsoft.com/office/drawing/2014/main" id="{FA03404D-C72C-3591-C2F9-94647CB931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4662" y="3904229"/>
            <a:ext cx="444007" cy="402124"/>
          </a:xfrm>
          <a:prstGeom prst="rect">
            <a:avLst/>
          </a:prstGeom>
        </p:spPr>
      </p:pic>
      <p:pic>
        <p:nvPicPr>
          <p:cNvPr id="14" name="Picture 13" descr="A cartoon of a house&#10;&#10;Description automatically generated">
            <a:extLst>
              <a:ext uri="{FF2B5EF4-FFF2-40B4-BE49-F238E27FC236}">
                <a16:creationId xmlns:a16="http://schemas.microsoft.com/office/drawing/2014/main" id="{CCA0C4FD-5EBA-B684-889C-239A0532F9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4946" y="3238016"/>
            <a:ext cx="444007" cy="402124"/>
          </a:xfrm>
          <a:prstGeom prst="rect">
            <a:avLst/>
          </a:prstGeom>
        </p:spPr>
      </p:pic>
      <p:pic>
        <p:nvPicPr>
          <p:cNvPr id="16" name="Picture 15" descr="A cartoon of a house&#10;&#10;Description automatically generated">
            <a:extLst>
              <a:ext uri="{FF2B5EF4-FFF2-40B4-BE49-F238E27FC236}">
                <a16:creationId xmlns:a16="http://schemas.microsoft.com/office/drawing/2014/main" id="{C47BDEC7-EF55-451C-3905-CB10064A61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6799" y="3573302"/>
            <a:ext cx="444007" cy="402124"/>
          </a:xfrm>
          <a:prstGeom prst="rect">
            <a:avLst/>
          </a:prstGeom>
        </p:spPr>
      </p:pic>
      <p:pic>
        <p:nvPicPr>
          <p:cNvPr id="17" name="Picture 16" descr="A cartoon of a house&#10;&#10;Description automatically generated">
            <a:extLst>
              <a:ext uri="{FF2B5EF4-FFF2-40B4-BE49-F238E27FC236}">
                <a16:creationId xmlns:a16="http://schemas.microsoft.com/office/drawing/2014/main" id="{827E02D4-BE83-3778-0CA6-D518024166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6799" y="2757067"/>
            <a:ext cx="444007" cy="402124"/>
          </a:xfrm>
          <a:prstGeom prst="rect">
            <a:avLst/>
          </a:prstGeom>
        </p:spPr>
      </p:pic>
      <p:pic>
        <p:nvPicPr>
          <p:cNvPr id="18" name="Picture 17" descr="A cartoon of a house&#10;&#10;Description automatically generated">
            <a:extLst>
              <a:ext uri="{FF2B5EF4-FFF2-40B4-BE49-F238E27FC236}">
                <a16:creationId xmlns:a16="http://schemas.microsoft.com/office/drawing/2014/main" id="{DBEDD228-2B58-69F1-899D-4703A297BF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8196" y="2291916"/>
            <a:ext cx="444007" cy="402124"/>
          </a:xfrm>
          <a:prstGeom prst="rect">
            <a:avLst/>
          </a:prstGeom>
        </p:spPr>
      </p:pic>
      <p:pic>
        <p:nvPicPr>
          <p:cNvPr id="20" name="Picture 19" descr="A cartoon of a house&#10;&#10;Description automatically generated">
            <a:extLst>
              <a:ext uri="{FF2B5EF4-FFF2-40B4-BE49-F238E27FC236}">
                <a16:creationId xmlns:a16="http://schemas.microsoft.com/office/drawing/2014/main" id="{BB01097B-551D-5355-1DB4-DCC716746A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5334" y="2622843"/>
            <a:ext cx="444007" cy="402124"/>
          </a:xfrm>
          <a:prstGeom prst="rect">
            <a:avLst/>
          </a:prstGeom>
        </p:spPr>
      </p:pic>
      <p:pic>
        <p:nvPicPr>
          <p:cNvPr id="21" name="Picture 20" descr="A cartoon of a house&#10;&#10;Description automatically generated">
            <a:extLst>
              <a:ext uri="{FF2B5EF4-FFF2-40B4-BE49-F238E27FC236}">
                <a16:creationId xmlns:a16="http://schemas.microsoft.com/office/drawing/2014/main" id="{B7B94A14-9D47-389C-0CEB-A8CEBFD8AD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192" y="1846021"/>
            <a:ext cx="444007" cy="402124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BCEC269-C252-6805-D784-A1AB3EA5B355}"/>
              </a:ext>
            </a:extLst>
          </p:cNvPr>
          <p:cNvCxnSpPr>
            <a:cxnSpLocks/>
          </p:cNvCxnSpPr>
          <p:nvPr/>
        </p:nvCxnSpPr>
        <p:spPr>
          <a:xfrm flipV="1">
            <a:off x="3603493" y="1720007"/>
            <a:ext cx="4931619" cy="2814118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52B8FC67-78C3-BBA7-2F48-10F40FDB1727}"/>
              </a:ext>
            </a:extLst>
          </p:cNvPr>
          <p:cNvSpPr txBox="1"/>
          <p:nvPr/>
        </p:nvSpPr>
        <p:spPr>
          <a:xfrm>
            <a:off x="613503" y="5134394"/>
            <a:ext cx="4325166" cy="1631216"/>
          </a:xfrm>
          <a:custGeom>
            <a:avLst/>
            <a:gdLst>
              <a:gd name="connsiteX0" fmla="*/ 0 w 4325166"/>
              <a:gd name="connsiteY0" fmla="*/ 0 h 1631216"/>
              <a:gd name="connsiteX1" fmla="*/ 627149 w 4325166"/>
              <a:gd name="connsiteY1" fmla="*/ 0 h 1631216"/>
              <a:gd name="connsiteX2" fmla="*/ 1254298 w 4325166"/>
              <a:gd name="connsiteY2" fmla="*/ 0 h 1631216"/>
              <a:gd name="connsiteX3" fmla="*/ 1838196 w 4325166"/>
              <a:gd name="connsiteY3" fmla="*/ 0 h 1631216"/>
              <a:gd name="connsiteX4" fmla="*/ 2378841 w 4325166"/>
              <a:gd name="connsiteY4" fmla="*/ 0 h 1631216"/>
              <a:gd name="connsiteX5" fmla="*/ 2832984 w 4325166"/>
              <a:gd name="connsiteY5" fmla="*/ 0 h 1631216"/>
              <a:gd name="connsiteX6" fmla="*/ 3287126 w 4325166"/>
              <a:gd name="connsiteY6" fmla="*/ 0 h 1631216"/>
              <a:gd name="connsiteX7" fmla="*/ 3741269 w 4325166"/>
              <a:gd name="connsiteY7" fmla="*/ 0 h 1631216"/>
              <a:gd name="connsiteX8" fmla="*/ 4325166 w 4325166"/>
              <a:gd name="connsiteY8" fmla="*/ 0 h 1631216"/>
              <a:gd name="connsiteX9" fmla="*/ 4325166 w 4325166"/>
              <a:gd name="connsiteY9" fmla="*/ 576363 h 1631216"/>
              <a:gd name="connsiteX10" fmla="*/ 4325166 w 4325166"/>
              <a:gd name="connsiteY10" fmla="*/ 1071165 h 1631216"/>
              <a:gd name="connsiteX11" fmla="*/ 4325166 w 4325166"/>
              <a:gd name="connsiteY11" fmla="*/ 1631216 h 1631216"/>
              <a:gd name="connsiteX12" fmla="*/ 3914275 w 4325166"/>
              <a:gd name="connsiteY12" fmla="*/ 1631216 h 1631216"/>
              <a:gd name="connsiteX13" fmla="*/ 3287126 w 4325166"/>
              <a:gd name="connsiteY13" fmla="*/ 1631216 h 1631216"/>
              <a:gd name="connsiteX14" fmla="*/ 2659977 w 4325166"/>
              <a:gd name="connsiteY14" fmla="*/ 1631216 h 1631216"/>
              <a:gd name="connsiteX15" fmla="*/ 2076080 w 4325166"/>
              <a:gd name="connsiteY15" fmla="*/ 1631216 h 1631216"/>
              <a:gd name="connsiteX16" fmla="*/ 1578686 w 4325166"/>
              <a:gd name="connsiteY16" fmla="*/ 1631216 h 1631216"/>
              <a:gd name="connsiteX17" fmla="*/ 994788 w 4325166"/>
              <a:gd name="connsiteY17" fmla="*/ 1631216 h 1631216"/>
              <a:gd name="connsiteX18" fmla="*/ 0 w 4325166"/>
              <a:gd name="connsiteY18" fmla="*/ 1631216 h 1631216"/>
              <a:gd name="connsiteX19" fmla="*/ 0 w 4325166"/>
              <a:gd name="connsiteY19" fmla="*/ 1103789 h 1631216"/>
              <a:gd name="connsiteX20" fmla="*/ 0 w 4325166"/>
              <a:gd name="connsiteY20" fmla="*/ 560051 h 1631216"/>
              <a:gd name="connsiteX21" fmla="*/ 0 w 4325166"/>
              <a:gd name="connsiteY21" fmla="*/ 0 h 16312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4325166" h="1631216" extrusionOk="0">
                <a:moveTo>
                  <a:pt x="0" y="0"/>
                </a:moveTo>
                <a:cubicBezTo>
                  <a:pt x="255509" y="-74962"/>
                  <a:pt x="414277" y="14604"/>
                  <a:pt x="627149" y="0"/>
                </a:cubicBezTo>
                <a:cubicBezTo>
                  <a:pt x="840021" y="-14604"/>
                  <a:pt x="1049458" y="16756"/>
                  <a:pt x="1254298" y="0"/>
                </a:cubicBezTo>
                <a:cubicBezTo>
                  <a:pt x="1459138" y="-16756"/>
                  <a:pt x="1711989" y="1770"/>
                  <a:pt x="1838196" y="0"/>
                </a:cubicBezTo>
                <a:cubicBezTo>
                  <a:pt x="1964403" y="-1770"/>
                  <a:pt x="2207441" y="38479"/>
                  <a:pt x="2378841" y="0"/>
                </a:cubicBezTo>
                <a:cubicBezTo>
                  <a:pt x="2550241" y="-38479"/>
                  <a:pt x="2614928" y="46838"/>
                  <a:pt x="2832984" y="0"/>
                </a:cubicBezTo>
                <a:cubicBezTo>
                  <a:pt x="3051040" y="-46838"/>
                  <a:pt x="3102439" y="42677"/>
                  <a:pt x="3287126" y="0"/>
                </a:cubicBezTo>
                <a:cubicBezTo>
                  <a:pt x="3471813" y="-42677"/>
                  <a:pt x="3601357" y="29259"/>
                  <a:pt x="3741269" y="0"/>
                </a:cubicBezTo>
                <a:cubicBezTo>
                  <a:pt x="3881181" y="-29259"/>
                  <a:pt x="4063396" y="23563"/>
                  <a:pt x="4325166" y="0"/>
                </a:cubicBezTo>
                <a:cubicBezTo>
                  <a:pt x="4367783" y="161538"/>
                  <a:pt x="4304832" y="454924"/>
                  <a:pt x="4325166" y="576363"/>
                </a:cubicBezTo>
                <a:cubicBezTo>
                  <a:pt x="4345500" y="697802"/>
                  <a:pt x="4304997" y="859091"/>
                  <a:pt x="4325166" y="1071165"/>
                </a:cubicBezTo>
                <a:cubicBezTo>
                  <a:pt x="4345335" y="1283239"/>
                  <a:pt x="4261123" y="1459221"/>
                  <a:pt x="4325166" y="1631216"/>
                </a:cubicBezTo>
                <a:cubicBezTo>
                  <a:pt x="4213747" y="1637861"/>
                  <a:pt x="4029774" y="1609040"/>
                  <a:pt x="3914275" y="1631216"/>
                </a:cubicBezTo>
                <a:cubicBezTo>
                  <a:pt x="3798776" y="1653392"/>
                  <a:pt x="3565143" y="1558922"/>
                  <a:pt x="3287126" y="1631216"/>
                </a:cubicBezTo>
                <a:cubicBezTo>
                  <a:pt x="3009109" y="1703510"/>
                  <a:pt x="2857505" y="1574306"/>
                  <a:pt x="2659977" y="1631216"/>
                </a:cubicBezTo>
                <a:cubicBezTo>
                  <a:pt x="2462449" y="1688126"/>
                  <a:pt x="2307855" y="1588489"/>
                  <a:pt x="2076080" y="1631216"/>
                </a:cubicBezTo>
                <a:cubicBezTo>
                  <a:pt x="1844305" y="1673943"/>
                  <a:pt x="1694637" y="1588016"/>
                  <a:pt x="1578686" y="1631216"/>
                </a:cubicBezTo>
                <a:cubicBezTo>
                  <a:pt x="1462735" y="1674416"/>
                  <a:pt x="1271832" y="1626166"/>
                  <a:pt x="994788" y="1631216"/>
                </a:cubicBezTo>
                <a:cubicBezTo>
                  <a:pt x="717744" y="1636266"/>
                  <a:pt x="315165" y="1561585"/>
                  <a:pt x="0" y="1631216"/>
                </a:cubicBezTo>
                <a:cubicBezTo>
                  <a:pt x="-62261" y="1457583"/>
                  <a:pt x="56470" y="1354463"/>
                  <a:pt x="0" y="1103789"/>
                </a:cubicBezTo>
                <a:cubicBezTo>
                  <a:pt x="-56470" y="853115"/>
                  <a:pt x="36367" y="734118"/>
                  <a:pt x="0" y="560051"/>
                </a:cubicBezTo>
                <a:cubicBezTo>
                  <a:pt x="-36367" y="385984"/>
                  <a:pt x="27196" y="147709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/>
              <a:t>Step 5</a:t>
            </a:r>
            <a:r>
              <a:rPr lang="en-PH" sz="2500" dirty="0"/>
              <a:t>: Project the data into the eigenvector. We now have converted our data from two dimension to one dimension</a:t>
            </a:r>
            <a:endParaRPr lang="en-PH" sz="2500" b="1" dirty="0"/>
          </a:p>
        </p:txBody>
      </p:sp>
    </p:spTree>
    <p:extLst>
      <p:ext uri="{BB962C8B-B14F-4D97-AF65-F5344CB8AC3E}">
        <p14:creationId xmlns:p14="http://schemas.microsoft.com/office/powerpoint/2010/main" val="3075143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2.96296E-6 L 2.08333E-7 0.06042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009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04167E-6 -1.11111E-6 L 1.04167E-6 -0.0294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481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-1.48148E-6 L -0.00013 -0.0412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" y="-2060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0 L -2.5E-6 0.07454 " pathEditMode="relative" rAng="0" ptsTypes="AA">
                                      <p:cBhvr>
                                        <p:cTn id="12" dur="2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727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6 4.07407E-6 L 4.16667E-6 0.08518 " pathEditMode="relative" rAng="0" ptsTypes="AA">
                                      <p:cBhvr>
                                        <p:cTn id="14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25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1.11111E-6 L -3.33333E-6 -0.10857 " pathEditMode="relative" rAng="0" ptsTypes="AA">
                                      <p:cBhvr>
                                        <p:cTn id="16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5440"/>
                                    </p:animMotion>
                                  </p:childTnLst>
                                </p:cTn>
                              </p:par>
                              <p:par>
                                <p:cTn id="17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3.7037E-7 L 2.5E-6 0.04676 " pathEditMode="relative" rAng="0" ptsTypes="AA">
                                      <p:cBhvr>
                                        <p:cTn id="18" dur="2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338"/>
                                    </p:animMotion>
                                  </p:childTnLst>
                                </p:cTn>
                              </p:par>
                              <p:par>
                                <p:cTn id="1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7 -4.07407E-6 L -2.08333E-7 -0.10162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509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3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2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3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6CAEB2B-B4F2-FE94-C515-AA090D081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F6779551-92B3-D431-1B1E-2C802E3AE240}"/>
              </a:ext>
            </a:extLst>
          </p:cNvPr>
          <p:cNvCxnSpPr>
            <a:cxnSpLocks/>
          </p:cNvCxnSpPr>
          <p:nvPr/>
        </p:nvCxnSpPr>
        <p:spPr>
          <a:xfrm flipV="1">
            <a:off x="6096000" y="630287"/>
            <a:ext cx="0" cy="521510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423303-3F56-3212-A988-058F07D2BCB4}"/>
              </a:ext>
            </a:extLst>
          </p:cNvPr>
          <p:cNvCxnSpPr>
            <a:cxnSpLocks/>
          </p:cNvCxnSpPr>
          <p:nvPr/>
        </p:nvCxnSpPr>
        <p:spPr>
          <a:xfrm>
            <a:off x="2015371" y="3076187"/>
            <a:ext cx="8630368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69EDA3BB-6F78-0053-620A-B2E0C4599D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2659" y="3360253"/>
            <a:ext cx="444007" cy="402124"/>
          </a:xfrm>
          <a:prstGeom prst="rect">
            <a:avLst/>
          </a:prstGeom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6F800858-7145-1CAB-B462-E9CC7D7BE7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9797" y="2958129"/>
            <a:ext cx="444007" cy="402124"/>
          </a:xfrm>
          <a:prstGeom prst="rect">
            <a:avLst/>
          </a:prstGeom>
        </p:spPr>
      </p:pic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8A691580-13AA-3CCF-EAF1-0C15D3164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4611" y="2459755"/>
            <a:ext cx="444007" cy="402124"/>
          </a:xfrm>
          <a:prstGeom prst="rect">
            <a:avLst/>
          </a:prstGeom>
        </p:spPr>
      </p:pic>
      <p:pic>
        <p:nvPicPr>
          <p:cNvPr id="13" name="Picture 12" descr="A cartoon of a house&#10;&#10;Description automatically generated">
            <a:extLst>
              <a:ext uri="{FF2B5EF4-FFF2-40B4-BE49-F238E27FC236}">
                <a16:creationId xmlns:a16="http://schemas.microsoft.com/office/drawing/2014/main" id="{3E04F09E-73ED-2B55-4963-603A50DD5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4662" y="3904229"/>
            <a:ext cx="444007" cy="402124"/>
          </a:xfrm>
          <a:prstGeom prst="rect">
            <a:avLst/>
          </a:prstGeom>
        </p:spPr>
      </p:pic>
      <p:pic>
        <p:nvPicPr>
          <p:cNvPr id="14" name="Picture 13" descr="A cartoon of a house&#10;&#10;Description automatically generated">
            <a:extLst>
              <a:ext uri="{FF2B5EF4-FFF2-40B4-BE49-F238E27FC236}">
                <a16:creationId xmlns:a16="http://schemas.microsoft.com/office/drawing/2014/main" id="{F99A0F75-2609-7957-6E69-3581186F13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4946" y="3238016"/>
            <a:ext cx="444007" cy="402124"/>
          </a:xfrm>
          <a:prstGeom prst="rect">
            <a:avLst/>
          </a:prstGeom>
        </p:spPr>
      </p:pic>
      <p:pic>
        <p:nvPicPr>
          <p:cNvPr id="16" name="Picture 15" descr="A cartoon of a house&#10;&#10;Description automatically generated">
            <a:extLst>
              <a:ext uri="{FF2B5EF4-FFF2-40B4-BE49-F238E27FC236}">
                <a16:creationId xmlns:a16="http://schemas.microsoft.com/office/drawing/2014/main" id="{3D1D6EE6-B65E-5179-F3D6-9F8677746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6799" y="3573302"/>
            <a:ext cx="444007" cy="402124"/>
          </a:xfrm>
          <a:prstGeom prst="rect">
            <a:avLst/>
          </a:prstGeom>
        </p:spPr>
      </p:pic>
      <p:pic>
        <p:nvPicPr>
          <p:cNvPr id="17" name="Picture 16" descr="A cartoon of a house&#10;&#10;Description automatically generated">
            <a:extLst>
              <a:ext uri="{FF2B5EF4-FFF2-40B4-BE49-F238E27FC236}">
                <a16:creationId xmlns:a16="http://schemas.microsoft.com/office/drawing/2014/main" id="{79BE0DCB-851A-E8FF-3AF0-F56A3FECC1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6799" y="2757067"/>
            <a:ext cx="444007" cy="402124"/>
          </a:xfrm>
          <a:prstGeom prst="rect">
            <a:avLst/>
          </a:prstGeom>
        </p:spPr>
      </p:pic>
      <p:pic>
        <p:nvPicPr>
          <p:cNvPr id="18" name="Picture 17" descr="A cartoon of a house&#10;&#10;Description automatically generated">
            <a:extLst>
              <a:ext uri="{FF2B5EF4-FFF2-40B4-BE49-F238E27FC236}">
                <a16:creationId xmlns:a16="http://schemas.microsoft.com/office/drawing/2014/main" id="{856BFB91-1426-DDD9-FA1E-FA87E18BA0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8196" y="2291916"/>
            <a:ext cx="444007" cy="402124"/>
          </a:xfrm>
          <a:prstGeom prst="rect">
            <a:avLst/>
          </a:prstGeom>
        </p:spPr>
      </p:pic>
      <p:pic>
        <p:nvPicPr>
          <p:cNvPr id="20" name="Picture 19" descr="A cartoon of a house&#10;&#10;Description automatically generated">
            <a:extLst>
              <a:ext uri="{FF2B5EF4-FFF2-40B4-BE49-F238E27FC236}">
                <a16:creationId xmlns:a16="http://schemas.microsoft.com/office/drawing/2014/main" id="{21195315-8670-8BC4-5907-87C3A392D5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5334" y="2622843"/>
            <a:ext cx="444007" cy="402124"/>
          </a:xfrm>
          <a:prstGeom prst="rect">
            <a:avLst/>
          </a:prstGeom>
        </p:spPr>
      </p:pic>
      <p:pic>
        <p:nvPicPr>
          <p:cNvPr id="21" name="Picture 20" descr="A cartoon of a house&#10;&#10;Description automatically generated">
            <a:extLst>
              <a:ext uri="{FF2B5EF4-FFF2-40B4-BE49-F238E27FC236}">
                <a16:creationId xmlns:a16="http://schemas.microsoft.com/office/drawing/2014/main" id="{EFAD5A11-44BA-7BA9-CEAE-9205C48B21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192" y="1846021"/>
            <a:ext cx="444007" cy="402124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49F3801-D1DA-A63B-1B6F-F432968A6402}"/>
              </a:ext>
            </a:extLst>
          </p:cNvPr>
          <p:cNvCxnSpPr>
            <a:cxnSpLocks/>
          </p:cNvCxnSpPr>
          <p:nvPr/>
        </p:nvCxnSpPr>
        <p:spPr>
          <a:xfrm flipV="1">
            <a:off x="3603493" y="1720007"/>
            <a:ext cx="4931619" cy="2814118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5C55D093-63F6-9907-01F7-DCA6CF0D96A8}"/>
              </a:ext>
            </a:extLst>
          </p:cNvPr>
          <p:cNvSpPr txBox="1"/>
          <p:nvPr/>
        </p:nvSpPr>
        <p:spPr>
          <a:xfrm>
            <a:off x="613503" y="5134394"/>
            <a:ext cx="4325166" cy="1631216"/>
          </a:xfrm>
          <a:custGeom>
            <a:avLst/>
            <a:gdLst>
              <a:gd name="connsiteX0" fmla="*/ 0 w 4325166"/>
              <a:gd name="connsiteY0" fmla="*/ 0 h 1631216"/>
              <a:gd name="connsiteX1" fmla="*/ 627149 w 4325166"/>
              <a:gd name="connsiteY1" fmla="*/ 0 h 1631216"/>
              <a:gd name="connsiteX2" fmla="*/ 1254298 w 4325166"/>
              <a:gd name="connsiteY2" fmla="*/ 0 h 1631216"/>
              <a:gd name="connsiteX3" fmla="*/ 1838196 w 4325166"/>
              <a:gd name="connsiteY3" fmla="*/ 0 h 1631216"/>
              <a:gd name="connsiteX4" fmla="*/ 2378841 w 4325166"/>
              <a:gd name="connsiteY4" fmla="*/ 0 h 1631216"/>
              <a:gd name="connsiteX5" fmla="*/ 2832984 w 4325166"/>
              <a:gd name="connsiteY5" fmla="*/ 0 h 1631216"/>
              <a:gd name="connsiteX6" fmla="*/ 3287126 w 4325166"/>
              <a:gd name="connsiteY6" fmla="*/ 0 h 1631216"/>
              <a:gd name="connsiteX7" fmla="*/ 3741269 w 4325166"/>
              <a:gd name="connsiteY7" fmla="*/ 0 h 1631216"/>
              <a:gd name="connsiteX8" fmla="*/ 4325166 w 4325166"/>
              <a:gd name="connsiteY8" fmla="*/ 0 h 1631216"/>
              <a:gd name="connsiteX9" fmla="*/ 4325166 w 4325166"/>
              <a:gd name="connsiteY9" fmla="*/ 576363 h 1631216"/>
              <a:gd name="connsiteX10" fmla="*/ 4325166 w 4325166"/>
              <a:gd name="connsiteY10" fmla="*/ 1071165 h 1631216"/>
              <a:gd name="connsiteX11" fmla="*/ 4325166 w 4325166"/>
              <a:gd name="connsiteY11" fmla="*/ 1631216 h 1631216"/>
              <a:gd name="connsiteX12" fmla="*/ 3914275 w 4325166"/>
              <a:gd name="connsiteY12" fmla="*/ 1631216 h 1631216"/>
              <a:gd name="connsiteX13" fmla="*/ 3287126 w 4325166"/>
              <a:gd name="connsiteY13" fmla="*/ 1631216 h 1631216"/>
              <a:gd name="connsiteX14" fmla="*/ 2659977 w 4325166"/>
              <a:gd name="connsiteY14" fmla="*/ 1631216 h 1631216"/>
              <a:gd name="connsiteX15" fmla="*/ 2076080 w 4325166"/>
              <a:gd name="connsiteY15" fmla="*/ 1631216 h 1631216"/>
              <a:gd name="connsiteX16" fmla="*/ 1578686 w 4325166"/>
              <a:gd name="connsiteY16" fmla="*/ 1631216 h 1631216"/>
              <a:gd name="connsiteX17" fmla="*/ 994788 w 4325166"/>
              <a:gd name="connsiteY17" fmla="*/ 1631216 h 1631216"/>
              <a:gd name="connsiteX18" fmla="*/ 0 w 4325166"/>
              <a:gd name="connsiteY18" fmla="*/ 1631216 h 1631216"/>
              <a:gd name="connsiteX19" fmla="*/ 0 w 4325166"/>
              <a:gd name="connsiteY19" fmla="*/ 1103789 h 1631216"/>
              <a:gd name="connsiteX20" fmla="*/ 0 w 4325166"/>
              <a:gd name="connsiteY20" fmla="*/ 560051 h 1631216"/>
              <a:gd name="connsiteX21" fmla="*/ 0 w 4325166"/>
              <a:gd name="connsiteY21" fmla="*/ 0 h 16312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4325166" h="1631216" extrusionOk="0">
                <a:moveTo>
                  <a:pt x="0" y="0"/>
                </a:moveTo>
                <a:cubicBezTo>
                  <a:pt x="255509" y="-74962"/>
                  <a:pt x="414277" y="14604"/>
                  <a:pt x="627149" y="0"/>
                </a:cubicBezTo>
                <a:cubicBezTo>
                  <a:pt x="840021" y="-14604"/>
                  <a:pt x="1049458" y="16756"/>
                  <a:pt x="1254298" y="0"/>
                </a:cubicBezTo>
                <a:cubicBezTo>
                  <a:pt x="1459138" y="-16756"/>
                  <a:pt x="1711989" y="1770"/>
                  <a:pt x="1838196" y="0"/>
                </a:cubicBezTo>
                <a:cubicBezTo>
                  <a:pt x="1964403" y="-1770"/>
                  <a:pt x="2207441" y="38479"/>
                  <a:pt x="2378841" y="0"/>
                </a:cubicBezTo>
                <a:cubicBezTo>
                  <a:pt x="2550241" y="-38479"/>
                  <a:pt x="2614928" y="46838"/>
                  <a:pt x="2832984" y="0"/>
                </a:cubicBezTo>
                <a:cubicBezTo>
                  <a:pt x="3051040" y="-46838"/>
                  <a:pt x="3102439" y="42677"/>
                  <a:pt x="3287126" y="0"/>
                </a:cubicBezTo>
                <a:cubicBezTo>
                  <a:pt x="3471813" y="-42677"/>
                  <a:pt x="3601357" y="29259"/>
                  <a:pt x="3741269" y="0"/>
                </a:cubicBezTo>
                <a:cubicBezTo>
                  <a:pt x="3881181" y="-29259"/>
                  <a:pt x="4063396" y="23563"/>
                  <a:pt x="4325166" y="0"/>
                </a:cubicBezTo>
                <a:cubicBezTo>
                  <a:pt x="4367783" y="161538"/>
                  <a:pt x="4304832" y="454924"/>
                  <a:pt x="4325166" y="576363"/>
                </a:cubicBezTo>
                <a:cubicBezTo>
                  <a:pt x="4345500" y="697802"/>
                  <a:pt x="4304997" y="859091"/>
                  <a:pt x="4325166" y="1071165"/>
                </a:cubicBezTo>
                <a:cubicBezTo>
                  <a:pt x="4345335" y="1283239"/>
                  <a:pt x="4261123" y="1459221"/>
                  <a:pt x="4325166" y="1631216"/>
                </a:cubicBezTo>
                <a:cubicBezTo>
                  <a:pt x="4213747" y="1637861"/>
                  <a:pt x="4029774" y="1609040"/>
                  <a:pt x="3914275" y="1631216"/>
                </a:cubicBezTo>
                <a:cubicBezTo>
                  <a:pt x="3798776" y="1653392"/>
                  <a:pt x="3565143" y="1558922"/>
                  <a:pt x="3287126" y="1631216"/>
                </a:cubicBezTo>
                <a:cubicBezTo>
                  <a:pt x="3009109" y="1703510"/>
                  <a:pt x="2857505" y="1574306"/>
                  <a:pt x="2659977" y="1631216"/>
                </a:cubicBezTo>
                <a:cubicBezTo>
                  <a:pt x="2462449" y="1688126"/>
                  <a:pt x="2307855" y="1588489"/>
                  <a:pt x="2076080" y="1631216"/>
                </a:cubicBezTo>
                <a:cubicBezTo>
                  <a:pt x="1844305" y="1673943"/>
                  <a:pt x="1694637" y="1588016"/>
                  <a:pt x="1578686" y="1631216"/>
                </a:cubicBezTo>
                <a:cubicBezTo>
                  <a:pt x="1462735" y="1674416"/>
                  <a:pt x="1271832" y="1626166"/>
                  <a:pt x="994788" y="1631216"/>
                </a:cubicBezTo>
                <a:cubicBezTo>
                  <a:pt x="717744" y="1636266"/>
                  <a:pt x="315165" y="1561585"/>
                  <a:pt x="0" y="1631216"/>
                </a:cubicBezTo>
                <a:cubicBezTo>
                  <a:pt x="-62261" y="1457583"/>
                  <a:pt x="56470" y="1354463"/>
                  <a:pt x="0" y="1103789"/>
                </a:cubicBezTo>
                <a:cubicBezTo>
                  <a:pt x="-56470" y="853115"/>
                  <a:pt x="36367" y="734118"/>
                  <a:pt x="0" y="560051"/>
                </a:cubicBezTo>
                <a:cubicBezTo>
                  <a:pt x="-36367" y="385984"/>
                  <a:pt x="27196" y="147709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/>
              <a:t>Step 5</a:t>
            </a:r>
            <a:r>
              <a:rPr lang="en-PH" sz="2500" dirty="0"/>
              <a:t>: Project the data into the eigenvector. We now have converted our data from two dimension to one dimension</a:t>
            </a:r>
            <a:endParaRPr lang="en-PH" sz="2500" b="1" dirty="0"/>
          </a:p>
        </p:txBody>
      </p:sp>
    </p:spTree>
    <p:extLst>
      <p:ext uri="{BB962C8B-B14F-4D97-AF65-F5344CB8AC3E}">
        <p14:creationId xmlns:p14="http://schemas.microsoft.com/office/powerpoint/2010/main" val="419577219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B0F328E-38B0-6627-FFE0-580382499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E4D89100-C28D-FDAB-B634-DECFA14DDBE9}"/>
              </a:ext>
            </a:extLst>
          </p:cNvPr>
          <p:cNvCxnSpPr>
            <a:cxnSpLocks/>
          </p:cNvCxnSpPr>
          <p:nvPr/>
        </p:nvCxnSpPr>
        <p:spPr>
          <a:xfrm flipV="1">
            <a:off x="6096000" y="630287"/>
            <a:ext cx="0" cy="521510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4A2F814-1922-1DCE-9287-90A1E43E61D2}"/>
              </a:ext>
            </a:extLst>
          </p:cNvPr>
          <p:cNvCxnSpPr>
            <a:cxnSpLocks/>
          </p:cNvCxnSpPr>
          <p:nvPr/>
        </p:nvCxnSpPr>
        <p:spPr>
          <a:xfrm>
            <a:off x="2015371" y="3076187"/>
            <a:ext cx="8630368" cy="0"/>
          </a:xfrm>
          <a:prstGeom prst="straightConnector1">
            <a:avLst/>
          </a:prstGeom>
          <a:ln w="76200">
            <a:headEnd type="triangl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7" name="Picture 6" descr="A cartoon of a house&#10;&#10;Description automatically generated">
            <a:extLst>
              <a:ext uri="{FF2B5EF4-FFF2-40B4-BE49-F238E27FC236}">
                <a16:creationId xmlns:a16="http://schemas.microsoft.com/office/drawing/2014/main" id="{1E874E36-55FA-90E7-5DC0-B7317F3AE6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2659" y="3781813"/>
            <a:ext cx="444007" cy="402124"/>
          </a:xfrm>
          <a:prstGeom prst="rect">
            <a:avLst/>
          </a:prstGeom>
        </p:spPr>
      </p:pic>
      <p:pic>
        <p:nvPicPr>
          <p:cNvPr id="9" name="Picture 8" descr="A cartoon of a house&#10;&#10;Description automatically generated">
            <a:extLst>
              <a:ext uri="{FF2B5EF4-FFF2-40B4-BE49-F238E27FC236}">
                <a16:creationId xmlns:a16="http://schemas.microsoft.com/office/drawing/2014/main" id="{92F9494C-32B9-09A9-0B60-8ED18F49E2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9797" y="2958129"/>
            <a:ext cx="444007" cy="402124"/>
          </a:xfrm>
          <a:prstGeom prst="rect">
            <a:avLst/>
          </a:prstGeom>
        </p:spPr>
      </p:pic>
      <p:pic>
        <p:nvPicPr>
          <p:cNvPr id="10" name="Picture 9" descr="A cartoon of a house&#10;&#10;Description automatically generated">
            <a:extLst>
              <a:ext uri="{FF2B5EF4-FFF2-40B4-BE49-F238E27FC236}">
                <a16:creationId xmlns:a16="http://schemas.microsoft.com/office/drawing/2014/main" id="{9D011D70-D2EA-7CED-275C-14771ADA78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4611" y="2459755"/>
            <a:ext cx="444007" cy="402124"/>
          </a:xfrm>
          <a:prstGeom prst="rect">
            <a:avLst/>
          </a:prstGeom>
        </p:spPr>
      </p:pic>
      <p:pic>
        <p:nvPicPr>
          <p:cNvPr id="13" name="Picture 12" descr="A cartoon of a house&#10;&#10;Description automatically generated">
            <a:extLst>
              <a:ext uri="{FF2B5EF4-FFF2-40B4-BE49-F238E27FC236}">
                <a16:creationId xmlns:a16="http://schemas.microsoft.com/office/drawing/2014/main" id="{38C39DB0-7D24-628F-2F75-FC6B3D4111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4662" y="3676457"/>
            <a:ext cx="444007" cy="402124"/>
          </a:xfrm>
          <a:prstGeom prst="rect">
            <a:avLst/>
          </a:prstGeom>
        </p:spPr>
      </p:pic>
      <p:pic>
        <p:nvPicPr>
          <p:cNvPr id="14" name="Picture 13" descr="A cartoon of a house&#10;&#10;Description automatically generated">
            <a:extLst>
              <a:ext uri="{FF2B5EF4-FFF2-40B4-BE49-F238E27FC236}">
                <a16:creationId xmlns:a16="http://schemas.microsoft.com/office/drawing/2014/main" id="{D5FE9D20-5785-9CB0-D92E-61F488805B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4946" y="2447391"/>
            <a:ext cx="444007" cy="402124"/>
          </a:xfrm>
          <a:prstGeom prst="rect">
            <a:avLst/>
          </a:prstGeom>
        </p:spPr>
      </p:pic>
      <p:pic>
        <p:nvPicPr>
          <p:cNvPr id="16" name="Picture 15" descr="A cartoon of a house&#10;&#10;Description automatically generated">
            <a:extLst>
              <a:ext uri="{FF2B5EF4-FFF2-40B4-BE49-F238E27FC236}">
                <a16:creationId xmlns:a16="http://schemas.microsoft.com/office/drawing/2014/main" id="{1BC74F2D-D1C3-203C-7B8B-2C14E61F76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6799" y="3261386"/>
            <a:ext cx="444007" cy="402124"/>
          </a:xfrm>
          <a:prstGeom prst="rect">
            <a:avLst/>
          </a:prstGeom>
        </p:spPr>
      </p:pic>
      <p:pic>
        <p:nvPicPr>
          <p:cNvPr id="17" name="Picture 16" descr="A cartoon of a house&#10;&#10;Description automatically generated">
            <a:extLst>
              <a:ext uri="{FF2B5EF4-FFF2-40B4-BE49-F238E27FC236}">
                <a16:creationId xmlns:a16="http://schemas.microsoft.com/office/drawing/2014/main" id="{DB375E00-0545-520E-1FA5-2CEDAC76CE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6799" y="3227938"/>
            <a:ext cx="444007" cy="402124"/>
          </a:xfrm>
          <a:prstGeom prst="rect">
            <a:avLst/>
          </a:prstGeom>
        </p:spPr>
      </p:pic>
      <p:pic>
        <p:nvPicPr>
          <p:cNvPr id="18" name="Picture 17" descr="A cartoon of a house&#10;&#10;Description automatically generated">
            <a:extLst>
              <a:ext uri="{FF2B5EF4-FFF2-40B4-BE49-F238E27FC236}">
                <a16:creationId xmlns:a16="http://schemas.microsoft.com/office/drawing/2014/main" id="{80961D34-E02C-3D95-0290-7C6D876528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8196" y="2859262"/>
            <a:ext cx="444007" cy="402124"/>
          </a:xfrm>
          <a:prstGeom prst="rect">
            <a:avLst/>
          </a:prstGeom>
        </p:spPr>
      </p:pic>
      <p:pic>
        <p:nvPicPr>
          <p:cNvPr id="20" name="Picture 19" descr="A cartoon of a house&#10;&#10;Description automatically generated">
            <a:extLst>
              <a:ext uri="{FF2B5EF4-FFF2-40B4-BE49-F238E27FC236}">
                <a16:creationId xmlns:a16="http://schemas.microsoft.com/office/drawing/2014/main" id="{B845FF88-25B3-4A55-5135-48B40EE1F7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5334" y="1985966"/>
            <a:ext cx="444007" cy="402124"/>
          </a:xfrm>
          <a:prstGeom prst="rect">
            <a:avLst/>
          </a:prstGeom>
        </p:spPr>
      </p:pic>
      <p:pic>
        <p:nvPicPr>
          <p:cNvPr id="21" name="Picture 20" descr="A cartoon of a house&#10;&#10;Description automatically generated">
            <a:extLst>
              <a:ext uri="{FF2B5EF4-FFF2-40B4-BE49-F238E27FC236}">
                <a16:creationId xmlns:a16="http://schemas.microsoft.com/office/drawing/2014/main" id="{BDC14BFE-E425-E020-389C-E63F042781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192" y="2137716"/>
            <a:ext cx="444007" cy="402124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D0C66D6-CEA6-D586-86DD-0C4E57828D35}"/>
              </a:ext>
            </a:extLst>
          </p:cNvPr>
          <p:cNvCxnSpPr>
            <a:cxnSpLocks/>
          </p:cNvCxnSpPr>
          <p:nvPr/>
        </p:nvCxnSpPr>
        <p:spPr>
          <a:xfrm flipV="1">
            <a:off x="3603493" y="1720007"/>
            <a:ext cx="4931619" cy="2814118"/>
          </a:xfrm>
          <a:prstGeom prst="straightConnector1">
            <a:avLst/>
          </a:prstGeom>
          <a:ln w="5715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471FB489-42ED-D5F3-34F2-317F6BCE360D}"/>
              </a:ext>
            </a:extLst>
          </p:cNvPr>
          <p:cNvSpPr txBox="1"/>
          <p:nvPr/>
        </p:nvSpPr>
        <p:spPr>
          <a:xfrm>
            <a:off x="613503" y="5134394"/>
            <a:ext cx="4325166" cy="1631216"/>
          </a:xfrm>
          <a:custGeom>
            <a:avLst/>
            <a:gdLst>
              <a:gd name="connsiteX0" fmla="*/ 0 w 4325166"/>
              <a:gd name="connsiteY0" fmla="*/ 0 h 1631216"/>
              <a:gd name="connsiteX1" fmla="*/ 627149 w 4325166"/>
              <a:gd name="connsiteY1" fmla="*/ 0 h 1631216"/>
              <a:gd name="connsiteX2" fmla="*/ 1254298 w 4325166"/>
              <a:gd name="connsiteY2" fmla="*/ 0 h 1631216"/>
              <a:gd name="connsiteX3" fmla="*/ 1838196 w 4325166"/>
              <a:gd name="connsiteY3" fmla="*/ 0 h 1631216"/>
              <a:gd name="connsiteX4" fmla="*/ 2378841 w 4325166"/>
              <a:gd name="connsiteY4" fmla="*/ 0 h 1631216"/>
              <a:gd name="connsiteX5" fmla="*/ 2832984 w 4325166"/>
              <a:gd name="connsiteY5" fmla="*/ 0 h 1631216"/>
              <a:gd name="connsiteX6" fmla="*/ 3287126 w 4325166"/>
              <a:gd name="connsiteY6" fmla="*/ 0 h 1631216"/>
              <a:gd name="connsiteX7" fmla="*/ 3741269 w 4325166"/>
              <a:gd name="connsiteY7" fmla="*/ 0 h 1631216"/>
              <a:gd name="connsiteX8" fmla="*/ 4325166 w 4325166"/>
              <a:gd name="connsiteY8" fmla="*/ 0 h 1631216"/>
              <a:gd name="connsiteX9" fmla="*/ 4325166 w 4325166"/>
              <a:gd name="connsiteY9" fmla="*/ 576363 h 1631216"/>
              <a:gd name="connsiteX10" fmla="*/ 4325166 w 4325166"/>
              <a:gd name="connsiteY10" fmla="*/ 1071165 h 1631216"/>
              <a:gd name="connsiteX11" fmla="*/ 4325166 w 4325166"/>
              <a:gd name="connsiteY11" fmla="*/ 1631216 h 1631216"/>
              <a:gd name="connsiteX12" fmla="*/ 3914275 w 4325166"/>
              <a:gd name="connsiteY12" fmla="*/ 1631216 h 1631216"/>
              <a:gd name="connsiteX13" fmla="*/ 3287126 w 4325166"/>
              <a:gd name="connsiteY13" fmla="*/ 1631216 h 1631216"/>
              <a:gd name="connsiteX14" fmla="*/ 2659977 w 4325166"/>
              <a:gd name="connsiteY14" fmla="*/ 1631216 h 1631216"/>
              <a:gd name="connsiteX15" fmla="*/ 2076080 w 4325166"/>
              <a:gd name="connsiteY15" fmla="*/ 1631216 h 1631216"/>
              <a:gd name="connsiteX16" fmla="*/ 1578686 w 4325166"/>
              <a:gd name="connsiteY16" fmla="*/ 1631216 h 1631216"/>
              <a:gd name="connsiteX17" fmla="*/ 994788 w 4325166"/>
              <a:gd name="connsiteY17" fmla="*/ 1631216 h 1631216"/>
              <a:gd name="connsiteX18" fmla="*/ 0 w 4325166"/>
              <a:gd name="connsiteY18" fmla="*/ 1631216 h 1631216"/>
              <a:gd name="connsiteX19" fmla="*/ 0 w 4325166"/>
              <a:gd name="connsiteY19" fmla="*/ 1103789 h 1631216"/>
              <a:gd name="connsiteX20" fmla="*/ 0 w 4325166"/>
              <a:gd name="connsiteY20" fmla="*/ 560051 h 1631216"/>
              <a:gd name="connsiteX21" fmla="*/ 0 w 4325166"/>
              <a:gd name="connsiteY21" fmla="*/ 0 h 16312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4325166" h="1631216" extrusionOk="0">
                <a:moveTo>
                  <a:pt x="0" y="0"/>
                </a:moveTo>
                <a:cubicBezTo>
                  <a:pt x="255509" y="-74962"/>
                  <a:pt x="414277" y="14604"/>
                  <a:pt x="627149" y="0"/>
                </a:cubicBezTo>
                <a:cubicBezTo>
                  <a:pt x="840021" y="-14604"/>
                  <a:pt x="1049458" y="16756"/>
                  <a:pt x="1254298" y="0"/>
                </a:cubicBezTo>
                <a:cubicBezTo>
                  <a:pt x="1459138" y="-16756"/>
                  <a:pt x="1711989" y="1770"/>
                  <a:pt x="1838196" y="0"/>
                </a:cubicBezTo>
                <a:cubicBezTo>
                  <a:pt x="1964403" y="-1770"/>
                  <a:pt x="2207441" y="38479"/>
                  <a:pt x="2378841" y="0"/>
                </a:cubicBezTo>
                <a:cubicBezTo>
                  <a:pt x="2550241" y="-38479"/>
                  <a:pt x="2614928" y="46838"/>
                  <a:pt x="2832984" y="0"/>
                </a:cubicBezTo>
                <a:cubicBezTo>
                  <a:pt x="3051040" y="-46838"/>
                  <a:pt x="3102439" y="42677"/>
                  <a:pt x="3287126" y="0"/>
                </a:cubicBezTo>
                <a:cubicBezTo>
                  <a:pt x="3471813" y="-42677"/>
                  <a:pt x="3601357" y="29259"/>
                  <a:pt x="3741269" y="0"/>
                </a:cubicBezTo>
                <a:cubicBezTo>
                  <a:pt x="3881181" y="-29259"/>
                  <a:pt x="4063396" y="23563"/>
                  <a:pt x="4325166" y="0"/>
                </a:cubicBezTo>
                <a:cubicBezTo>
                  <a:pt x="4367783" y="161538"/>
                  <a:pt x="4304832" y="454924"/>
                  <a:pt x="4325166" y="576363"/>
                </a:cubicBezTo>
                <a:cubicBezTo>
                  <a:pt x="4345500" y="697802"/>
                  <a:pt x="4304997" y="859091"/>
                  <a:pt x="4325166" y="1071165"/>
                </a:cubicBezTo>
                <a:cubicBezTo>
                  <a:pt x="4345335" y="1283239"/>
                  <a:pt x="4261123" y="1459221"/>
                  <a:pt x="4325166" y="1631216"/>
                </a:cubicBezTo>
                <a:cubicBezTo>
                  <a:pt x="4213747" y="1637861"/>
                  <a:pt x="4029774" y="1609040"/>
                  <a:pt x="3914275" y="1631216"/>
                </a:cubicBezTo>
                <a:cubicBezTo>
                  <a:pt x="3798776" y="1653392"/>
                  <a:pt x="3565143" y="1558922"/>
                  <a:pt x="3287126" y="1631216"/>
                </a:cubicBezTo>
                <a:cubicBezTo>
                  <a:pt x="3009109" y="1703510"/>
                  <a:pt x="2857505" y="1574306"/>
                  <a:pt x="2659977" y="1631216"/>
                </a:cubicBezTo>
                <a:cubicBezTo>
                  <a:pt x="2462449" y="1688126"/>
                  <a:pt x="2307855" y="1588489"/>
                  <a:pt x="2076080" y="1631216"/>
                </a:cubicBezTo>
                <a:cubicBezTo>
                  <a:pt x="1844305" y="1673943"/>
                  <a:pt x="1694637" y="1588016"/>
                  <a:pt x="1578686" y="1631216"/>
                </a:cubicBezTo>
                <a:cubicBezTo>
                  <a:pt x="1462735" y="1674416"/>
                  <a:pt x="1271832" y="1626166"/>
                  <a:pt x="994788" y="1631216"/>
                </a:cubicBezTo>
                <a:cubicBezTo>
                  <a:pt x="717744" y="1636266"/>
                  <a:pt x="315165" y="1561585"/>
                  <a:pt x="0" y="1631216"/>
                </a:cubicBezTo>
                <a:cubicBezTo>
                  <a:pt x="-62261" y="1457583"/>
                  <a:pt x="56470" y="1354463"/>
                  <a:pt x="0" y="1103789"/>
                </a:cubicBezTo>
                <a:cubicBezTo>
                  <a:pt x="-56470" y="853115"/>
                  <a:pt x="36367" y="734118"/>
                  <a:pt x="0" y="560051"/>
                </a:cubicBezTo>
                <a:cubicBezTo>
                  <a:pt x="-36367" y="385984"/>
                  <a:pt x="27196" y="147709"/>
                  <a:pt x="0" y="0"/>
                </a:cubicBezTo>
                <a:close/>
              </a:path>
            </a:pathLst>
          </a:custGeom>
          <a:noFill/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3706926935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PH" sz="2500" b="1" dirty="0"/>
              <a:t>Step 5</a:t>
            </a:r>
            <a:r>
              <a:rPr lang="en-PH" sz="2500" dirty="0"/>
              <a:t>: Project the data into the eigenvector. We now have converted our data from two dimension to one dimension</a:t>
            </a:r>
            <a:endParaRPr lang="en-PH" sz="2500" b="1" dirty="0"/>
          </a:p>
        </p:txBody>
      </p:sp>
    </p:spTree>
    <p:extLst>
      <p:ext uri="{BB962C8B-B14F-4D97-AF65-F5344CB8AC3E}">
        <p14:creationId xmlns:p14="http://schemas.microsoft.com/office/powerpoint/2010/main" val="351622751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3936</TotalTime>
  <Words>1389</Words>
  <Application>Microsoft Office PowerPoint</Application>
  <PresentationFormat>Widescreen</PresentationFormat>
  <Paragraphs>365</Paragraphs>
  <Slides>55</Slides>
  <Notes>2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61" baseType="lpstr">
      <vt:lpstr>Aptos</vt:lpstr>
      <vt:lpstr>Aptos Display</vt:lpstr>
      <vt:lpstr>Arial</vt:lpstr>
      <vt:lpstr>Cambria Math</vt:lpstr>
      <vt:lpstr>Wingdings</vt:lpstr>
      <vt:lpstr>Office Theme</vt:lpstr>
      <vt:lpstr>Principal Component Analysis (Math)</vt:lpstr>
      <vt:lpstr>PowerPoint Presentation</vt:lpstr>
      <vt:lpstr>Projecting Data </vt:lpstr>
      <vt:lpstr>Projecting Data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Dimensions</vt:lpstr>
      <vt:lpstr>Mean</vt:lpstr>
      <vt:lpstr>Variance in One Dimension</vt:lpstr>
      <vt:lpstr>Variance in One Dimension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Covariance Matrix</vt:lpstr>
      <vt:lpstr>Covariance Matrix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Palenzuela, Ronnel</dc:creator>
  <cp:lastModifiedBy>SLY Ponio</cp:lastModifiedBy>
  <cp:revision>451</cp:revision>
  <dcterms:created xsi:type="dcterms:W3CDTF">2024-08-08T01:29:50Z</dcterms:created>
  <dcterms:modified xsi:type="dcterms:W3CDTF">2025-12-12T02:19:46Z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a813f4b-519a-4481-a498-85770f517757_Enabled">
    <vt:lpwstr>true</vt:lpwstr>
  </property>
  <property fmtid="{D5CDD505-2E9C-101B-9397-08002B2CF9AE}" pid="3" name="MSIP_Label_8a813f4b-519a-4481-a498-85770f517757_SetDate">
    <vt:lpwstr>2024-08-08T02:28:55Z</vt:lpwstr>
  </property>
  <property fmtid="{D5CDD505-2E9C-101B-9397-08002B2CF9AE}" pid="4" name="MSIP_Label_8a813f4b-519a-4481-a498-85770f517757_Method">
    <vt:lpwstr>Standard</vt:lpwstr>
  </property>
  <property fmtid="{D5CDD505-2E9C-101B-9397-08002B2CF9AE}" pid="5" name="MSIP_Label_8a813f4b-519a-4481-a498-85770f517757_Name">
    <vt:lpwstr>Anyone (unrestricted)</vt:lpwstr>
  </property>
  <property fmtid="{D5CDD505-2E9C-101B-9397-08002B2CF9AE}" pid="6" name="MSIP_Label_8a813f4b-519a-4481-a498-85770f517757_SiteId">
    <vt:lpwstr>1d981f77-3ca3-46ae-b0d4-e8044e6c7f84</vt:lpwstr>
  </property>
  <property fmtid="{D5CDD505-2E9C-101B-9397-08002B2CF9AE}" pid="7" name="MSIP_Label_8a813f4b-519a-4481-a498-85770f517757_ActionId">
    <vt:lpwstr>6e000025-dfc4-466b-8a1a-3abd180e870b</vt:lpwstr>
  </property>
  <property fmtid="{D5CDD505-2E9C-101B-9397-08002B2CF9AE}" pid="8" name="MSIP_Label_8a813f4b-519a-4481-a498-85770f517757_ContentBits">
    <vt:lpwstr>0</vt:lpwstr>
  </property>
</Properties>
</file>